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345" r:id="rId6"/>
    <p:sldId id="343" r:id="rId7"/>
    <p:sldId id="346" r:id="rId8"/>
    <p:sldId id="347" r:id="rId9"/>
    <p:sldId id="348" r:id="rId10"/>
    <p:sldId id="344" r:id="rId11"/>
    <p:sldId id="349" r:id="rId12"/>
    <p:sldId id="350" r:id="rId13"/>
    <p:sldId id="351" r:id="rId14"/>
    <p:sldId id="352" r:id="rId15"/>
    <p:sldId id="353" r:id="rId16"/>
    <p:sldId id="354" r:id="rId17"/>
    <p:sldId id="355" r:id="rId18"/>
    <p:sldId id="357" r:id="rId19"/>
    <p:sldId id="363" r:id="rId20"/>
    <p:sldId id="356" r:id="rId21"/>
    <p:sldId id="358" r:id="rId22"/>
    <p:sldId id="359" r:id="rId23"/>
    <p:sldId id="360" r:id="rId24"/>
    <p:sldId id="361" r:id="rId25"/>
    <p:sldId id="36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 varScale="1">
        <p:scale>
          <a:sx n="86" d="100"/>
          <a:sy n="86" d="100"/>
        </p:scale>
        <p:origin x="39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 Jiajun" userId="b9743406-d56a-4d50-a6a3-65bc9ff93e51" providerId="ADAL" clId="{959E1FE6-DCBD-E04E-8CC1-C2278AC83B5C}"/>
    <pc:docChg chg="custSel addSld modSld">
      <pc:chgData name="Ma Jiajun" userId="b9743406-d56a-4d50-a6a3-65bc9ff93e51" providerId="ADAL" clId="{959E1FE6-DCBD-E04E-8CC1-C2278AC83B5C}" dt="2023-05-18T02:54:48.016" v="3" actId="7634"/>
      <pc:docMkLst>
        <pc:docMk/>
      </pc:docMkLst>
      <pc:sldChg chg="addSp">
        <pc:chgData name="Ma Jiajun" userId="b9743406-d56a-4d50-a6a3-65bc9ff93e51" providerId="ADAL" clId="{959E1FE6-DCBD-E04E-8CC1-C2278AC83B5C}" dt="2023-05-18T02:23:12.947" v="1" actId="7634"/>
        <pc:sldMkLst>
          <pc:docMk/>
          <pc:sldMk cId="1878940450" sldId="343"/>
        </pc:sldMkLst>
        <pc:inkChg chg="add">
          <ac:chgData name="Ma Jiajun" userId="b9743406-d56a-4d50-a6a3-65bc9ff93e51" providerId="ADAL" clId="{959E1FE6-DCBD-E04E-8CC1-C2278AC83B5C}" dt="2023-05-18T01:31:18.351" v="0" actId="7634"/>
          <ac:inkMkLst>
            <pc:docMk/>
            <pc:sldMk cId="1878940450" sldId="343"/>
            <ac:inkMk id="2" creationId="{4CE17E5B-008C-EC8F-B816-077180286636}"/>
          </ac:inkMkLst>
        </pc:inkChg>
        <pc:inkChg chg="add">
          <ac:chgData name="Ma Jiajun" userId="b9743406-d56a-4d50-a6a3-65bc9ff93e51" providerId="ADAL" clId="{959E1FE6-DCBD-E04E-8CC1-C2278AC83B5C}" dt="2023-05-18T02:23:12.947" v="1" actId="7634"/>
          <ac:inkMkLst>
            <pc:docMk/>
            <pc:sldMk cId="1878940450" sldId="343"/>
            <ac:inkMk id="3" creationId="{506611B3-C22A-D1BC-A14A-F987CF7E573E}"/>
          </ac:inkMkLst>
        </pc:inkChg>
      </pc:sldChg>
      <pc:sldChg chg="addSp">
        <pc:chgData name="Ma Jiajun" userId="b9743406-d56a-4d50-a6a3-65bc9ff93e51" providerId="ADAL" clId="{959E1FE6-DCBD-E04E-8CC1-C2278AC83B5C}" dt="2023-05-18T02:23:12.947" v="1" actId="7634"/>
        <pc:sldMkLst>
          <pc:docMk/>
          <pc:sldMk cId="4031506291" sldId="344"/>
        </pc:sldMkLst>
        <pc:inkChg chg="add">
          <ac:chgData name="Ma Jiajun" userId="b9743406-d56a-4d50-a6a3-65bc9ff93e51" providerId="ADAL" clId="{959E1FE6-DCBD-E04E-8CC1-C2278AC83B5C}" dt="2023-05-18T02:23:12.947" v="1" actId="7634"/>
          <ac:inkMkLst>
            <pc:docMk/>
            <pc:sldMk cId="4031506291" sldId="344"/>
            <ac:inkMk id="2" creationId="{90E5F67E-344F-716F-A6DE-FCA6651E3966}"/>
          </ac:inkMkLst>
        </pc:inkChg>
      </pc:sldChg>
      <pc:sldChg chg="addSp">
        <pc:chgData name="Ma Jiajun" userId="b9743406-d56a-4d50-a6a3-65bc9ff93e51" providerId="ADAL" clId="{959E1FE6-DCBD-E04E-8CC1-C2278AC83B5C}" dt="2023-05-18T01:31:18.351" v="0" actId="7634"/>
        <pc:sldMkLst>
          <pc:docMk/>
          <pc:sldMk cId="3115005282" sldId="345"/>
        </pc:sldMkLst>
        <pc:inkChg chg="add">
          <ac:chgData name="Ma Jiajun" userId="b9743406-d56a-4d50-a6a3-65bc9ff93e51" providerId="ADAL" clId="{959E1FE6-DCBD-E04E-8CC1-C2278AC83B5C}" dt="2023-05-18T01:31:18.351" v="0" actId="7634"/>
          <ac:inkMkLst>
            <pc:docMk/>
            <pc:sldMk cId="3115005282" sldId="345"/>
            <ac:inkMk id="2" creationId="{5EB09B56-BD51-05D9-F460-5986B6F7C906}"/>
          </ac:inkMkLst>
        </pc:inkChg>
      </pc:sldChg>
      <pc:sldChg chg="addSp">
        <pc:chgData name="Ma Jiajun" userId="b9743406-d56a-4d50-a6a3-65bc9ff93e51" providerId="ADAL" clId="{959E1FE6-DCBD-E04E-8CC1-C2278AC83B5C}" dt="2023-05-18T01:31:18.351" v="0" actId="7634"/>
        <pc:sldMkLst>
          <pc:docMk/>
          <pc:sldMk cId="802446818" sldId="346"/>
        </pc:sldMkLst>
        <pc:inkChg chg="add">
          <ac:chgData name="Ma Jiajun" userId="b9743406-d56a-4d50-a6a3-65bc9ff93e51" providerId="ADAL" clId="{959E1FE6-DCBD-E04E-8CC1-C2278AC83B5C}" dt="2023-05-18T01:31:18.351" v="0" actId="7634"/>
          <ac:inkMkLst>
            <pc:docMk/>
            <pc:sldMk cId="802446818" sldId="346"/>
            <ac:inkMk id="2" creationId="{EDED35FA-9CBE-5777-447B-FE144B716F2A}"/>
          </ac:inkMkLst>
        </pc:inkChg>
      </pc:sldChg>
      <pc:sldChg chg="addSp">
        <pc:chgData name="Ma Jiajun" userId="b9743406-d56a-4d50-a6a3-65bc9ff93e51" providerId="ADAL" clId="{959E1FE6-DCBD-E04E-8CC1-C2278AC83B5C}" dt="2023-05-18T02:23:12.947" v="1" actId="7634"/>
        <pc:sldMkLst>
          <pc:docMk/>
          <pc:sldMk cId="3423174050" sldId="347"/>
        </pc:sldMkLst>
        <pc:inkChg chg="add">
          <ac:chgData name="Ma Jiajun" userId="b9743406-d56a-4d50-a6a3-65bc9ff93e51" providerId="ADAL" clId="{959E1FE6-DCBD-E04E-8CC1-C2278AC83B5C}" dt="2023-05-18T02:23:12.947" v="1" actId="7634"/>
          <ac:inkMkLst>
            <pc:docMk/>
            <pc:sldMk cId="3423174050" sldId="347"/>
            <ac:inkMk id="2" creationId="{87C52EC1-B5AF-B535-2BDA-313B736EE889}"/>
          </ac:inkMkLst>
        </pc:inkChg>
      </pc:sldChg>
      <pc:sldChg chg="addSp">
        <pc:chgData name="Ma Jiajun" userId="b9743406-d56a-4d50-a6a3-65bc9ff93e51" providerId="ADAL" clId="{959E1FE6-DCBD-E04E-8CC1-C2278AC83B5C}" dt="2023-05-18T02:23:12.947" v="1" actId="7634"/>
        <pc:sldMkLst>
          <pc:docMk/>
          <pc:sldMk cId="547084465" sldId="348"/>
        </pc:sldMkLst>
        <pc:inkChg chg="add">
          <ac:chgData name="Ma Jiajun" userId="b9743406-d56a-4d50-a6a3-65bc9ff93e51" providerId="ADAL" clId="{959E1FE6-DCBD-E04E-8CC1-C2278AC83B5C}" dt="2023-05-18T02:23:12.947" v="1" actId="7634"/>
          <ac:inkMkLst>
            <pc:docMk/>
            <pc:sldMk cId="547084465" sldId="348"/>
            <ac:inkMk id="4" creationId="{0014482B-397D-682C-98DB-7F52C0C93D41}"/>
          </ac:inkMkLst>
        </pc:inkChg>
      </pc:sldChg>
      <pc:sldChg chg="addSp">
        <pc:chgData name="Ma Jiajun" userId="b9743406-d56a-4d50-a6a3-65bc9ff93e51" providerId="ADAL" clId="{959E1FE6-DCBD-E04E-8CC1-C2278AC83B5C}" dt="2023-05-18T02:23:12.947" v="1" actId="7634"/>
        <pc:sldMkLst>
          <pc:docMk/>
          <pc:sldMk cId="3815634628" sldId="349"/>
        </pc:sldMkLst>
        <pc:inkChg chg="add">
          <ac:chgData name="Ma Jiajun" userId="b9743406-d56a-4d50-a6a3-65bc9ff93e51" providerId="ADAL" clId="{959E1FE6-DCBD-E04E-8CC1-C2278AC83B5C}" dt="2023-05-18T02:23:12.947" v="1" actId="7634"/>
          <ac:inkMkLst>
            <pc:docMk/>
            <pc:sldMk cId="3815634628" sldId="349"/>
            <ac:inkMk id="2" creationId="{BA476219-C3D3-7C38-45EE-E0453FE6963E}"/>
          </ac:inkMkLst>
        </pc:inkChg>
      </pc:sldChg>
      <pc:sldChg chg="addSp">
        <pc:chgData name="Ma Jiajun" userId="b9743406-d56a-4d50-a6a3-65bc9ff93e51" providerId="ADAL" clId="{959E1FE6-DCBD-E04E-8CC1-C2278AC83B5C}" dt="2023-05-18T02:23:12.947" v="1" actId="7634"/>
        <pc:sldMkLst>
          <pc:docMk/>
          <pc:sldMk cId="1023529414" sldId="350"/>
        </pc:sldMkLst>
        <pc:inkChg chg="add">
          <ac:chgData name="Ma Jiajun" userId="b9743406-d56a-4d50-a6a3-65bc9ff93e51" providerId="ADAL" clId="{959E1FE6-DCBD-E04E-8CC1-C2278AC83B5C}" dt="2023-05-18T02:23:12.947" v="1" actId="7634"/>
          <ac:inkMkLst>
            <pc:docMk/>
            <pc:sldMk cId="1023529414" sldId="350"/>
            <ac:inkMk id="2" creationId="{0C392DD9-F437-2DCD-E33A-EDD87421545C}"/>
          </ac:inkMkLst>
        </pc:inkChg>
      </pc:sldChg>
      <pc:sldChg chg="addSp">
        <pc:chgData name="Ma Jiajun" userId="b9743406-d56a-4d50-a6a3-65bc9ff93e51" providerId="ADAL" clId="{959E1FE6-DCBD-E04E-8CC1-C2278AC83B5C}" dt="2023-05-18T02:23:12.947" v="1" actId="7634"/>
        <pc:sldMkLst>
          <pc:docMk/>
          <pc:sldMk cId="1416569618" sldId="351"/>
        </pc:sldMkLst>
        <pc:inkChg chg="add">
          <ac:chgData name="Ma Jiajun" userId="b9743406-d56a-4d50-a6a3-65bc9ff93e51" providerId="ADAL" clId="{959E1FE6-DCBD-E04E-8CC1-C2278AC83B5C}" dt="2023-05-18T02:23:12.947" v="1" actId="7634"/>
          <ac:inkMkLst>
            <pc:docMk/>
            <pc:sldMk cId="1416569618" sldId="351"/>
            <ac:inkMk id="2" creationId="{1363E82A-7235-EC9E-4AA5-F9EE7C65A6AC}"/>
          </ac:inkMkLst>
        </pc:inkChg>
      </pc:sldChg>
      <pc:sldChg chg="addSp">
        <pc:chgData name="Ma Jiajun" userId="b9743406-d56a-4d50-a6a3-65bc9ff93e51" providerId="ADAL" clId="{959E1FE6-DCBD-E04E-8CC1-C2278AC83B5C}" dt="2023-05-18T02:23:12.947" v="1" actId="7634"/>
        <pc:sldMkLst>
          <pc:docMk/>
          <pc:sldMk cId="1234558678" sldId="352"/>
        </pc:sldMkLst>
        <pc:inkChg chg="add">
          <ac:chgData name="Ma Jiajun" userId="b9743406-d56a-4d50-a6a3-65bc9ff93e51" providerId="ADAL" clId="{959E1FE6-DCBD-E04E-8CC1-C2278AC83B5C}" dt="2023-05-18T02:23:12.947" v="1" actId="7634"/>
          <ac:inkMkLst>
            <pc:docMk/>
            <pc:sldMk cId="1234558678" sldId="352"/>
            <ac:inkMk id="2" creationId="{D9A8165D-F705-3081-256D-180F472B9C5E}"/>
          </ac:inkMkLst>
        </pc:inkChg>
      </pc:sldChg>
      <pc:sldChg chg="addSp">
        <pc:chgData name="Ma Jiajun" userId="b9743406-d56a-4d50-a6a3-65bc9ff93e51" providerId="ADAL" clId="{959E1FE6-DCBD-E04E-8CC1-C2278AC83B5C}" dt="2023-05-18T02:23:12.947" v="1" actId="7634"/>
        <pc:sldMkLst>
          <pc:docMk/>
          <pc:sldMk cId="1287263511" sldId="354"/>
        </pc:sldMkLst>
        <pc:inkChg chg="add">
          <ac:chgData name="Ma Jiajun" userId="b9743406-d56a-4d50-a6a3-65bc9ff93e51" providerId="ADAL" clId="{959E1FE6-DCBD-E04E-8CC1-C2278AC83B5C}" dt="2023-05-18T02:23:12.947" v="1" actId="7634"/>
          <ac:inkMkLst>
            <pc:docMk/>
            <pc:sldMk cId="1287263511" sldId="354"/>
            <ac:inkMk id="2" creationId="{F6D31AEA-DA5C-702A-015A-67A882A40BD4}"/>
          </ac:inkMkLst>
        </pc:inkChg>
      </pc:sldChg>
      <pc:sldChg chg="addSp">
        <pc:chgData name="Ma Jiajun" userId="b9743406-d56a-4d50-a6a3-65bc9ff93e51" providerId="ADAL" clId="{959E1FE6-DCBD-E04E-8CC1-C2278AC83B5C}" dt="2023-05-18T02:54:48.016" v="3" actId="7634"/>
        <pc:sldMkLst>
          <pc:docMk/>
          <pc:sldMk cId="2455090784" sldId="355"/>
        </pc:sldMkLst>
        <pc:inkChg chg="add">
          <ac:chgData name="Ma Jiajun" userId="b9743406-d56a-4d50-a6a3-65bc9ff93e51" providerId="ADAL" clId="{959E1FE6-DCBD-E04E-8CC1-C2278AC83B5C}" dt="2023-05-18T02:23:12.947" v="1" actId="7634"/>
          <ac:inkMkLst>
            <pc:docMk/>
            <pc:sldMk cId="2455090784" sldId="355"/>
            <ac:inkMk id="2" creationId="{BA01FFDA-2355-F139-147A-2C5E1EF95DFA}"/>
          </ac:inkMkLst>
        </pc:inkChg>
        <pc:inkChg chg="add">
          <ac:chgData name="Ma Jiajun" userId="b9743406-d56a-4d50-a6a3-65bc9ff93e51" providerId="ADAL" clId="{959E1FE6-DCBD-E04E-8CC1-C2278AC83B5C}" dt="2023-05-18T02:54:48.016" v="3" actId="7634"/>
          <ac:inkMkLst>
            <pc:docMk/>
            <pc:sldMk cId="2455090784" sldId="355"/>
            <ac:inkMk id="4" creationId="{475045F6-159F-B2BC-A2F7-9E65B2FC30F2}"/>
          </ac:inkMkLst>
        </pc:inkChg>
      </pc:sldChg>
      <pc:sldChg chg="addSp">
        <pc:chgData name="Ma Jiajun" userId="b9743406-d56a-4d50-a6a3-65bc9ff93e51" providerId="ADAL" clId="{959E1FE6-DCBD-E04E-8CC1-C2278AC83B5C}" dt="2023-05-18T02:54:48.016" v="3" actId="7634"/>
        <pc:sldMkLst>
          <pc:docMk/>
          <pc:sldMk cId="1930366437" sldId="356"/>
        </pc:sldMkLst>
        <pc:inkChg chg="add">
          <ac:chgData name="Ma Jiajun" userId="b9743406-d56a-4d50-a6a3-65bc9ff93e51" providerId="ADAL" clId="{959E1FE6-DCBD-E04E-8CC1-C2278AC83B5C}" dt="2023-05-18T02:54:48.016" v="3" actId="7634"/>
          <ac:inkMkLst>
            <pc:docMk/>
            <pc:sldMk cId="1930366437" sldId="356"/>
            <ac:inkMk id="2" creationId="{8D876319-E6EB-321A-CEB7-DC9C4D3F99D4}"/>
          </ac:inkMkLst>
        </pc:inkChg>
      </pc:sldChg>
      <pc:sldChg chg="addSp">
        <pc:chgData name="Ma Jiajun" userId="b9743406-d56a-4d50-a6a3-65bc9ff93e51" providerId="ADAL" clId="{959E1FE6-DCBD-E04E-8CC1-C2278AC83B5C}" dt="2023-05-18T02:23:12.947" v="1" actId="7634"/>
        <pc:sldMkLst>
          <pc:docMk/>
          <pc:sldMk cId="3280417424" sldId="357"/>
        </pc:sldMkLst>
        <pc:inkChg chg="add">
          <ac:chgData name="Ma Jiajun" userId="b9743406-d56a-4d50-a6a3-65bc9ff93e51" providerId="ADAL" clId="{959E1FE6-DCBD-E04E-8CC1-C2278AC83B5C}" dt="2023-05-18T02:23:12.947" v="1" actId="7634"/>
          <ac:inkMkLst>
            <pc:docMk/>
            <pc:sldMk cId="3280417424" sldId="357"/>
            <ac:inkMk id="2" creationId="{31BB4FB7-E590-FA3A-0837-B3861D697285}"/>
          </ac:inkMkLst>
        </pc:inkChg>
      </pc:sldChg>
      <pc:sldChg chg="addSp">
        <pc:chgData name="Ma Jiajun" userId="b9743406-d56a-4d50-a6a3-65bc9ff93e51" providerId="ADAL" clId="{959E1FE6-DCBD-E04E-8CC1-C2278AC83B5C}" dt="2023-05-18T02:54:48.016" v="3" actId="7634"/>
        <pc:sldMkLst>
          <pc:docMk/>
          <pc:sldMk cId="2543631671" sldId="358"/>
        </pc:sldMkLst>
        <pc:inkChg chg="add">
          <ac:chgData name="Ma Jiajun" userId="b9743406-d56a-4d50-a6a3-65bc9ff93e51" providerId="ADAL" clId="{959E1FE6-DCBD-E04E-8CC1-C2278AC83B5C}" dt="2023-05-18T02:54:48.016" v="3" actId="7634"/>
          <ac:inkMkLst>
            <pc:docMk/>
            <pc:sldMk cId="2543631671" sldId="358"/>
            <ac:inkMk id="2" creationId="{EBA813D2-8E5B-5101-28C8-7C46831C9723}"/>
          </ac:inkMkLst>
        </pc:inkChg>
      </pc:sldChg>
      <pc:sldChg chg="addSp">
        <pc:chgData name="Ma Jiajun" userId="b9743406-d56a-4d50-a6a3-65bc9ff93e51" providerId="ADAL" clId="{959E1FE6-DCBD-E04E-8CC1-C2278AC83B5C}" dt="2023-05-18T02:54:48.016" v="3" actId="7634"/>
        <pc:sldMkLst>
          <pc:docMk/>
          <pc:sldMk cId="3737583172" sldId="359"/>
        </pc:sldMkLst>
        <pc:inkChg chg="add">
          <ac:chgData name="Ma Jiajun" userId="b9743406-d56a-4d50-a6a3-65bc9ff93e51" providerId="ADAL" clId="{959E1FE6-DCBD-E04E-8CC1-C2278AC83B5C}" dt="2023-05-18T02:54:48.016" v="3" actId="7634"/>
          <ac:inkMkLst>
            <pc:docMk/>
            <pc:sldMk cId="3737583172" sldId="359"/>
            <ac:inkMk id="2" creationId="{F39A84CB-97D6-F2E4-BC01-2F01B8DAA3F9}"/>
          </ac:inkMkLst>
        </pc:inkChg>
      </pc:sldChg>
      <pc:sldChg chg="addSp">
        <pc:chgData name="Ma Jiajun" userId="b9743406-d56a-4d50-a6a3-65bc9ff93e51" providerId="ADAL" clId="{959E1FE6-DCBD-E04E-8CC1-C2278AC83B5C}" dt="2023-05-18T02:54:48.016" v="3" actId="7634"/>
        <pc:sldMkLst>
          <pc:docMk/>
          <pc:sldMk cId="2487221708" sldId="360"/>
        </pc:sldMkLst>
        <pc:inkChg chg="add">
          <ac:chgData name="Ma Jiajun" userId="b9743406-d56a-4d50-a6a3-65bc9ff93e51" providerId="ADAL" clId="{959E1FE6-DCBD-E04E-8CC1-C2278AC83B5C}" dt="2023-05-18T02:54:48.016" v="3" actId="7634"/>
          <ac:inkMkLst>
            <pc:docMk/>
            <pc:sldMk cId="2487221708" sldId="360"/>
            <ac:inkMk id="2" creationId="{802DC9A5-4B0E-143B-19F3-5FBF7B078B62}"/>
          </ac:inkMkLst>
        </pc:inkChg>
      </pc:sldChg>
      <pc:sldChg chg="addSp">
        <pc:chgData name="Ma Jiajun" userId="b9743406-d56a-4d50-a6a3-65bc9ff93e51" providerId="ADAL" clId="{959E1FE6-DCBD-E04E-8CC1-C2278AC83B5C}" dt="2023-05-18T02:54:48.016" v="3" actId="7634"/>
        <pc:sldMkLst>
          <pc:docMk/>
          <pc:sldMk cId="2720657877" sldId="361"/>
        </pc:sldMkLst>
        <pc:inkChg chg="add">
          <ac:chgData name="Ma Jiajun" userId="b9743406-d56a-4d50-a6a3-65bc9ff93e51" providerId="ADAL" clId="{959E1FE6-DCBD-E04E-8CC1-C2278AC83B5C}" dt="2023-05-18T02:54:48.016" v="3" actId="7634"/>
          <ac:inkMkLst>
            <pc:docMk/>
            <pc:sldMk cId="2720657877" sldId="361"/>
            <ac:inkMk id="2" creationId="{B753B30A-4F3F-CBCC-01A0-8C6F4A18992E}"/>
          </ac:inkMkLst>
        </pc:inkChg>
      </pc:sldChg>
      <pc:sldChg chg="addSp">
        <pc:chgData name="Ma Jiajun" userId="b9743406-d56a-4d50-a6a3-65bc9ff93e51" providerId="ADAL" clId="{959E1FE6-DCBD-E04E-8CC1-C2278AC83B5C}" dt="2023-05-18T02:54:48.016" v="3" actId="7634"/>
        <pc:sldMkLst>
          <pc:docMk/>
          <pc:sldMk cId="2185134367" sldId="362"/>
        </pc:sldMkLst>
        <pc:inkChg chg="add">
          <ac:chgData name="Ma Jiajun" userId="b9743406-d56a-4d50-a6a3-65bc9ff93e51" providerId="ADAL" clId="{959E1FE6-DCBD-E04E-8CC1-C2278AC83B5C}" dt="2023-05-18T02:54:48.016" v="3" actId="7634"/>
          <ac:inkMkLst>
            <pc:docMk/>
            <pc:sldMk cId="2185134367" sldId="362"/>
            <ac:inkMk id="2" creationId="{49E999E9-8B2E-CFC4-FD23-E6120473A9E7}"/>
          </ac:inkMkLst>
        </pc:inkChg>
      </pc:sldChg>
      <pc:sldChg chg="addSp new">
        <pc:chgData name="Ma Jiajun" userId="b9743406-d56a-4d50-a6a3-65bc9ff93e51" providerId="ADAL" clId="{959E1FE6-DCBD-E04E-8CC1-C2278AC83B5C}" dt="2023-05-18T02:54:48.016" v="3" actId="7634"/>
        <pc:sldMkLst>
          <pc:docMk/>
          <pc:sldMk cId="868514014" sldId="363"/>
        </pc:sldMkLst>
        <pc:inkChg chg="add">
          <ac:chgData name="Ma Jiajun" userId="b9743406-d56a-4d50-a6a3-65bc9ff93e51" providerId="ADAL" clId="{959E1FE6-DCBD-E04E-8CC1-C2278AC83B5C}" dt="2023-05-18T02:54:48.016" v="3" actId="7634"/>
          <ac:inkMkLst>
            <pc:docMk/>
            <pc:sldMk cId="868514014" sldId="363"/>
            <ac:inkMk id="2" creationId="{A359065F-6D80-E837-B94B-98D173896311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9-21T04:59:56.5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16945 3883 4060 0,'0'0'588'0,"0"0"-408"15,0 0-180-15,0 0 0 0,0 0 124 16,0 0 252-16,0 0-52 0,0 0-204 16,0 0-120-16,-4-3-172 0,4 3-36 0,0 0 56 15,0 0 152-15,0 0 132 16,0 0-4-16,0 0-36 0,0 0 0 0,0 0 52 16,0 0 128-16,0 0 144 0,0 0 0 15,0 0-24-15,0 0-16 0,0 0-52 16,0 0-168-16,0 0-64 0,0 0-16 15,0 0 4-15,0 0-16 0,0 0 28 16,0 0-4-16,0 0-8 0,0 0-68 16,0 0 40-16,0 0 12 0,0 0 0 0,0 0-12 15,0 0-44-15,0 0 4 16,0 0 52-16,0 0-52 0,0 0 104 0,0 0 52 16,0 0 64-16,0 0-60 0,0 0-32 15,0 0-24-15,0 0 12 0,0 0-36 16,0 0-16-16,0 0 28 0,0 0 76 15,0 0-24-15,0 0-52 0,0 0-96 0,0 0-8 16,0 0-8-16,0 0 0 0,0 0 8 16,0 0 61-16,0 0-9 15,0 0 12-15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8562 3607 7906,'7'0'0,"0"1"697,-3 3 1,-1-1-214,5 5 1,-5-4 447,1 5 1,2 3-363,-2 4 1,0 5-153,-4-4 1,0 6-263,0 2 1,-2 1 36,-2 7 0,-3-5-248,-5 5 0,-4-1 122,-1 1 0,-5-2-363,2-2 1,-4-4 141,0 0 1,-1-6-392,0-7 0,0 1 172,1-1 0,5-5 52,2-3 1,-1-7 157,2-1 1,3-7 17,5-1 0,1-2 34,-1-7 1,3 6-32,5-1 1,0-2-17,0 2 0,1-1 44,3 5 0,-1 3 154,5 1 0,0 5 136,5-1 94,-1 3 0,0 1 208,1 0 0,3 4-226,1 0 0,-1 6 55,-4-2 0,1 3-36,-1 1 1,1 2-245,-1 3 1,0-4 121,1 4 1,-1-3-852,0-2 1,1 4 32,-1 1 1,3-5-270,-3-4 1,4-5-1225,-8 1 1742,8 3 0,-2-7 420,2 0 0,-2-5 0,-1-8 0</inkml:trace>
  <inkml:trace contextRef="#ctx0" brushRef="#br0">9069 3804 7906,'0'-12'0,"0"4"1071,0 0-264,5-1-526,-3 3 1,-2 0-65,-8 6 1,-5 7-1,-3 5 0,-3 3 27,-6 10 1,0-2-28,0 10 0,1 0 0,-1 4 1,2 0 26,2 0 1,3-1-427,6-3 1,5 1 815,3-5 0,3-1-381,1-8 1,1 2-258,3-5 0,7-2-86,5-7 0,5 2-654,-4-6 1,3 0 364,-3-4 0,3-1-868,-3-4 0,3-1 476,-3-7 1,3 1-52,-3-1 1,-5 1 821,-4 0 0,-5-6 0,3 4 0,-6-4 0</inkml:trace>
  <inkml:trace contextRef="#ctx0" brushRef="#br0">8970 4113 7906,'-12'-12'0,"-1"1"127,1 3 1,4-2 103,0 6 0,3 0 738,-3 4-187,6 0-309,-4 0 1,7 1-145,4 3 1,-3-1-99,6 5 0,1-4-184,3 5 1,0-7 108,1 3 0,3-4-1105,1-1 1,1 0 552,-2 0 0,-2 0-1900,2 0 2296,3-6 0,-5-6 0,4-7 0</inkml:trace>
  <inkml:trace contextRef="#ctx0" brushRef="#br0">9254 3916 7906,'6'7'341,"-3"-2"634,5-5-467,0 0 1,6 0 262,2 0 0,1-1-680,7-3 0,-2 1 60,7-5 0,-1 1-1025,1-2 1,-2-2 548,6 3 1,-6 1-420,2-1 0,-4 4 744,-4-4 0,-4 0 0,-4-5 0</inkml:trace>
  <inkml:trace contextRef="#ctx0" brushRef="#br0">9539 3928 7906,'-13'12'0,"1"5"473,-1-1 1,1 2-43,0-1 0,-1 2 531,1 6 1,4-2-410,0-3 0,3 2-493,-3-5 1,5 3 23,-1-3 1,3 1-338,1-2 1,0-2 270,0 2 152,0-2 1,1-3-2498,3-3 1061,-2-2 1266,9-6 0,-10 0 0,5 0 0</inkml:trace>
  <inkml:trace contextRef="#ctx0" brushRef="#br0">9452 4224 9576,'6'-6'435,"-2"-5"-393,8 2 0,-2 3 108,6-3 0,-1 2-522,2-1 0,-2-3-8,5 3 0,0 1-284,0-1 0,-2 5 32,-6-1 1,1 3 631,-1 1 0,-5 0 0,-2 0 0,-5 0 0</inkml:trace>
  <inkml:trace contextRef="#ctx0" brushRef="#br0">9539 4262 7906,'-9'11'669,"1"-3"-11,5 3-121,-8-4 599,10 5-297,-5-5-460,6-2 1,2-5-95,2 0 0,3 0-63,5 0 0,1 0-670,-1 0 0,6-4 339,2 0 1,0-4-1154,0 4 1,-1-5 688,2 5 0,2-1 573,-2 1 0,2-3 0,2-5 0</inkml:trace>
  <inkml:trace contextRef="#ctx0" brushRef="#br0">10638 4064 7906,'7'7'0,"-1"0"645,-6-3 172,0-3-261,0 10 0,0-8-617,0 5 0,0-4 120,0 4-838,-6-5 523,5 8-1240,-10-4 1149,9 0 1,-5-2 346,3-5 0,3 0 0,-5 0 0</inkml:trace>
  <inkml:trace contextRef="#ctx0" brushRef="#br0">10688 3804 7906,'0'-8'273,"0"0"0,1 4-70,3-4 0,3 1-595,5-1 0,2-2 157,2 6 1,4-4 234,4 3 0,12-4 0,3 2 0</inkml:trace>
  <inkml:trace contextRef="#ctx0" brushRef="#br0">11120 3780 7906,'-5'12'0,"-2"0"696,-6 1 0,4-1-205,-4 1 0,4 0 551,-8 4 0,4-4-443,0 4 0,1-3-320,-1-2 1,7 0-253,1 1 1,4-5 89,1 0 0,1-1-162,4 1 0,3 3 97,8-3 0,2-1-159,3 2 1,2-3 64,-2 3 0,1 2-218,-2-3 0,2-1 157,-5 1 1,-1-4 121,-3 4 0,-1-1-104,0 1 111,-5 3-183,-1-4 1,-8 6 106,-2-1 1,-3-4-657,-5 0 1,-2-1 317,-2 2 1,2 0-898,-3-5 0,0 5 1285,0-5 0,-5 5 0,3-2 0</inkml:trace>
  <inkml:trace contextRef="#ctx0" brushRef="#br0">12121 3977 7906,'-4'-16'471,"0"-1"0,-5 1 295,5 4 0,-4 3-254,4 1 0,-6 5 176,2-1 0,-3 14-263,-1 6 1,-5 8 66,1 5 0,-5 1-152,5 3 1,1 1-162,6-5 0,0 0-113,5-5 1,-1 0-249,5-4 0,2-3-294,2-9 0,8-3 335,9-5 1,2-11-488,2-5 0,0-6 272,-1-3 1,1-3-35,0-1 1,-2-4 80,-2 4 0,-3 4 206,-6 5 1,0 5-20,1-2 1,-2 3 38,-3 2 371,-3 5 1,-5 3-160,0 8 0,0 7 343,0 6 1,0 5-196,0-2 1,-4 3 23,0 2 1,0-4-401,4-1 1,0-5-487,0 2 1,0-3-163,0-2 0,6-5 390,2-3 1,3-5-292,1-8 1,2 0 171,2-12 1,-1-4-151,6-3 1,-5-7 625,5 2 0,0-2 0,3-2 0</inkml:trace>
  <inkml:trace contextRef="#ctx0" brushRef="#br0">12553 3570 7906,'0'-17'802,"0"1"1,0-5-495,0 5 0,0 3-77,0 5 0,0 4 1999,0-4-1615,0 5 0,-4 3 184,0 8 1,-1 5-291,0 3 0,3 5-188,-7 8 1,5 2-292,-4 6 0,5 6 134,-1 2 0,-1-1-362,1 1 0,-2-4 235,2 5-1,3-1-1239,-3 4 1,-2-3-28,2-1 1,0-5-427,4 1 1,5-8 831,4-4 0,7-14 824,5-7 0,7-5 0,4-3 0</inkml:trace>
  <inkml:trace contextRef="#ctx0" brushRef="#br0">12899 3965 8593,'7'-7'2376,"-1"2"0,-8 5-1575,-2 0 0,-3 5-297,-5 3 0,-6 9-4,-3 3 1,-2 8-145,-2 1 0,1 0-278,-1-5 1,6 5-265,2 0 1,5-4-381,4-5 0,2-9 70,6 2 1,3-9 257,5 0 1,2-8-364,10-5 1,1-6 189,4-1 1,2-5 32,-2 5 0,2-1 139,-6 5 1,-2 1 83,2 3 1,-6 2 262,1 6-95,-2 0 0,-3 7 252,-3 6 1,-2 4-152,-6 8 1,-2 5 348,-2 3 1,-1 0-236,-4 4 0,-1-3 19,1 8 0,-2-8-18,-1-1 0,0 0-188,-1 4 0,1-6 166,0-2 0,-1-3-62,1-1 1,-1-6 139,1-2 0,0-3-116,-1-2 0,1-5-54,0-3 1,-2-3 24,-3-1 0,8-3-107,-3-5 1,2-1 135,-2-12 0,1 0-359,2-3 1,4-1-220,5 0 0,1 1-417,3-1 1,5 0-70,7 1 0,3-1 382,6 0 1,0 5-1968,-1-1 2480,7 0 0,6-9 0,7-1 0</inkml:trace>
  <inkml:trace contextRef="#ctx0" brushRef="#br0">14172 3965 7742,'-7'0'2740,"2"0"-1991,5 0 0,5 0-305,3 0 1,9 1-198,3 4 0,10-4-16,8 3 0,5-3-26,11-1 1,0 0-422,7 0 1,-6 0 81,7 0 0,-4-5-602,-1-3 1,-7-2 391,-9 2 0,-8-2-2495,-4 6 2075,-9 0 1,-10 4 763,-14 0 0,-14 11 0,-14 3 0</inkml:trace>
  <inkml:trace contextRef="#ctx0" brushRef="#br0">14332 4163 7742,'-31'12'-644,"2"0"483,8 1 0,5-5 1622,8 0-948,2 0 0,8 3 208,2-2 0,9-4-51,12-5 1,5 0-275,7 0 0,2-1-285,2-3 1,-1-3 59,5-6 1,-4 0-770,5-4 1,-2 4 433,1-4 1,-4-1-2309,-8 2 2418,-3-6 0,0 3 0,2-6 0</inkml:trace>
  <inkml:trace contextRef="#ctx0" brushRef="#br0">14308 3632 7742,'-30'12'1185,"-1"0"-738,-2 1 0,-1 4-409,5 4 1,-5 4 38,1 4 0,1 6 195,-1 6 0,-2 9 41,-2-5 0,4 5-127,12-9 0,3-1 85,6-8 0,5 1-29,3-8 0,4 1 64,4-9 1,4 3-46,9-3 0,2-1-27,6-3 0,5-1-34,3 0 1,3 5-77,1-1 0,4 1-86,0-5 0,2-1-219,-2-3 1,3-2-788,5-6 0,5 0 513,-1 0 1,1-7-1027,-5-6 1,6-6 166,3-10 1314,-28 12 0,0-3 0,1-1 0,-1-2 0,0-1 0,0-1 0,1 0 0,0 1 0,1-1 0,0 0 0</inkml:trace>
  <inkml:trace contextRef="#ctx0" brushRef="#br0">14851 3718 11464,'0'-7'508,"6"2"86,2 5 0,9 4-368,3 0 0,5 7-23,4 1 0,-2 5-227,6 3 1,-1 9 95,1 0 0,-4 2-289,-9 7 1,-3-4 183,-9 7 1,-3 2-419,-5-2 1,-9 0 199,-4-4 1,-7-1 86,-1-3 1,-6-2 31,-2-2 0,-1-4-21,1-1 1,3-3-578,-3-5 0,7-6 292,1 2 1,2-7-1360,-1-1 1797,-4-3 0,10-12 0,-3-3 0</inkml:trace>
  <inkml:trace contextRef="#ctx0" brushRef="#br0">16458 3743 7840,'8'0'1293,"0"0"-410,-5 0-438,8 0 0,-4 0-95,5 0 0,0 0-306,1 0 0,5-6 49,2-2 0,9-3-42,4-1 0,3-5-143,1 1 0,0 1 118,0 6 1,-4 0-301,0 5 0,-6 1 80,2 7 1,-8 8 47,-5 9 1,-4 9 74,-3 7 1,-4 6 154,-5 6 0,0 5-23,0-1 1,-4 6-104,0-1 0,-4 1-38,4-1 1,-5-10 95,5-11 1,0-10 454,4-6-125,0-6-435,0-3 196,0-6-859,0-6 141,0 0 0,-5 0-311,-4 0 0,0-2 222,1-2 0,-8 1 700,4-5 0,-3 0 0,3-4 0</inkml:trace>
  <inkml:trace contextRef="#ctx0" brushRef="#br0">16594 4150 7840,'-20'-4'732,"4"0"1,3-1-230,5 1-55,-3 2 197,10-3 0,-3 5-224,8 0 0,3 0-238,5 0 1,6 0 40,3 0 0,-2 0-685,1 0 1,0 4-48,0 0 0,2 4-347,-5-4 0,3 4 143,-3-3 1,-5 4 260,-4-1 0,-5-1 55,1 2 0,-2-1 133,-2 4 1,-6 0 394,-2 1 1,-9 1-184,-3 2 0,-4-4 666,0 1 1,-1-1-14,0-4 0,5 3 226,-1 2 0,6-7-132,-2-1 1,8 0-239,1-1 1,5 2-92,-1-2 1,8-3-158,4 3 1,4-2 215,5-2 0,6 0-102,6 0 1,1-6-528,-1-2 1,-1 1-345,5-1 1,0 4-754,4-4 1,0 5 1299,0-1 0,0-3 0,0 0 0</inkml:trace>
  <inkml:trace contextRef="#ctx0" brushRef="#br0">17520 3977 7840,'0'-6'2236,"0"0"0,2 2-1805,2 0 0,4 0-104,8 4 0,5 0-73,8 0 1,-2-2-31,6-2 0,2 1-726,6-5 1,3 0 385,5-4 1,-4-2-1294,1-3 0,-6-2 282,1-5 1,-8-1-841,-5 0 1913,-7 0 1,-9 1 0,-6-1-1</inkml:trace>
  <inkml:trace contextRef="#ctx0" brushRef="#br0">17977 3594 7840,'-12'-12'-348,"-4"0"555,-1-1 0,1 5 481,3 0 0,5 7-100,0 1 0,0 6-199,-5 11 0,1 2-129,-1 6 1,1 9-24,0 3 0,4 8-4,-1 1 1,7 2-24,-3 1 1,4 5-278,1-1 0,0 8 51,0-8 1,4 3-79,0-10 0,5-4-111,-5 0 1,4-4 85,-4-1 1,4-5-34,-4-4 0,0-3 25,-4-4 1,2 1 24,2-6 0,-3 1 52,3-5 1,-4-5 326,-4-3 1,2-3 133,-7-1 1,1 0-237,-4 0 0,-1-1-308,1-3 0,-4-2 85,-1-2 1,1-7-661,3 3 0,-3-5 358,-1 1 0,1-4-323,3-4 1,3-1 233,1 0 1,0 1-477,5-1 1,-1 2 914,5 2 0,6 3 0,1 0 0,5-1 0</inkml:trace>
  <inkml:trace contextRef="#ctx0" brushRef="#br0">18484 3767 7840,'4'-8'1134,"0"0"-567,0 5 605,-4-2 0,0 6-517,0 3 0,-5 9-124,-3 7 0,-3 8-172,-2 0 1,1 7-136,0-2 0,3 2-252,1 2 0,5 0 88,-1 1 0,3-1-244,1 0 1,5-2 203,4-2 1,2-4-506,1-8 0,4-8-100,1-4 1,5-7-449,-2 3 0,-2-10-160,-1-3 0,-4-4 154,0-5 1039,-6 4 0,4-11 0,-4 5 0</inkml:trace>
  <inkml:trace contextRef="#ctx0" brushRef="#br0">18435 4052 9032,'-7'-6'1869,"1"5"-1523,6-5 0,2 6 248,2 0 1,4-4-186,8 0 0,4-2-504,4 2 0,1 2 160,0-7 1,1 7-2747,3-3 2681,2-1 0,6-1 0,0-6 0</inkml:trace>
  <inkml:trace contextRef="#ctx0" brushRef="#br0">19028 3681 10120,'8'-7'793,"0"3"0,2 3-164,6 1 0,9 0-269,8 0 0,4 1-176,4 3 1,3-3-479,5 4 1,2-5 258,3-5 1,-8 3-907,4-7 1,-14 1 564,-4-4 1,-5 0-2922,-7-1 3297,-7 6 0,-19-4 0,-8 4 0</inkml:trace>
  <inkml:trace contextRef="#ctx0" brushRef="#br0">19374 3706 7840,'-7'5'0,"-4"1"410,2 2 1,3 3-151,-3-3 1,7 4 822,-2 5 0,-2 2-317,2 6 1,0 4-105,4-1 0,0 7-286,0-2 1,0 4-154,0 4 1,0-3-600,0 4 1,0-5 306,0-4 0,0-3-847,0-6 659,0-4-2310,5-8 1404,2-6 1,4-8 64,-3-2 1,-1-3 1097,-3-5 0,-2-6 0,3-1 0</inkml:trace>
  <inkml:trace contextRef="#ctx0" brushRef="#br0">19250 4052 8654,'0'-7'4075,"0"0"-3021,0 3-883,0 2 0,5-3 66,4 5 0,2-4-243,1 0 0,6-2 86,3 2 0,6 1-804,2-5 1,5 0-103,-1-5 1,3 2-688,1 3 0,-4-3-254,0 3 1767,-6-3 0,3-1 0,-5-1 0</inkml:trace>
  <inkml:trace contextRef="#ctx0" brushRef="#br0">19880 3804 9457,'8'-6'1848,"1"1"1,-5 3-1400,4-2 0,0 2-118,5-2 0,0-1-841,4 1 0,1-6 409,2 2 1,5 1-1009,0-1 1,-5-1 384,5-3 1,-4 4-218,-1 0 1,-2 1-706,-6-2 1646,1 4 0,-6 5 0,-13 0 0,-8 0 0</inkml:trace>
  <inkml:trace contextRef="#ctx0" brushRef="#br0">20065 3755 7840,'-12'19'0,"0"0"283,-1-2 1,2-3-108,3 2 1,-1-1-199,4 2 0,-4-2 799,1 5 0,1-3-281,-1 3 1,3 1 218,-3 4 0,4-1-274,-4 1 1,5 0 3,-1 0 1,-2-5-107,2 1 0,0-1-458,4 5 1,2-2-43,2-2 1,-2-3-143,7-6 0,-1 1-176,4-1 0,1-5 251,-1-3 0,2-4-970,2-4 1,3-3 437,6-5 1,1-6-264,3-3 0,-4-2 300,-1-2 723,1 0 0,-6 1 0,6-1 0</inkml:trace>
  <inkml:trace contextRef="#ctx0" brushRef="#br0">20251 3891 7840,'7'5'0,"-3"4"0,-3-2 602,-1 1 1,2-4 1032,2 4-300,-3 0 0,6 9-560,-3-1 1,-1 1-344,5-5 0,-1 0-355,1 1 0,3 1 11,-3 2 0,7-2-987,2 2 1,5-6 636,-2-2 0,4-5-1397,0 1 0,7-8 83,2-4 1576,2-9 0,-3-8 0,-2-6 0</inkml:trace>
  <inkml:trace contextRef="#ctx0" brushRef="#br0">20659 3817 7840,'-13'7'0,"1"2"270,-1-5 0,-3 6 455,0-2 0,-6 9 292,1 3 1,-6 5-469,-2 4 1,-6 2-16,2 6 1,3-1-169,1-3 1,5-3-962,3-5 1,3-6 344,6-2-613,5-4 176,2-6 0,10-1-750,3-6 0,10-7 1437,7-5 0,5-12 0,7-7 0</inkml:trace>
  <inkml:trace contextRef="#ctx0" brushRef="#br0">20745 3842 7840,'8'0'448,"0"0"1,-3 0-342,3 0 1,-4-2 1194,4-2 1,0 1-579,5-5 0,-1 5-533,1-1 1,0-1 32,4 1 0,-2-5-310,5 5 1,-3 0 8,3 4 0,-3-4-19,4 0 1,-5 0-154,5 4 1,-6 0 139,1 0 1,-3 5-56,-5 3 0,1 3 28,-4 2 0,-1-1 21,-4 1 0,0 4 54,0 4 0,0 1-170,0-1 1,0 2 135,0-3 0,-4 5 54,-1 4 0,-4-2 150,1 6 1,1-4-140,-2 4 1,1 0 200,-4 4 1,1-5-66,3-3 0,-3-5-392,2-3 0,3-2 135,-3-3 1,5-3-590,-4-1 1,4-4-526,-4-3 525,-1-4 0,-4 4 122,-4-5 618,3 0 0,-14 0 0,2 0 0</inkml:trace>
  <inkml:trace contextRef="#ctx0" brushRef="#br0">17298 4064 7721,'-13'0'1287,"1"0"-835,0 0 0,4 0-44,-1 0 14,7 0-288,-4 0 0,7 0 65,4 0 0,3-4-116,8 0 0,1-2-245,7 2 1,-2 1-402,7-5 0,-3 4-163,-1-4 0,-2 5 286,-2-1 1,-3 2-750,-6 2 1189,-5 0 0,-1 6 0,-6 1 0</inkml:trace>
  <inkml:trace contextRef="#ctx0" brushRef="#br0">17310 4187 7721,'-7'0'840,"2"0"-69,5 0 686,0 0-994,5 0 1,2-1-314,6-3 0,4-2-227,4-2 1,-2-7-250,2 3 0,3-5-1026,5 1 0,0-3 795,-4-6 0,0 0 557,-1 0 0,-4-5 0,-3-1 0</inkml:trace>
  <inkml:trace contextRef="#ctx0" brushRef="#br0">17496 3780 7721,'-9'4'285,"1"0"1,1 1 338,-1 0 1,-3 3-192,3 8 1,1 4 188,-1 4 1,-1 8-289,-3 5 1,0 1-141,-1 8 0,1-5-913,0 4 1,1-1 479,2 1 0,4-8-866,5-8 1,-4-3 564,0-1 1,0-10-699,4-3 1238,0-8 0,0-4 0,0-6 0</inkml:trace>
  <inkml:trace contextRef="#ctx0" brushRef="#br0">17063 3990 7721,'0'-8'0,"0"-1"0,4 5 366,0-4 0,6 1 280,-2-1 1,-1-3-230,1 3 0,0 1-304,5-1 0,-1 5 39,1-1 0,-1 2-134,0 2 0,1 2 66,-1 2 0,-5 3-109,-3 5 0,1 6 72,0 2 1,-1 4-139,-4 0 1,-6 1-25,-2 0 1,-3 0 61,-1-1 1,-1-3-13,1-1 1,4-4 85,-1 0 1,1-4-110,-4-3 1,-1 0 7,1-5-25,0 0 0,1-9 85,3-3 1,-2-3-515,6-2 1,0-4-539,4-4 1,1-6 582,3-2 1,0 0 488,9 4 0,-4 0 0,9 1 0</inkml:trace>
  <inkml:trace contextRef="#ctx0" brushRef="#br0">22635 4039 7721,'0'-12'783,"0"-1"-588,0 1 1,0 4 403,0 0 0,0 4 209,0-5-66,0 7-546,0-4 0,-4 12-161,0 2 1,-5 4 80,0 5 1,-2 0 78,-1 4 0,0 2-363,-1-2 0,5 1 169,0-1 1,5 2-335,-1-3 0,3 0 145,1 0 1,1-5-55,3 2 1,4 1 128,9-2 0,-2 1 117,5-5 0,-3 4 126,4 1 0,-2-1-68,1-3 0,-2-1 263,-5 0-245,-1 1 1,-5-1 276,-3 0 1,-3-3-97,-1-1 0,-1-4-372,-3 4 1,-3-5-821,-5 1 0,-1-2 0,1-2-1787,-1 0 1725,1 0 993,5 0 0,2-11 0,5-3 0</inkml:trace>
  <inkml:trace contextRef="#ctx0" brushRef="#br0">22784 4323 7721,'0'9'765,"0"-1"0,0-4 49,0 4 1,-2-4 248,-2 4-588,3 1 0,-6 2 181,3-3-1158,2 3 103,-3-4 1,10 0-307,4-3 0,3-4-891,5-4 0,7-9 866,9-7 1,4-5 729,4-4 0,3-2 0,6-6 0</inkml:trace>
  <inkml:trace contextRef="#ctx0" brushRef="#br0">23377 3879 7721,'5'-13'565,"-2"2"1155,5 3-719,-5 3-285,2 5 0,-5 5-269,0 3 0,-4 10 588,0 7-736,-5 5 0,3 7 0,-2 1-52,4 4 1,-2-3-179,2 7 1,0-5-101,4 4 1,6-4-659,2 5 1,-1-8 305,1-1-371,0-11 0,4-8-1209,1-6-698,-1-5 2661,-5-7 0,-7-12 0,-7-7 0</inkml:trace>
  <inkml:trace contextRef="#ctx0" brushRef="#br0">23056 4138 7721,'-13'-5'2084,"1"3"-1224,5-9 1,1 8 47,6-5 1,7 5-384,6-1 0,9-1-176,6 1 0,8-5-415,1 5 1,0-4 90,4 4 1,2-1-1425,-2 0 0,5 4 865,-5-3 0,5 4 534,0 4 0,2 3 0,1 5 0</inkml:trace>
  <inkml:trace contextRef="#ctx0" brushRef="#br0">24588 4113 7744,'-9'0'0,"1"0"0,4 0 2281,-4 0-987,5 0-285,-2 0 0,10 4-478,3 1 0,9-1-151,3-4 0,9 0-350,4 0 1,3-2-377,1-2 1,5-3-1221,4-5 1,-2-2 930,1-2 0,-1 1-406,1-6 1,-4 2-75,-8-2 983,-2-2 0,-7-2 1,1-6-1</inkml:trace>
  <inkml:trace contextRef="#ctx0" brushRef="#br0">25057 3780 7744,'-12'-13'0,"-1"2"472,1 3 1,1 1 251,3 3-305,-3 3 0,4 1-122,-5 8 1,-1 4 23,1 5 1,4 2 106,-1 6 1,1 5-131,-4 3 0,0 4-182,-1 4 0,2 0 97,3 9 1,-2-2-623,6 9 1,-4-3 418,4 4 0,-2-6-140,2 1 1,3-3 92,-3-5 1,2-2-262,2-6 1,0 0 19,0 0 1,0-6 18,0-2 0,0-4 340,0-5 1,4 2-129,1-5 179,-1-1 1,-6-7 167,-2-1 1,1-5-167,-5 1 1,4-3-55,-4-1 0,0-4 211,-5 0 1,4-10-229,-4 2 1,4-5-352,-8 1 1,4-3-733,0-6 0,1-1 501,-1-3 0,2 3-599,3-3 0,3 3 628,5 1 1,1 1 489,3-1 0,3 0 0,5 0 0</inkml:trace>
  <inkml:trace contextRef="#ctx0" brushRef="#br0">25329 3953 8389,'0'-7'2586,"-1"1"-2274,-4 6 1,3 2-13,-7 2 1,3 4-75,-3 9 0,-2 3 167,3 9 0,1 3-77,-1 5 0,5 0-195,-1 0 1,3 4-603,1 0 0,0-1 375,0-7 0,7 0-249,5-9 1,2 3 178,6-11 1,1-5-847,4-7 0,5-4 388,3-4 1,1-8 633,-1-9 0,3-13 0,-5-5 0</inkml:trace>
  <inkml:trace contextRef="#ctx0" brushRef="#br0">25823 3780 7744,'0'7'3129,"0"-2"-2632,0 1 1,0 2 299,0 8 0,0 4-327,0 4 0,4 11 6,0 2 0,1 9-117,-5 4 1,0 3-318,0 5 0,-6 1-42,-2-6 0,-5-3-406,-3-5 0,1-11 190,-6-1 0,5-11-180,-5-5 1,5-9-277,-5-4 1,5-4 280,-5-4 0,5-4-6,-5-9 0,6-2 65,-2-6 1,5 1 118,4-1 1,-2-1-2,6-3 1,0 3-123,4-3 0,1 3 150,3 1 0,-1 6 138,5 3 1,1 6 318,3 2 0,0 5-207,1-1 1,3 10 779,1 6 1,3 4-441,-3 5 0,5 2 339,-2-2 0,4-2-229,0 2 1,1-5-18,0 5 0,0-6-652,-1 1 0,5-3-714,0-5 0,1-3-1123,-1-5 0,-3-5 1992,3-3 0,-3-9 0,-1-2 0</inkml:trace>
  <inkml:trace contextRef="#ctx0" brushRef="#br0">26144 4014 7744,'0'7'966,"0"4"566,0-2 0,5-3-696,-1 3 1,4 3-139,-4 4 1,6 6-227,-2-1 0,3 6-135,1 2 1,-1 6-310,-3-2 1,2-2 114,-6 2 0,0-4-362,-4 4 1,-1-6 196,-3 2 1,-3-3-963,-5-1 0,-1-6 472,1-2 0,-1-5-2910,1-4 1923,0-2 1499,-1-6 0,-4-11 0,-3-3 0</inkml:trace>
  <inkml:trace contextRef="#ctx0" brushRef="#br0">26700 4187 7745,'0'-6'2710,"2"-4"-2696,2 6 1,4-2 5,9 2 1,2 3 800,6-3 1,5-2-609,3 2 0,7-1-296,1 1 1,0 2-1343,-4-2 1,-5-1 137,-4 0 1287,-7 1 0,-9 10 0,-6 1 0</inkml:trace>
  <inkml:trace contextRef="#ctx0" brushRef="#br0">26799 4348 7745,'-11'1'434,"3"3"0,1-1 308,3 5 1166,3-5-1379,-5 8 0,12-9-133,2 2 0,8-3-329,5-1 1,4 0 6,4 0 0,3-5-1127,10-4 1,-1-2 686,8-1 0,2-6-3449,7-2 3815,2 2 0,-4-11 0,6 3 0</inkml:trace>
  <inkml:trace contextRef="#ctx0" brushRef="#br0">27528 4150 7745,'-1'11'663,"-3"-2"1,-2 2-207,-2-3 1,-4 4 711,-1 5 1,1 6-568,-5 6 1,5 1-11,4-1 0,2-3-483,6 3 1,0-5 29,0-3 0,7 0 12,6-9 1,4-2 74,8-10 0,4 0-371,0 0 0,7-11 173,1-6 0,0-5-453,4-3 0,-4-3 131,-4-1 0,0 0 81,-8 4 1,-1 1 239,-11-1 0,0 4-42,-9 1 1,-1 3 161,-7-3 1,-4 4-118,-9 0 1,-2 2-148,-6 2 0,1 5 145,-1 3 1,-1 3-307,-3 1 0,3 1-158,-3 3 0,-1 4-200,1 9 0,-1-2-530,1 5 1,3 1 554,-3 4 0,3-1-629,1 1 1240,1 0 0,-7 5 0,0 2 0</inkml:trace>
  <inkml:trace contextRef="#ctx0" brushRef="#br0">22475 8610 7745,'-13'5'-736,"1"-4"1535,0 5 0,5-7 545,3-4-24,2 4-423,2-10-573,0 10 0,6-9-139,2 6 0,-1 0 29,1 4 0,0-1-62,5-4 1,1 4 48,2-3 0,-2 3-50,2 1 0,3 0 23,2 0 0,-2 0-108,2 0 0,-1 0-63,5 0 0,1 0 46,3 0 0,3 0-91,5 0 1,1 0 97,3 0 1,-1-5-147,5 1 1,1 0 92,3 4 1,-4 0-56,1 0 0,-1 0 39,4 0 0,-5 4-132,-2 0 1,0 2-2,-1-2 0,5-1-19,-5 5 0,0-4-54,-4 4 0,2-5 88,2 1 1,-3 2-60,3-2 0,-2 0 59,-2-4 0,-4 1 78,0 3 1,-2-2-54,2 2 0,-3-1 53,-5 1 0,0-3-14,0 3 1,-2-2 121,-2-2 1,2 0 32,-3 0 1,4 0-88,1 0 0,-1 0 79,1 0 0,0 0-56,-1 0 1,-3 0-23,0 0 0,-1 0 14,5 0 1,-6 0 161,-2 0 0,-4 0 173,0 0-273,-1 0 1,0 0 32,1 0 0,-5 0 30,0 0-111,0 0 108,5 0-12,-1 0-3,0 0-8,1 0-27,-6 0 1,0 0 82,-3 0-249,-3 0 209,5 0 94,-6 0 495,0 0-274,0-6-233,0 5 0,0-6 101,0 3-74,0 2-99,0-9 24,0 5 0,0-7-237,0 1 0,0 4 53,0-1 1,-2 1-89,-2-4 1,3-2 19,-3-2 1,2 1-69,2-6 0,0 0-37,0-3 0,0-1 7,0 0 1,0-4-54,0 1 1,4-3 107,0 3 1,1 0-47,-5-5 0,0 6 61,0-2 0,1-3-101,3-1 0,-3 3 51,4 1 1,-4 2 40,-1-2 1,4 3 183,0-3 1,0 5-112,-4 3 1,0-1 220,0 6 0,0-2-77,0 1 0,0 3 26,0-2 0,0 6-40,0 2 1,0 0 163,0-4-113,0-1-27,0 1 78,-5 0-131,3-1 1,-4 5 131,1 0-94,4 5-44,-4-8 0,3 10 72,-2-4 21,3-1-75,-5 4 0,2-5-158,0 3-40,0 3 123,4-5-210,0 6-90,0 0 325,-6-5 12,5 4-36,-5-5 0,5 6-335,-3 0 206,3 0-66,-10 0 0,4 0 89,-6 0 1,1-4-65,0 0 0,-1 0 21,1 4 1,-6 0 2,-2 0 0,-4 0-76,0 0 1,-8 0 99,-5 0 1,-2 0 87,-6 0 1,-6-4-81,-6-1 1,0 0-292,0 1 1,-1 2 278,-4-2 0,1-1-176,-1 1 1,1 0 106,4 4 0,-8 0 89,3 0 1,-5 0-92,5 0 1,-2 0 37,6 0 0,-2 0 183,-2 0 1,11 0-74,6 0 1,11 0 91,5 0 0,4 0-33,4 0 0,4 0 27,4 0-53,1 0 0,4 0 164,-1 0-87,1 0 1,-4 0 183,-1 0 0,1 0-256,0 0 1,-5 0-24,1 0 0,-6 0 37,1 0 1,-2 0-9,-2 0 1,5 0 33,-1 0 0,6 0-46,-2 0 1,4 0 194,0 0 0,5 0-47,0 0-92,5 0 161,-2 0 1,3 0-87,-2 0 1,1 0-93,-5 0 0,4 4 59,-4 0 1,0 1-146,-5-1 1,-1-1 88,-2 5 1,1-3-8,-6 3 1,6-1 67,-1 1 1,1 2-63,-2-6 0,3 4 62,-2-4 1,6 1-16,2 0-23,0-4 0,0 9 8,-1-6 0,7 1 61,-3-1-46,-1-2 1,3 7-7,-5-5 0,4 1 78,-5-5 0,5 1-27,-4 3 255,5-3-251,-8 5 1,8-6 390,-5 0-108,5 0-134,-2 0-66,5 0-294,0 0 33,0 5 92,0-3 15,0 9 1,4-4-19,0 5 1,0 0 57,-4 1 1,0 4-42,0 4 0,4 2-30,1 2 1,-1 5-97,-4 3 1,0 4 83,0 4 1,0 3-148,0 6 1,0-2 44,0-3 0,0 2-49,0-6 1,0 4 63,0-4 1,0-1 48,0-7 0,0 2-63,0-7 1,0 0 11,0-8 0,0-2-59,0-5 0,0-1-9,0 0-326,5 1 345,2-1 0,5-4-389,1 0 1,-1-5 173,0 1 0,1-2-440,-1-2 0,2 4 30,2 0 769,-7 0 0,7-4 0,-9 0 0</inkml:trace>
  <inkml:trace contextRef="#ctx0" brushRef="#br1">2805 11970 11987,'0'-7'1724,"5"1"-1454,3 6 0,5 2-130,3 2 0,-1-2 115,6 7 1,0-7-357,3 3 0,5-4-152,0-1 0,5 0-227,-1 0 0,-1 0-823,1 0 0,-6 0 608,2 0 1,-7 0-1828,-1 0 2522,-6-6 0,3 0 0,-6-7 0</inkml:trace>
  <inkml:trace contextRef="#ctx0" brushRef="#br1">3015 12019 8004,'-13'8'138,"1"0"0,0 2 305,-1 6 0,6-2-14,3 3 1,3-2-67,1 1 0,0 5 214,0 8 0,0-3-148,0 3 0,1 2-397,3 2 1,-2 4 139,2 4 0,-3-6-551,-1 2 0,0-4 202,0 0 0,4-3-108,1-6 0,-1-4-644,-4-4 0,4-6-185,0-2-796,0-5 1910,2 2 0,0-5 0,7-11 0,-1-2 0</inkml:trace>
  <inkml:trace contextRef="#ctx0" brushRef="#br1">3002 12377 8743,'6'-7'568,"-3"2"-19,5 5 1,-4-2-153,4-2 0,2 3-324,6-3 1,-2 2-583,3 2 0,0-1 433,0-3 0,3 3-556,-3-4 1,-2 5 210,-7 5 421,3-4 0,-9 15 0,3-2 0</inkml:trace>
  <inkml:trace contextRef="#ctx0" brushRef="#br1">3015 12587 8004,'-8'0'0,"-1"0"476,7 0 1,-4-1 801,6-3-602,0 2 0,1-3-127,4 5 0,1 0-131,7 0 1,-1 0-276,0 0 0,2 0 98,3 0 0,-2 0-181,5 0 0,-5 0 106,2 0 1,-2 0-726,2 0 1,-2 0-192,5 0 1,-5 0-636,2 0 1,-3 0-752,-2 0 2136,0 0 0,6 5 0,1 2 0</inkml:trace>
  <inkml:trace contextRef="#ctx0" brushRef="#br1">1853 12352 8004,'-8'0'-1986,"0"0"3214,0 0-722,-5-5 0,1 2-19,0-5 1,3 4-76,1-4 0,0 5-151,-5-1 0,1-2 98,0 2 0,-1 0-60,1 4 1,-4 0-182,-1 0 0,1 1 109,3 4 0,1 1-19,0 7 0,-1 5 19,1 2 0,4 4-92,-1 0 0,7 6 0,-2 3 0,2 3-216,2 1 0,0-4 30,0 0 1,6-7 138,2-1 1,-1-6-45,1-7 1,0-5 34,5-3 1,-1-2-7,0-2 0,1-7-2,-1-6 0,0-2-608,1-9 0,0 0 120,4-9 1,-3 5-51,2-5 0,2 0 101,-2-4 1,2-2 128,-1-2 0,-4 3 133,4-4 0,-7-2-156,-2-1 0,-4-4 277,4-5 0,-5 3-236,1-2 1,-3-2 321,-1 2 0,0-1 19,0 5 0,0 9 94,0 3 1,0 13 387,0 4 0,0 9 22,0 3-312,0 5 1,0-1-15,0 8 0,0 3-222,0 5 1,0 0 281,0 1 0,0 5-374,0 2 0,0 5 18,0 4 1,0 2-161,0 6 0,-1 6-284,-3 2 0,1 9 242,-5 3 1,4 4-393,-4 1 0,3-2 332,-3-2 0,4 1 132,-4-6 1,5-5-32,-1-7 0,3-13 48,1-8-134,0-5 1,1-8 66,3-3 1,-1-4-723,5-4 0,0-3 364,5-5 0,-1 0 243,0-1 291,1-4 0,5-3 0,1-4 0</inkml:trace>
  <inkml:trace contextRef="#ctx0" brushRef="#br1">2014 12365 8004,'0'12'-993,"0"1"0,0-1 1881,0 0 0,0-4-246,0 1 1,-4-1 248,0 4 1,0 1-354,4-1 0,-2 0-151,-2 1 0,3-1-308,-3 0-274,2 1 1,2-1-2346,0 0 2059,0 1 0,0-5 481,0 0 0,6-5 0,1 3 0</inkml:trace>
  <inkml:trace contextRef="#ctx0" brushRef="#br1">2039 12155 8004,'0'-18'-275,"0"4"184,0-2 933,0 2 1,0 6-280,0 0 0,1 5-377,3-1 1,-1 2-878,5 2-368,0 0 0,5 4 258,-1 1 0,-4 4 801,1-1 0,-7 9 0,4 2 0</inkml:trace>
  <inkml:trace contextRef="#ctx0" brushRef="#br1">2113 12303 8004,'0'30'-1411,"0"-8"1809,0 3 0,0-9 27,0 1 1,0-3 197,0-2 1,0 0-190,0 1 0,0-5 72,0 0 0,0-4 293,0 4-716,0-5 96,0 8 1,1-9-339,3 2 0,2-4-12,2-4 0,3 1-207,-3-5 1,3-1-8,2-3 0,-1 4 141,0 0 0,-3 3 29,-1-3 0,0 5 105,4-1 0,-3-1 332,-1 1-173,-5 0 284,8 4 1,-10 1 26,3 3 1,-3-1 160,-1 5-349,0 0 60,0 5-635,0-1 199,0 0 20,0-5 91,0-1 0,2-6-207,2 0 0,-1 0-107,5 0 330,0-6 0,4 3 235,1-5 0,-5 5-81,0-1 1,-4 3 143,5 1 1,-5 0 114,4 0-221,-5 5 0,2 2-20,-5 6 1,4-1-504,1 0 0,-1 1-1097,-4-1 0,0 0 210,0 1 1295,0-1 0,0 1 0,0-1 0</inkml:trace>
  <inkml:trace contextRef="#ctx0" brushRef="#br1">2360 12674 8004,'5'6'0,"-2"0"750,5-6 1,-3 0-234,3 0 0,-4 4 302,4 0 0,-4 0-340,4-4 1,1 0-624,3 0 1,0 0-1,1 0 1,-1-4-844,0 0 0,5-4 409,-1 4 0,1-2-733,-5 2 1311,1 3 0,-1-10 0,0 4 0</inkml:trace>
  <inkml:trace contextRef="#ctx0" brushRef="#br1">2459 12711 6585,'-6'12'-567,"1"0"1185,-3 1 0,1-1-82,3 0 0,2-2 276,-2 2 0,-1-2-330,0 6 1,1 4 618,4 0 1,0-1-497,0 2 1,0 0-457,0 3 0,0-3-276,0 0 1,0-5-1047,0 5-1004,0-6 1307,0 3-1346,0-12 2216,0 0 0,6-17 0,1-3 0</inkml:trace>
  <inkml:trace contextRef="#ctx0" brushRef="#br1">2422 12834 8004,'0'7'107,"0"4"1237,0-10 1,0 6 1103,0-3-1841,0-2 0,5 3-480,3-5 1,5 0 80,3 0 1,2-4-1034,3 0 1,2-6 578,-2 2 0,-2 1-417,1-1 0,1 1 663,4-1 0,-6-8 0,-1 2 0</inkml:trace>
  <inkml:trace contextRef="#ctx0" brushRef="#br1">4312 12118 8004,'18'-19'202,"-6"2"0,1 3 39,-5 2 0,-1 0 697,1-1-211,-5 1 687,2 0-466,-5 5-806,0 1 1,-5 6-60,-3 0 1,-5 6-128,-3 2 0,1 4 0,-6 5 1,5-3 156,-5 2 0,4 2-93,-3-2 0,1 1-31,-2-5 0,-1 0-74,6 1 1,-5-1 39,5 1 1,-1-1 30,5 0 1,-1 1-31,1-1 0,0-4 82,-1 0 1,6-3-82,3 3 0,3 0 67,1 4 0,5 1 131,4-1 1,3 0-135,4 1 0,4 3 151,4 1 1,1 3-130,0-3 1,0 3-151,-1-3 1,1-1-75,0-3 1,-5 3-216,1 1 0,-6-5-414,1-4 1,2-1 343,-1 1 0,-1 2 105,-3-6 1,3 0-28,1-4 388,-1 0 0,2 0 0,1 0 0</inkml:trace>
  <inkml:trace contextRef="#ctx0" brushRef="#br1">5251 12241 8004,'12'6'750,"-3"-5"-426,-1 3 0,-1-1 146,1 1 1,2-1-98,-6 5 0,0-4 673,-4 4-659,0 1 1,-6 3-201,-2 0 0,-4 1-11,-5-1 0,2 0-147,-5 1 1,-1-1-227,-4 1 1,1-3 259,-1-1 1,0 0-287,1-5 0,-1 5 140,0-5 1,0 0-191,1-4 0,3-6 103,0-2 0,6-3-110,-1-1 0,2-5-44,2 1 1,5-1 102,3 5 0,2 0-13,2-1 1,5 1 93,-1 0 1,9 5 149,0 3 1,7 2-127,1 2 0,2 0 302,2 0 1,4 6-85,0 2 0,1 3 235,-1 1 1,-2 1-94,6-1 0,-5 0-7,0 1 1,-2-5 35,-1 0 1,0-4-81,0 5 0,-1-7 161,1 2 1,0-8-36,-1-4 1,1-3-384,0-1 0,-6-2 76,-2-2 0,-4 2-121,0-3 1,-5 0-71,0 0 110,-5 1 0,-4 5-30,-12 2 0,-5 0 36,-6 5 0,-2 0-130,-3 4 1,-3 0 82,-5 0 1,-1 0-301,-4 0 0,3 0 150,-7 0 0,5 5-958,-4 3 0,5 9 3,-1 3 1215,2-2 0,8 11 0,1-3 0</inkml:trace>
  <inkml:trace contextRef="#ctx0" brushRef="#br1">6833 12217 8004,'-7'-6'0,"0"5"482,3-3 173,2-3 0,-4 5 886,1-2-1073,4 3 1,-3 1 15,8 0 0,4 4-126,9 0 1,2 6-132,6-2 0,4 3 14,-1 1 0,7-3-52,-2-1 0,2-4-43,2 4 0,0-5-107,1 1 1,-6-3-1076,1-1 0,-5 0 530,1 0 1,-5-4-1430,-3 0 1,-7 0 152,-6 4 1782,-5 0 0,-9-6 0,-7 0 0</inkml:trace>
  <inkml:trace contextRef="#ctx0" brushRef="#br1">6882 12352 8004,'-7'6'496,"2"-5"0,5 6 405,0-3-83,0-2 0,2 7-182,7-5 1,0 2 8,12-2 0,5-1-502,7 5 1,-2-5 83,2 1 0,5-3-384,3-1 0,0 0 177,-4 0 1,0-1-959,0-3 1,-1-3 492,-3-5 1,0-2 444,-9-3 0,4 4 0,-9-5 0</inkml:trace>
  <inkml:trace contextRef="#ctx0" brushRef="#br1">7277 12044 8004,'-5'-20'607,"-1"7"-96,-2 4 524,3 1-634,5 1 1,5 3 325,3 8 1,8 3-265,0 6 0,5-1-42,-5 0 1,6 5-118,-1-1 1,-2 6-194,1-1 0,-3-2-89,4 2 1,-6-1-227,1 5 0,2 4-300,-2 0 0,-5-1 318,-6-3 0,0 0-251,-1-1 1,-1 5 160,-7 0 1,-4 0 195,-9-4 1,2-1-8,-6 1 1,1 0 13,-5-1 1,0-4-163,1-4 0,-1-2 108,0-2 0,6-5-922,3-3 1,2-2 53,1-2 995,7 0 0,-5 0 0,4 0 0</inkml:trace>
  <inkml:trace contextRef="#ctx0" brushRef="#br1">8711 12031 8302,'0'-7'3676,"7"3"-3099,5 8 0,10 2-201,7 2 1,6 3-107,2-3 1,5 2-216,3-2 0,-1-1 97,-3-3 0,-2-2-702,2 2 0,-4-4-228,-4-4 1,-3 1-1979,-5-5 633,-6 5 2123,-7-3 0,-12 1 0,-7-2 0</inkml:trace>
  <inkml:trace contextRef="#ctx0" brushRef="#br1">8970 12105 7741,'-8'13'623,"0"-1"1,5 5-181,-1-1 1,-2 7 389,2 2 0,-4 1-327,4 7 1,-6 1-269,2 8 1,-2-5-350,2 0 1,1-2-378,3-6 0,3-1-656,-3-8 1,2-2 271,2-6-663,6-5 1535,1-1 0,5-12 0,0-1 0</inkml:trace>
  <inkml:trace contextRef="#ctx0" brushRef="#br1">8908 12402 6502,'13'-12'2004,"-1"3"-1246,0 1 0,2 4 81,3-4 1,-4 5-338,4-1 1,2 2-647,2 2 1,-2 0-336,1 0 0,-4 0-484,0 0 0,-2 5-37,-2-1 1,-1 5 999,-3 0 0,-8 2 0,-7 1 0</inkml:trace>
  <inkml:trace contextRef="#ctx0" brushRef="#br1">8896 12624 7741,'1'-7'365,"4"3"0,-3-1-51,6 1 0,1-5 403,3 5 0,5-4-233,-1 4 0,10-6-91,-1 2 1,8-3-413,0-1 1,7 1-355,1 3 0,4-3-1292,-4 2 0,5 4 1665,-5 1 0,11-3 0,-1 0 0</inkml:trace>
  <inkml:trace contextRef="#ctx0" brushRef="#br1">10317 12328 8859,'7'0'1925,"-2"2"-1507,-5 7 1,0 0-107,0 12 0,0 1-438,0 7 1,0-3 156,0 3 0,0-3-663,0-2 1,0-3 285,0 0-2422,0-6 2768,0 3 0,-5-12 0,-2 0 0</inkml:trace>
  <inkml:trace contextRef="#ctx0" brushRef="#br1">10181 12142 7741,'12'-6'527,"1"-5"0,-1 5-138,0-2 0,1 2-400,-1 6 0,0 0 47,1 0 0,5 2-829,2 2 1,4 3 179,0 5 613,7 0 0,-5 1 0,4-1 0</inkml:trace>
  <inkml:trace contextRef="#ctx0" brushRef="#br1">10811 12291 7741,'0'-13'385,"4"1"-184,0 0 0,0-1 414,-4 1-164,0 0 27,0-1 0,-5 6-99,-3 3 0,-3 3-332,-2 1 1,1 5 49,0 4 1,-5 2-30,1 1 1,-1 6-74,5 2 0,0 0 42,-1 0 0,2-1-314,3 2 0,3 1 174,5-6 0,0 5-84,0-5 0,5 1 41,3-5 0,5 5-41,3-1 1,-1-1 185,6-6 1,-2 2-77,2-3 1,-2-1 586,-3 1-347,-2-5 1,2 3 345,-7-1-296,2-4 0,-10 6-241,3-3 0,-8-3 137,-4 3 1,-3-1-148,-2 1 0,-3-2-120,0 2 0,-1-3-244,5-1 1,-5 4-542,1 0 1,-1 1 420,5-5 1,-5 1 521,1 3 0,-6-3 0,3 5 0</inkml:trace>
  <inkml:trace contextRef="#ctx0" brushRef="#br1">12146 12352 8690,'-13'-17'475,"2"2"-428,3-6 0,-3 6-47,3-2 0,-5 4 766,-3 0 1,2 2-271,-2 3 0,1 3-348,-2 5 0,3 6 78,-2 7 0,2 5 114,2 6 1,-1 2-27,1 3 0,4 3-88,0 5 0,5-1-340,-1-4 1,-2-3 169,2-8 0,0-3-111,4-6 1,6-1 73,2-3 0,4-5-258,5-11 0,2-6 143,6-11 0,1-1-377,2-3 1,-3-1 147,0-3 0,0-1 97,-5 5 0,-2 2 157,-1 6-170,-4-2 494,-6 9-198,-1 2 0,-6 13 157,0 11 1,0 6-44,0 7 0,-2 4 331,-2 0 0,3 0-12,-3-5 1,2 5-143,2 0 0,0-2-791,0-6 0,0 1 302,0-6 1,0 1-2075,0-5 1670,0-5 0,2-1-471,2-6 0,1-6 1018,3-2 0,3-9 0,-4-2 0</inkml:trace>
  <inkml:trace contextRef="#ctx0" brushRef="#br1">12331 12266 7741,'0'7'1373,"0"0"-518,0-3 0,0-1-356,0 5 0,0 0 228,0 4 0,0 2-268,0 3 0,-4-2-543,0 5 1,0-5 118,4 2 1,0 1-445,0-2 0,0 1 204,0-5 1,0 0-192,0 1-648,0-6 661,5-2 0,2-10 91,5-4 0,5-2-55,-1-1 1,1 0 459,-5-1 1,0 2-92,1 3 0,-1-2 406,0 6 1,1 0-78,-1 4 1,-4 0 73,1 0 1,-5 6-75,4 2 0,-5 3-92,1 1 0,-3 1-275,-1-1 0,0 4 107,0 1 1,0 4-1021,0-5 1,0 2 494,0-2 1,4-2-2225,0 2 2658,6 4 0,2-7 0,8 5 0</inkml:trace>
  <inkml:trace contextRef="#ctx0" brushRef="#br1">13616 12501 7741,'-6'-20'0,"1"-1"119,-3 4 1,-3-5 266,2 1 1,3 2 161,-3-1 0,1 5-167,-4-2 1,-1 5-48,1 4 0,0-2-80,-1 6 0,1 1 59,0 7 0,-1 9-63,1 7 1,0 5 61,-1 4 1,5 2-143,0 6 1,5-4 24,-1 0 1,2-1-286,2 1 0,0-9 116,0-7 1,0-3-157,0-2 0,6-5 74,2-3 1,5-5-252,3-8 1,3-4 181,6-12 1,4-5-249,0-3 0,-2 3 123,-6 1 1,1 3 68,-6 1 1,5 6 163,-5 2 0,-3 9-94,-5 4 1,-6 5 286,3 7 1,-4 6-87,-1 11 1,-4 0 27,0-1 0,-4 1-49,3 0 1,1-5-703,4 1 1,0-10-668,0 1 342,0-8 0,6 0 301,2-8 1,7-8 656,2-9 0,5-7 0,-3-4 0</inkml:trace>
  <inkml:trace contextRef="#ctx0" brushRef="#br1">14036 11784 7741,'0'-7'610,"5"-4"0,-3 9 791,2-7-487,-3 7-102,-1-4 0,-5 13-207,-3 5 1,-1 8-17,-3 8 0,5 5-525,-9 9 0,5 7 90,-6 9 0,2 5-524,7-28 0,0 0 1,-6 33 374,5-31 1,1 0-1,3 0 1,1-2-1143,-4 27 0,5-3 548,-1-10 0,8-12-923,4-8 0,9-14 576,3-11 1,9-8-105,4-4 1040,3-14 0,-2-3 0,3-8 0,3 3 0</inkml:trace>
  <inkml:trace contextRef="#ctx0" brushRef="#br1">14320 12278 7741,'-4'9'307,"0"-1"1,-6 0 456,2 4 0,-4 5 431,-5-1 1,-2 8-563,-6 0 0,-4 2-162,1 7 0,0-7-144,8-1 0,2-1-369,5-8 0,7-4 163,1-3-338,4-7 0,8 2 45,5-8 0,2-7-155,7-5 1,-1-6-420,5 1 0,-2 3 299,-2 2 1,2 2 102,-2 2 1,-3 1 95,-2 3 0,-2 2 258,-2 6 1,0 6-50,1 2 1,-2 8 104,-3 5 1,-1 9 29,-3 7 0,-3 2 75,4 6 0,-4 0 118,-1 5 1,-1-1-73,-4 0 1,-3 1 82,-8-1 1,1 1-225,-6-1 1,0-1 82,-3-3 0,-5 1-33,0-9 1,0-4 284,4-13 1,2-7-114,3-9 1,-2-4-242,5-4 0,1-5 57,3-7 0,2-9 70,3-8 0,-2-2-513,6-2 1,0-5 201,4 1 0,6 0-390,2 4 1,4-4 243,5 0 0,2 4-691,6 4 1,1 5 348,3-1 1,2-1-169,6 1 0,0 2 783,0 6 0,3-2 0,0 5 0,-3 3 0,-1 7 0,-3 5 0</inkml:trace>
  <inkml:trace contextRef="#ctx0" brushRef="#br1">15568 12340 7741,'-12'6'0,"1"0"1005,2 7 1,4-5-177,5 0 1,4 1 0,0 3 0,10-4-317,-2 0 0,9-4-162,-1 5 0,4-8-735,1-1 0,1-3 305,2-9 0,4-3-219,5-10 0,0-4 271,0 1 0,-5-5-873,-3 4 1,-5 0 316,-3 4 0,-5 2 138,-7 2 1,-5 5 133,-8 8 0,-5 2 110,-7 6 0,-7 0 418,-6 0 1,-6 7-234,2 5 0,-1 2 725,1 7 0,3-1-356,5 5 1,2 1 115,2 3 0,-1 2-57,6 6 1,5-4 93,7 0 1,2-1-905,2 1 0,7 1 288,6-5 1,0-6-839,8-6 0,1-9 512,7-4 0,1-4-938,3-4 1,1-8 1373,-5-9 0,0-8 0,-4-2 0</inkml:trace>
  <inkml:trace contextRef="#ctx0" brushRef="#br1">16099 12241 7837,'2'9'2734,"2"-1"-1724,-3 0 0,6 8-60,-3 1 0,-1-1-195,5-3 0,0 3-331,5 1 0,-1 3-969,0-3 1,6-1 414,3-3 1,4-2-1203,3-3 0,0-3 847,5-5 1,-2-7-1371,2-5 0,2-6 916,-6-6 1,-2-3 938,-6-1 0,-4 2 0,-4-3 0,-6 3 0,-3 1 0,-4 4 0,-4 1 0,-9 5 0,-7-2 0,-4 9 358,0 4 0,-1 4-84,0 4 0,-5 8 688,-3 9 1,-3 8-176,-1 4 0,0 6-312,0 3 1,0 4 3,0 0 0,5-4-146,4-1 0,7-4-899,5-4 0,7-2 429,5-7 0,6-10-1234,6-6 0,7-11 100,14-5 1271,2-14 0,1-4 0,-2-11 0</inkml:trace>
  <inkml:trace contextRef="#ctx0" brushRef="#br1">16841 11784 8654,'7'-7'2312,"-2"7"-1220,-5 9 1,-5 8-522,-4 8 1,2 7 484,-1 9 0,4 6-482,-4 10 0,5 6-616,1-26 0,0 0 1,1 1-1,1-1 217,-1 0 1,2 0 0,-1 1-1,1 1-384,1-2 1,0 0 0,5 29-259,5-13 0,1-12-416,-1-4 1,4-9-80,1-4 1,-1-10 405,-3-10 1,-1-8-684,1-4 1,-3-9 618,-1-3 0,-4 1 291,-5-2 0,-1 1-136,-3-5 0,-5 0 246,-7 0 0,1-1 219,-6-3 0,-5-2 0,-5-6 0</inkml:trace>
  <inkml:trace contextRef="#ctx0" brushRef="#br1">16655 12229 7554,'0'12'1755,"2"-3"-689,2-1 1,3-6 452,5 3 1,6-4-680,2-1 0,9-1-392,4-4 1,8-1-1133,5-7 0,2 0 453,1-4 0,1 3-2006,-1-2 1,-1 8 743,-3 4 1254,9 2 0,-9 2 0,10 0 1</inkml:trace>
  <inkml:trace contextRef="#ctx0" brushRef="#br1">17681 12538 7692,'4'8'0,"0"0"0,2-4 5050,-2 5-1652,-3-7-554,5 4-4160,-6-6-3813,0 0 5129,-6-6 0,-6 5 0,-8-5 0</inkml:trace>
  <inkml:trace contextRef="#ctx0" brushRef="#br1">4819 13439 7679,'7'0'12,"-2"0"1,-5-1 345,0-3 0,0 1 742,0-5-707,0 5 0,0-8-11,0 3 0,0 1 409,0-1-176,0 5-371,0-8 169,0 10-242,0-5 1,0 8 34,0 2 1,0 3-104,0 5 1,0 0 2,0 1 1,0 5-91,0 2 1,0 5-11,0 4 1,0 2 52,0 6 0,4 2-134,0 2 1,6 7 33,-2 6 1,3 0-368,1 0 0,1-3 285,-1 2 0,-4-2-92,1-2 0,-1-10 101,4-6 0,-4-8 208,1-9 1,-1-1 29,4-11 1,1 0-63,-1-4 0,0-1 158,1-3 1,-2-3-43,-3-5 0,3-2 90,-3-3 0,3 0-154,2-4 0,-1-6-244,0 2 1,1-3-40,-1 4 0,0-1-79,1 0 0,-1-5-2,0-3 1,1-3 59,-1-1 1,0 0 51,1 0 1,3-4 15,1 0 1,-1 0-38,-3 4 1,-2 1 18,-3 3 0,3 8-614,-3 9-376,-3 8-492,1 2 793,-12 17 1,-2 2 828,-8 7 0,2 3 0,-4-3 0</inkml:trace>
  <inkml:trace contextRef="#ctx0" brushRef="#br1">2026 13884 7859,'-5'-12'39,"-3"-1"0,2-3-39,2 0 0,-2-1 729,2 5 0,0-1 266,4 1 696,0 5-1150,0 2 1,2 7-103,2 7 0,-2 10-64,7 14 0,-7 9-149,3 8 0,-4 5-183,-1 6 0,0 3-172,0 1 0,-1 0 161,-1-30 1,-1 0 0,1 29 121,-7 2 0,5-4-756,-4-4 0,5-10-726,-1-11-675,3-11 551,1-14 0,5-20 1452,-9 3 0,3-1 0</inkml:trace>
  <inkml:trace contextRef="#ctx0" brushRef="#br1">2051 13872 7859,'8'-21'670,"1"1"0,-1 0-202,4 0 0,2-2-394,2 5 1,4 1 181,4 4 1,-3 5 272,-1 3 0,0 2-414,0 2 0,2 0-15,-5 0 1,-2 6-376,-7 2 1,-3 8 218,-5 5 0,0 2-261,0 2 1,-6 4 179,-7 0 0,0 5-238,-8-1 1,4 3 98,-3 1 0,5-7-7,-2-5 1,4-2-159,0-7 1,1-1-223,0-6 89,5-4 1,1-10 573,6-4 0,0-7 0,6-3 0,1-6 0</inkml:trace>
  <inkml:trace contextRef="#ctx0" brushRef="#br1">2298 13847 7859,'12'-12'0,"1"4"510,-1-1 0,-1 1-96,-3-4 1,3 5-179,-2 3 1,2-2 188,1 2-381,0 0 0,1 5 34,-1 3 1,-1 3-39,-3 6 0,2-1 54,-6 0 0,4 2 80,-4 3 1,0-2-165,-4 5 0,0 1-47,0 4 0,-5 3-76,-3 1 0,-2-1 100,2-8 1,-3 2 195,3-5 63,-3 5 264,-2-9-460,6 0 0,2-15 37,5-10 1,1-2-87,3-6 0,5-1 101,7-4 1,-2 1-735,2-1 1,2 0 321,-1 1 1,3-2-946,-3-3 0,3 7 462,-3-3 1,3 7 430,-3-2 0,-1 3 362,-3-3 0,-1 9 0,0-2 0,-3 5 0,-1 0 0,-4 2 0,4 6 0,-5 2 568,1 2 0,-4 7-281,-4 5 1,1 10 1050,-5-1 0,4 7-311,-4-4 1,5 5-145,-1-4 0,2 0-648,2-4 1,0-6-24,0-3 1,6-3-305,2-5 1,5-4 126,3-8 0,2-8-150,2-9 1,4-4 143,-4-4 1,0-2-659,0-6 1,-5 5 94,2 3 1,-8 5 15,0 3 0,-7 2 283,2 2 48,-2 9 1,-12-3 370,-2 11 1,-5 6-133,1 2 0,2 4 111,-2 5 0,2-2-58,2 5 0,-1-3-217,1 4 0,4-6-190,-1 1 0,7-2-991,-2-2 332,2 1 1,4-5 403,2 0 0,3-5 224,5 1 1,0-4 332,1-4 0,3-2 0,1-2 0,-1-3 0,-4 3 0,5 2-1,-1 2 0,1 3 344,-5 1 0,2 0 525,2 0 0,-2 1 331,3 3 0,-4-1-561,0 5 1,-1-5-178,0 1 1,1 2-198,-1-2 0,2-1-365,2-8 0,-2-1 152,3-7 0,-4-1-474,0-2 1,-1-2 156,0-2 0,-3-2-60,-1 5 1,-5 1 100,1 3 0,-10 6 18,-6 3 1,-2 3 413,-7 1 1,0 5-130,-8 4 0,7 2 136,-3 1 1,3 0-53,-3 1 0,6-2-305,3-3 0,3 3-204,5-3 0,-2-1-336,6 1 0,0-4-8,4 5 0,2-7 272,2 2 0,3-2-154,5-2 0,2 0 573,2 0 0,2 0 0,3 0 0,2 0 0,-3 0 0,4-4 651,1 0 1,-2-1 336,-3 5 1,8 0 842,-3 0 1,2 0-906,-2 0 0,0 0-433,-1 0 1,2-1-886,3-3 0,-1-4 302,5-9 1,-5-2-1384,5-6 1,-4-5 949,4-3 0,-10-2-1150,2-3 1,-7 1 1672,3 0 0,-6 0 0,3 0 0</inkml:trace>
  <inkml:trace contextRef="#ctx0" brushRef="#br1">3546 13439 7859,'-18'-6'0,"4"0"0,-2 6 0,2 0 783,2 0 1,0 7-253,-1 5 1,1 6 52,-1 7 1,3 6-2,1 7 1,0 11 28,5 13 0,-5 5-449,7-30 1,0 0 0,0 1 0,0 0 99,2 0 1,0 2 0,0 0 0,0 1-256,0 2 1,0 0-1,0-2 1,0-1-124,0 0 1,0-2-1,0 0 1,0-1-474,0 33 0,-1-9 424,-3-7 0,1-16-414,-5-9 1,-1-8-212,-3-9 1,-2-5-525,-2-3 1,-8-3 1312,-4-1 0,-7 6 0,4 1 0</inkml:trace>
  <inkml:trace contextRef="#ctx0" brushRef="#br1">1829 14514 7859,'-20'0'1308,"3"4"-696,4 0-655,1 1 563,5-5 0,11-5-111,8 1 0,10-4 97,3 4 1,11-6-92,9 2 0,7 3-16,2 0 1,6 0-492,2 1 1,-26 2-1,1 0 146,3 1 0,2 2 0,3 1 1,1 1 29,1 1 0,0 0 1,2 1-1,0 0-251,1-1 0,-1 0 1,-2 2-1,-1-1 106,0 0 1,-1-1 0,-2-1 0,0-1-15,-1 1 0,-1-2 0,-4-2 0,-2-1-321,27-2 0,-6-5 173,-6 0 0,-2-6-634,-3-1 0,-2 4 360,-6 3 0,0 1-709,0-4 1,0 3 1205,0 1 0,-1 5 0,-3-1 0,-2 3 0,4 1 0,3 0 0</inkml:trace>
  <inkml:trace contextRef="#ctx0" brushRef="#br1">4040 13995 9612,'9'0'770,"-1"0"0,0 0-800,4 0 0,1-1-160,-1-3 1,0 2-1168,1-2 1,-1 3 1356,0 1 0,1 0 0,-1 0 0</inkml:trace>
  <inkml:trace contextRef="#ctx0" brushRef="#br1">4114 14181 7791,'-5'12'2920,"4"2"-2120,-4 2 1,4-2-721,1 2 0,0-2 75,0-2 0,1 1 473,4-1 0,1-1-606,7-3 1,0 2-1112,4-6 1089,-3 0 0,9 2 0,-4 1 0</inkml:trace>
  <inkml:trace contextRef="#ctx0" brushRef="#br1">4782 13897 7743,'0'6'1488,"0"5"-940,0-9-335,0 3 1,5-5 400,3 0 0,-1 0-177,1 0 1,2 0-47,7 0-1,-2 0-482,5 0 1,2 0-355,7 0 0,-3 0-65,3 0 0,1 0 123,-1 0 388,5 0 0,-2 0 0,5 0 0</inkml:trace>
  <inkml:trace contextRef="#ctx0" brushRef="#br1">6067 13575 7743,'5'-26'0,"-4"-3"308,4 9 0,-3 2-70,2 2 0,-1 7 456,5 5 1,5 6-232,3 6 0,2 7 60,-1 14 1,-4 4-176,4 8 0,-5 3 76,-4 5 0,-2 1-63,-6-1 0,0-1-139,0-3 0,-10 2-397,-2-6 0,-9 2 194,1-2 1,-4-8-586,0 0 0,-1-10 345,0-2 0,1-10-179,-1 1 1,0-8 123,0 0 0,6-8 152,3-4 1,-2-3 4,1-1 1,1-5 177,4 1 1,3-2-28,1 1 0,0 2-41,-5-5 1,5-1 99,0-4 1,5 5-26,-1-1 1,3 5-230,1-5 0,7 10 93,5-1 1,6 8 109,7 0 1,5 8 51,3 4 0,2 8 212,2 5 1,1 2-237,-1 2 0,0 5-31,0 3 1,-4 3-453,0 1 1,-6 0 225,2 0 0,-2-5-1122,2-4 0,3-8 603,5-8 0,0-8 708,0-12 0,6-11 0,0-13 0</inkml:trace>
  <inkml:trace contextRef="#ctx0" brushRef="#br1">6969 13724 7743,'0'-21'221,"0"0"0,-5 6 276,1-1 0,-1 8 488,1 3 1,-3 5-446,-6 5 1,-4 8-17,-4 12 0,-2 7-127,-2 9 1,2 7 43,2 5 1,-1 1-262,6-5 1,1 1 248,6-1 1,4-2-314,5-6 1,0-1-381,0-11 0,5-6-476,4-7 0,2-7 454,1-5 1,4-3-754,1-1 0,3-10 437,-3-2 0,5-4-893,-2-1 1,-2-1 911,-1-2 0,-8 1 583,0 2 0,-7 3 0,4-9 0,-6 4 0</inkml:trace>
  <inkml:trace contextRef="#ctx0" brushRef="#br1">6820 13983 7743,'-12'0'-930,"0"0"0,-1 0 3638,1 0-1167,5 0-444,2 0-622,5 0 1,6 0 23,7 0 1,0 0-262,8 0 0,1 0-37,7 0 0,-3-5-937,3-4 1,1-2 521,-1-1 1,4 0-1519,-4-1 1,4 0 1731,-5-4 0,7-2 0,-4-6 0</inkml:trace>
  <inkml:trace contextRef="#ctx0" brushRef="#br1">7537 13711 7790,'12'0'3025,"1"0"-2208,-1 0 0,-2 0 137,2 0 1,-1-4-436,10 0 0,-5-6-359,5 2 1,3-3 57,5-1 1,5-2-772,-1-2 1,-1 1-242,1-6 1,-2 6-593,2-2 0,-4 4-1109,-8 0 1079,-3 1 1416,-11 5 0,-7-4 0,-7 4 0</inkml:trace>
  <inkml:trace contextRef="#ctx0" brushRef="#br1">7809 13600 7956,'-7'12'413,"-4"2"186,3 3 1,1 2-192,-1 6 0,3 1 332,-3 2 0,5 4-300,-1 5 0,3 0 735,1 0 0,0 0-529,0 0 1,0 3-513,0-3 0,0-3-450,0-9 0,4-2-538,0-2 1,2 1-1037,-2-5 0,-3-5 363,3-4 1527,3-5 0,-5 8 0,3-4 0</inkml:trace>
  <inkml:trace contextRef="#ctx0" brushRef="#br1">7710 14119 10432,'0'-7'3454,"1"-3"-2931,3 6 1,5-5-93,7 0 1,3-2-86,6-1 0,4 0-531,0-1 0,5 1-410,-1 0 0,-3 1-687,-1 2 1,-4 4-1934,-5 5 3215,-7 0 0,-8 0 0,-5 0 0</inkml:trace>
  <inkml:trace contextRef="#ctx0" brushRef="#br1">7735 14292 7790,'-6'12'0,"5"-4"1942,-3 1-1356,-3-7 0,7 4 311,0-6 0,7 0-372,9 0 0,3-2-77,6-2 0,5-2-130,3-7 0,3 1-249,1-1 1,0-3-361,0 0 1,2-2-535,2 1 0,-7 3-2780,3-2 3422,-3 2 0,9-4 1,1-1-1</inkml:trace>
  <inkml:trace contextRef="#ctx0" brushRef="#br1">8772 14168 7790,'0'13'1961,"0"-1"0,0-4-943,0 0 1,-1 1-97,-3 3 1,0 6-398,-9 2 1,3 5-1480,-11 4 0,-5 4 286,-7 8 446,-8 9 0,16-18 0,0 3 0,-3 3 1,0-1-1</inkml:trace>
  <inkml:trace contextRef="#ctx0" brushRef="#br1">10366 13575 7677,'-12'0'-423,"0"0"1611,-1 0-125,6 0-529,2 0 1,15 4 19,2 1 0,8-1-186,1-4 1,2 4-50,2 0 0,4 0-125,0-4 1,1 0-99,-1 0 0,-2 0 74,6 0 0,-7-1-439,-1-3 1,0 1-191,-5-5 0,2 5-501,-1-1 1,-3-2-1945,-6 2 1388,0 0 1516,-5 4 0,-7 0 0,-7 0 0</inkml:trace>
  <inkml:trace contextRef="#ctx0" brushRef="#br1">10502 13600 7677,'-12'6'241,"4"-4"25,-1 7 1,3-5 140,-3 4 0,-2 0-61,3 4 1,3 5 99,0-1 0,0 6-101,1-1 1,0 4-15,4 3 0,0 4-144,0 5 0,1 0-38,3 0 1,-2 2-148,2 2 0,-3 1-93,-1 4 0,0-4-295,0-5 1,0-1 272,0-3 1,1-3-408,4-5 1,-4-6 226,3-3 1,-3-6-808,-1-2 451,0 1-512,6-3 724,-5 0 0,6-12 437,-3-2 0,-1-3 0,5-1 0,1-6 0,3-1 0</inkml:trace>
  <inkml:trace contextRef="#ctx0" brushRef="#br1">10453 14032 7352,'-8'-11'1533,"-1"3"-520,7-3 342,-4 4-814,6-5 1,6 1-208,2 3 1,3-2-230,1 6 0,6 0 101,3 4 1,2-4-351,2 0 1,-1 0 181,1 4 0,1 0-878,3 0 1,-3 0 422,3 0 0,-3 0-1870,-1 0 2287,-6 0 0,4 0 0,-4 0 0</inkml:trace>
  <inkml:trace contextRef="#ctx0" brushRef="#br1">11281 13674 7677,'0'-12'429,"0"4"-223,0-1 1,-6 7 324,-2-3 1,1 4-29,-1 1 1,0 0 106,-5 0 1,1 0-207,0 0 1,-1 0-119,1 0 1,-1 4-140,1 0 0,0 7 59,-1 2 1,1 0-228,0 8 0,3 1 98,1 7 0,5 2-118,-1 6 1,3 2-92,1 2 1,0 3-195,0 5 1,0 1-237,0-1 1,1-5 245,3-3 1,-1-8-185,5-4 0,1-3 169,3-1 1,0-10-680,1-3 0,-1-8 42,0 0 968,6-2 0,-4-13 0,4-3 0</inkml:trace>
  <inkml:trace contextRef="#ctx0" brushRef="#br1">11614 13662 7677,'13'-13'201,"-5"1"-7,0 0 1,0 4 884,5-1-724,-1 7 0,-1-3-129,-3 10 1,-1 6-9,-3 5 1,-2 6-25,2-1 1,1 6-1,-1 2 0,0 4 25,-4-4 0,0 5-25,0-1 0,-4 4 0,0 4 1,-7-2-234,-1 2 0,0-3-411,-5-1 0,-1-4-21,2 0 0,-2-10 227,1 2 1,4-8-19,-4-1 0,-1-8-116,2-4 0,-1-2 84,5-2 0,4-2 150,0-2 0,3-7-31,-3-5 0,5-6 181,-1 1 1,3-2-53,1-2 1,0 1 167,0-1 1,0 0-69,0 0 0,0 5 285,0-1 0,0 6-98,0-1 0,1 2 44,3 2 1,3 5-63,6 3 1,-1 2-11,0 2 1,2 6-185,3 2 0,-2 8 111,5 5 1,1-2-189,4 2 1,-1-1 90,1 5 1,0 0-466,-1 0 1,1-1 66,0 1 0,-5 0-74,1-1 1,-6 1-573,2 0 1,-4-5 1000,0 1 0,-1-6 0,0 3 0</inkml:trace>
  <inkml:trace contextRef="#ctx0" brushRef="#br1">12183 13674 7677,'12'-5'0,"0"2"0,1-5 0,-1 5 545,0-1 0,1 7-36,-1 1 1,0 9-20,1 0 1,-1 7-169,1 1 0,-1 2-104,0 2 1,5 1-94,-1 3 0,-1-2 69,-6 6 0,-3-1-289,-2 1 0,-2 5 132,2-5 1,-10 6-496,-6-6 1,-2-2-401,-6 2 0,-1-1 435,-3 1 0,-1 1-514,0-5 1,0 0 463,1-5 1,-1 0 472,0-4 0,-5-2 0,-2-6 0</inkml:trace>
  <inkml:trace contextRef="#ctx0" brushRef="#br1">13418 13761 7677,'6'-7'0,"-5"-4"1,3 3 0,2 1 223,-2-2 0,0 5 605,-4-4 194,0 0-662,0-4 0,-6 1-122,-2 2 0,-4 4-45,-5 5 1,2 0 33,-5 0 0,-1 0-22,-4 0 1,5 5-125,-1 4 0,1 2 87,-5 1 0,0 0-252,0 1 1,1 3-254,-1 1 0,4 3 231,1-3 1,3 3-89,-3-3 0,5 3 51,-2-3 1,5-1 88,4-3 1,-2 3 5,6 0 1,0 1 149,4-5 0,9 1-62,4-1 0,6 0-33,-3 1 1,8-1-92,0 0 1,1-3 91,4-1 0,-2-4-254,2 4 0,-3-5 78,3 1 0,-7-3-431,-1-1 0,-1 0 243,5 0 0,-6 0-581,-2 0 1,-9 2 239,-4 2 696,-3-3 0,-1 10 0,0-4 0</inkml:trace>
  <inkml:trace contextRef="#ctx0" brushRef="#br1">12986 14168 7677,'-18'0'0,"4"0"416,-2 0 0,6 0-60,2 0 1,4 0 604,-5 0-610,7 6 0,-4 1 9,6 5 1,7-4-43,5 0 0,2-1 51,7 2 1,-1 0-178,5-5 1,4 5-35,0-5 1,5 0-123,-1-4 0,-1 0 105,1 0 1,-5 0-587,5 0 0,-1 0 247,1 0 0,-3 0-973,-5 0 0,4 0 133,-1 0 0,1 0 1038,-4 0 0,0-6 0,-1-1 0</inkml:trace>
  <inkml:trace contextRef="#ctx0" brushRef="#br1">14024 13612 6464,'-9'-8'814,"1"0"0,5 4-155,-1-4 0,4 5 21,4-1 1,3 1-89,6-1 1,6 2 88,6-2 1,5 3-245,7 1 0,4-1-172,0-3 0,4 2-601,-3-2 0,-1 1 277,-4-1 0,-1 1-979,-3-5 1,-3 5 575,-6-1 0,-8-1-2983,-4 1 3445,-8 0 0,-15 4 0,-10 0 0</inkml:trace>
  <inkml:trace contextRef="#ctx0" brushRef="#br1">14221 13625 7677,'-4'12'443,"0"0"0,0 6-85,4 3 0,-4 4 405,0 3 1,0 4-261,4 5 1,0 1 87,0 4 1,0-4-228,0 3 1,0-4-692,0-4 1,0 2-135,0-7 0,0-3-299,0-4 1,0-10-2336,0 1 1835,5-2 1260,-4-4 0,10 0 0,-4-6 0</inkml:trace>
  <inkml:trace contextRef="#ctx0" brushRef="#br1">14160 14020 7677,'6'-5'0,"9"2"766,-2-5 1,3 3-281,1-3 0,2 4 662,6-4 1,1 5-442,3-1 1,-2-1-168,6 0 0,-4-3-684,4 4 0,-6-4 144,2 4 1,-4 0-1179,-5 4 1,-2 0 380,-5 0-234,-7 0 1,-1 5-25,-10 3 1055,-7 9 0,-13 2 0,-6 6 0</inkml:trace>
  <inkml:trace contextRef="#ctx0" brushRef="#br1">14122 14354 7677,'-6'6'1144,"0"5"1,7-9 27,4 2 0,7-3-575,9-1 1,3 0-432,5 0 1,7-5 39,5-3 0,6 1-396,-2-2 1,2 3 203,-2-3 1,3 0-295,-3 5 0,2-5-509,-2 5 1,-2 0 788,-6 4 0,0 0 0,0 0 0</inkml:trace>
  <inkml:trace contextRef="#ctx0" brushRef="#br1">16322 13699 7677,'-4'-8'1252,"-1"-1"-384,1 7-231,-1-4 0,4 12-258,-4 2 1,4 8 15,1 5 0,0 6-413,0 2 0,0 4 38,0-4 0,0 4-48,0-4 1,4 1 93,0-1 0,0-7-608,-4 2 1,4-7 263,1-1 1,-1-6-1872,-4-2 1024,5-5 1125,-3 2 0,3-10 0,-5-2 0</inkml:trace>
  <inkml:trace contextRef="#ctx0" brushRef="#br1">16260 13477 7677,'-12'0'2054,"-1"0"-2306,6-6 1,2 3-15,5-5 0,1 5 197,3-1 1,5 3-65,7 1 1,3 0 132,6 0 0,0 0 0,-1 0 0</inkml:trace>
  <inkml:trace contextRef="#ctx0" brushRef="#br1">16655 13551 7677,'-12'4'406,"0"0"0,3 1-56,1-1 1,0-1 400,-4 5 0,-1-1-291,1 2 1,-1 2-209,1-3 1,5 3-34,3 1 0,-1 0-128,1 1 1,1-1 68,7 1 1,3-1 27,5 0 1,5-1-202,-1-3 1,6 3 82,-1-2 0,1-2-246,-2 1 0,4-1 94,-4 1 0,-2 3-339,-2-3 1,-2-1 231,-1 1 0,-2 0-66,-3 5 1,-3-4 31,-5 4 1,0-4-1,0 8 0,-5-3-56,-3-2 0,-3-1 39,-2-3 1,1 3-431,-1-3 0,-3-1 239,0 1 0,-1-5-484,5 1 915,-1-2 0,1-2 0,0 0 0</inkml:trace>
  <inkml:trace contextRef="#ctx0" brushRef="#br1">16779 13575 7677,'0'-12'404,"0"0"0,0-1 2,0 1 0,0 0 294,0-1-234,0 1 1,-1 4 258,-4-1-593,4 7 1,-9-2 73,6 8 1,-5 7-109,0 5 0,-6 5 96,-1-5 0,-1 6-138,5-1 1,0 2 22,-1 2 0,5-5-104,0 1 0,5-6-98,-1 2 0,3 0 68,1 0 0,4-1-37,0-3 1,7-1 76,1 0 1,1 1-86,3-1 1,2-4 114,-2 1 0,1-3-189,-5 3 1,1 2-5,-1-3 1,0-1 96,1 1 1,-5-1 53,0 1 1,-5 3-31,1-3 1,-3-1 56,-1 1 0,0-4-57,0 5 1,0-5-13,0 4 0,-5-4 35,-3 4 0,-3-5-149,-2 1 0,0 2-122,-4-2 0,3 4-250,-2-4 1,-2 4-515,2-3 0,-5 3 212,4-4 857,-5 6 0,-2-9 0,-8 4 0</inkml:trace>
  <inkml:trace contextRef="#ctx0" brushRef="#br1">18126 13748 7677,'4'-8'-1215,"0"0"1020,0 0 0,-3-1 287,3 1 0,-2 4 437,2-4-98,-3 5 444,-1-8-198,0 4-180,0-5 0,-4-1-114,0 1 1,-1 4 30,1 0 0,1 4-48,-5-5 1,-1 5-132,-3-4 0,0 5-102,-1-1 0,1 3 73,0 1 1,-2 5 11,-3 3 1,4 6-25,-4 7 1,3-1-98,2 9 1,1 3 108,3 1 1,-2-2-336,6 2 0,0-5 46,4 0 0,1-7-73,3-4 1,7-5-266,6-4 0,5-4 204,-2-8 1,4-7-297,1-5 1,-1-8 164,1 0 1,-2-1 46,-2-4 0,1 3 43,-6 1 0,-1 5 315,-6-1 1,0 6 178,-5-1 215,0 7-254,-4 4 1,-4 10-101,0 4 1,-4 7 222,4 5 0,0 2-90,4 2 0,0-1 79,0 1 0,0-2-112,0-2 0,4 1-534,0-6 1,10 1-584,-2-5 1,5-1 506,-1-3 0,2-2-968,2-6 1,4 0 230,-4 0 1150,4 0 0,0-6 0,1 0 0</inkml:trace>
  <inkml:trace contextRef="#ctx0" brushRef="#br1">19374 13588 7677,'-13'-25'202,"5"4"-8,0 1 1,5 5 170,-1-2 10,2 4 1,2 4 775,0 1-293,0 5-543,-5 9 0,2-1 2,-5 12 0,4-6-70,-4 5 1,-1 3-201,-3 2 1,5-3 51,3-2 0,-1 2-154,0-1 1,3-1-17,6-4 1,3 5 70,5-1 0,5 1-156,-1-5 0,6 1 59,-1-1 1,2-1-57,2-3 0,-1 3 78,1-3 1,-4 3 156,-1 2 1,-6-1-98,-2 0 1,-1 1 118,-7-1 0,-1 5-123,-7-1 1,-3 1 34,-5-5 0,-5 3-422,1-3 1,-5 3 185,5-6 1,-2-4-494,1-1 0,4-2-151,-4-2 69,4 0 1,2-2 308,2-2 1,0-3-113,5-5 598,-1 0 0,5-6 0,0-1 0</inkml:trace>
  <inkml:trace contextRef="#ctx0" brushRef="#br1">19658 13625 7677,'8'0'649,"0"0"1,-5 1-12,1 3 0,-3 7-269,-1 6 1,-1 6 111,-3 2 1,1 1-112,-5 7 0,1-6-59,-1 2 1,2-3-318,6-1 0,0-6-227,0-2 0,2-9-306,2-4 0,4-4 426,9-4 0,2-4-804,6-9 0,-2-4 439,-3-7 1,2 2 53,-5-3 0,3-1 34,-3 1 1,-1 0 375,-3 4 0,-2 5-107,-3-1 617,-3 6 385,-5-3 1,0 13-483,0 5 0,0 9 290,0 8 0,-1 5-246,-3-2 1,3 4-6,-3 0 1,-2 1-173,2 0 0,0-1-158,4 1 1,0-4-196,0-1 1,0-3-825,0 3-83,0-5 1,1 2 500,3-9 0,-1-4-889,5-8 1,0-3 1381,5-5 0,5-11 0,1-4 0</inkml:trace>
  <inkml:trace contextRef="#ctx0" brushRef="#br1">20214 13242 7677,'-2'8'1047,"-2"0"0,1 1-261,-5 3 0,4 7-87,-4 6 1,4 5-201,-4 7 0,1 1 23,-2 4 0,0-3-571,5 7 0,-5-6 69,5 1 0,0-4-693,4-4 0,0-3 483,0-5 1,2-6-540,2-3 0,3-7 264,5-5 0,4-3 115,1-1 0,3 0 267,-3 0 0,-1 1-43,-3 4 1,-1 0 253,1 3 1,-3 3-97,-1-3 1,0 3 747,-5 2 0,1 3-342,-5 1 1,0-5 169,0-4-468,0 1 0,-2-3-357,-2-1 1,1-4-48,-5-1 0,-4 0 191,-5 0 0,-1 0-491,2 0 0,1 0 243,-6 0 1,5 0-477,-5 0 0,6 0 306,-1 0 1,-2 0-671,1 0 1161,1 0 0,-2-11 0,-1-3 0</inkml:trace>
  <inkml:trace contextRef="#ctx0" brushRef="#br1">20535 13687 7823,'8'0'1170,"0"0"1,-3 9-739,3 3 0,0 10-53,4 3 0,1 5-9,-1 7 1,-4 0-96,1 1 1,-5-1-70,4 0 1,-5-7-178,1-5 117,3-6 0,0-12 69,5-3 0,0-6-21,1-6 1,-1-11-346,0-14 1,6-4 23,3-4 1,-3 2-46,-2-2 0,2 1-638,-2-1 1,1 4 397,-5 0 1,-1 7-802,-3 9 0,2 3 536,-6 6 1,6 5 22,-2 3 0,-1 3 654,1 1 0,-5 5 0,8 2 0,-4 5 0</inkml:trace>
  <inkml:trace contextRef="#ctx0" brushRef="#br1">20943 13761 7677,'-13'24'0,"1"0"274,0-4 0,5 4-57,3-4 0,-2 2 632,2-1 1,0-3-293,4-6 1,1-5-111,3-3 1,7-3-231,6-1 0,1-5-23,-2-3 0,3-9-372,6-3 1,-2-4 209,-2-1 1,2 1-425,-2-1 0,1 0 267,-1 1 0,-4 3-230,-4 0 0,-2 6-154,-3-1 243,-3 2 440,-5 2 1,-9 4-96,-3-1 1,-9 8 76,0 1 0,-2 3-41,-2 9 0,2-1 171,2 10 0,-1-1-73,6 5 1,-1 0 59,5-1 1,0 5-80,-1 0 1,6 5-23,3-1 1,3-1-438,1 1 0,1-10 175,3 2 0,5-13-301,7 0 1,3-7 199,6-1 0,0-4-243,0-4 0,-1-7 139,1-6 1,0-5-1009,-1 2 0,-4 0 1303,-4 0 0,3-1 0,1-3 0</inkml:trace>
  <inkml:trace contextRef="#ctx0" brushRef="#br1">21486 13736 7677,'0'-19'0,"0"1"305,0 6 1,0-1 299,0 1-96,0-1 0,-1 7 738,-3 1-857,2 4 1,-7 4 36,5 5 0,-6 2-123,2 10 1,1 2 106,-1 7 0,0-1-82,-5 4 0,2-4-110,3 1 1,1-3-204,3-1 0,3-1-461,-3 1-866,2-6 1035,2-1 0,7-11-808,5-3 1,2-10 488,7-6 0,-1-6-196,5-6 0,0-2 312,-1-3 0,0 3-63,-4-3 1,4 1 541,-4 0 0,2-1 0,-1-8 0,1 2 0,-6-6 0,2 1 0,-1-1 0,-2-3 0,5-5 0,-5 5 0,2 3 0,-5 9-61,-4 7 1,-1 8 79,-3 8 915,-2 4 1,3 12-64,-5 5 1,-1 11 138,-3 10 1,1 7-57,-5 1 1,1 10-434,-1-1 0,1 6 138,3-3 1,2 5-450,-2-4 0,3 3-813,1-3 1,0-2 408,0-7 0,1-4-295,3-8 1,-1-9 49,5-12 0,1-1-407,3-7 0,-4-7-479,0-9 1,-3-5 634,3-3 0,-5-3 162,1 2 0,-4 2 413,-4-2 1,-5 6 137,-7-1 0,1-2-23,-6 1 0,5 1 0,-5 3 0,5-3 18,-5 0 1,2-5-38,-2 4 0,-1 1 698,6 4 0,1-1 198,6 1 693,-2 0-1077,10 5 0,2 1 190,12 6 1,2 0-276,10 0 0,-3 0-273,6 0 1,4 0-80,1 0 1,1 0-229,-1 0 1,3-4-1072,-3 0 1,-2-6 662,2 2 1,-1 1-1335,1-1 1914,-3 0 0,-5-5 0,-1 1 0</inkml:trace>
  <inkml:trace contextRef="#ctx0" brushRef="#br1">22079 13687 7677,'-12'16'1161,"0"0"1,-1 6-739,1-1 0,0 4-168,-1 4 0,1-2 771,0 6 1,5-6-446,3 2 1,2-4-149,2-4 1,6-5-129,2-8 1,8-2-349,5-6 0,2-2-255,2-2 0,1-4-306,3-8 0,-3-4 50,3-4 1,-7-1 272,-2 0 0,-4 2-564,0 2 0,-6-1 277,-2 6 0,-5-5 394,1 5 1,-4-1-21,-4 5 0,-5 1 429,-7 3 1,-3 1 23,-6 3 0,0 2 279,1-2 0,-1 4-211,0 4 1,0 3-101,1 6 0,3-1-477,1 0 0,9 5 239,-2-1 0,5 1-1811,0-5 1299,2 0 1,12-1-432,2-2 0,4-5 537,5-8 0,2-9 417,6-7 0,-1 0 0,1 0 0,0 1 0,0-2 0,-1-1 281,1 6 0,0 5-230,-1 7 0,1 2 442,0 2 0,-5 7-148,1 5 0,-6 8 438,2 8 1,-5 4-207,-4 5 0,2-1-85,-6-3 0,0 2-232,-4-2 1,0-2-67,0-3 1,-4-3-17,0-4 0,-2-5 260,2-8-83,3-2 0,-5-9-107,6-5 0,2-6-257,2-11 1,3 1-147,5-1 0,5-4-173,-1 0 1,6-4-197,-1 5 1,1-1 292,-2 4 0,3 6-1141,-2 2 0,2 4 76,2 0 1296,0 6 0,-1 2 0,1 5 0</inkml:trace>
  <inkml:trace contextRef="#ctx0" brushRef="#br1">23266 13748 7728,'0'-24'1584,"-2"3"-978,-2 0 1,3 2 896,-3-1-961,2 2 0,1 11-181,-3 3 1,-5 5-337,-7 7 0,-3 3 74,-6 14 1,0-3-7,1 7 1,3 1 2,0-1 1,10 0-461,-1-5 0,8 0 66,0-4 0,4-2-229,4-5 1,8-1 201,9 0 1,8-5 67,4-3 0,1-2 162,-1-2 1,3 0-102,-3 0 1,-5 4 442,-3 0 1,-1 4 34,-8-4 1,-4 6 233,-3-2 1,-7 3-129,2 1 0,-4 1 239,-4-1 1,-4 0-557,-8 1 1,2-2 34,-3-3 1,0 2-310,0-6 0,-3 4 159,3-4 0,-4 0-1229,5-4 0,-1 0 163,5 0 0,1-5-210,3-4 0,2-3 1320,6-4 0,0-9 0,0-7 0</inkml:trace>
  <inkml:trace contextRef="#ctx0" brushRef="#br1">23574 13736 7728,'9'-7'679,"-1"3"1,-4 3-191,4 1 0,-1 1 396,1 3 1,-1 8-402,-3 9 0,-2 5 505,2 7 0,-3 11-636,-1 14 0,0-23 0,0 1-178,0 3 0,0 0 1,0 5-1,-1 1-365,-1 2 1,0 1-1,1 2 1,-1 0 97,-2 0 0,0-1 0,0-2 1,1-2-521,-1-3 0,0-2 0,0-2 0,2 0 346,2-1 1,0 0 0,-4 28-1130,0-16 0,0-13-258,4-20 601,0-8 0,0-13 1052,5-3 0,2-10 0</inkml:trace>
  <inkml:trace contextRef="#ctx0" brushRef="#br1">23723 13798 7728,'1'-9'542,"3"1"0,-1 1-140,5-1 0,-4-1 243,5 4 1,-1 1-231,4 4 1,1 0-2,-1 0 0,0 0-118,1 0 0,-5 6-520,0 2 0,-1 3 43,1 1 0,-2 2-111,-6 3 0,0-2 135,0 5 0,-10 1 35,-2 4 0,-9 1-325,0 2 1,-6-6 108,-2 3 0,-4-4-172,4-1 1,2-2-235,6-6-589,-2-5 684,15-1 649,2-12 0,24-6 0,8-7 0</inkml:trace>
  <inkml:trace contextRef="#ctx0" brushRef="#br1">24279 13724 7728,'7'-13'1348,"-2"1"0,-5 0 1030,0-1-1783,0 6 1,-3 2-43,-5 5 0,-2 7-143,-10 5 0,-5 11 41,-4 10 0,-1 7-101,1 1 0,7 5-251,-2-5 0,7 3-264,1-7 0,7-3-889,5-9 292,3-6 1,12-7 369,5-8 1,6-13-573,3-8 0,1-5 374,3-2 1,-2-5 181,6 0 0,-6-1 153,-3 1 1,1 4 203,-4 1 0,-4 0 233,0 8 1,-8-1 669,0 5 1638,-7 5-1866,4 2 1,-12 14 437,-2 4 1,-1 7-471,0 1 0,-4 2-100,4 2 1,-4 0-142,4-1 0,3 1-326,-3 0 1,7-2-393,-3-2 0,4 1-1247,1-6 1037,0 0 1,1-9-692,4-3 1,1-2-551,7-2 0,3-10 936,1-2 1,3-7 881,-3 2 0,5-10 0,-3 1 0</inkml:trace>
  <inkml:trace contextRef="#ctx0" brushRef="#br1">24600 13822 7728,'1'-16'1043,"3"-1"0,-2 1-435,2 4 1,1 3 1976,0 1-1901,-1 5 0,-4 3 151,0 9 1,-6 7-136,-2 5 1,-3 3 124,-1 5 1,-1-3-963,1 3 1,5-3 127,3-1 0,-2-2-1110,2-2 0,0-3 751,4-6 0,2-1-1694,2-3 1,4-2 346,8-6 1715,4-6 0,10-6 0,1-7 0</inkml:trace>
  <inkml:trace contextRef="#ctx0" brushRef="#br1">24847 13859 7728,'0'13'1251,"0"-1"0,0 1-544,0-1 1,-4 0 298,0 1 0,0-1-364,4 0 1,0 1-100,0-1 1,2-1-392,7-3 0,0-2 15,12-6 1,0-2-677,3-2 1,6-4 395,3-8 1,-1-5-459,1-8 1,-6 3 248,2-3 1,-8 4-132,-5 5 0,-3-2 189,-5 5 0,-3 1 372,-5 4 0,-9 1 261,-4 2 0,-9 4-229,-2 5 0,-2 5 283,-7 4 1,1 9-141,-1 6 0,-1 1 335,5 4 1,2 2-150,6 2 1,3-1-388,6 1 0,5-7-55,3-1 0,5-2-111,7-7 0,2-1-815,11-6 0,-1-4 527,5-5 1,4 0-736,0 0 1,5-4 28,-1 0 1078,2-6 0,14 9 0,1-5 0</inkml:trace>
  <inkml:trace contextRef="#ctx0" brushRef="#br1">26058 13785 7723,'18'-12'631,"-4"0"0,3 1 61,-4 2 0,-1 9-237,0 9 0,-5 9 124,-3 6 0,-4 2-174,-4 7 0,-3 2-11,-5 6 1,4-7-402,0 3 0,-1-8 95,-3 0 0,4-7-2101,0-2 1246,5-5-2169,-3 3 2936,6-11 0,0-12 0,0-9 0</inkml:trace>
  <inkml:trace contextRef="#ctx0" brushRef="#br1">26169 13687 7723,'2'-20'0,"2"4"0,-2 2 940,7 2 1,-1 1-307,4 3 1,5-3-202,-1 2 1,5 4-792,-5 1 1,6-2 279,-1 2 0,1 0-1545,-2 4 1,2 0 1622,-5 0 0,-1 0 0,-3 0 0</inkml:trace>
  <inkml:trace contextRef="#ctx0" brushRef="#br1">26392 13748 7723,'-18'20'1987,"5"3"-1418,1-3 1,0 0 48,3 0 0,0-1-227,1 2 1,2 1 630,6-6 1,0 1-482,0-5 0,3-5-531,5-3 0,2-2-180,10-2 0,2-2-211,7-2 1,-2-7-263,6-5 1,0-6 416,4 1 1,-4-1-31,0 2 0,-5 2 15,1 5 0,-9 2-24,-3 3 0,-4 3-213,0 5 773,-6 0 1,-2 5-69,-5 3 1,0 5 91,0 3 1,0-1-478,0 6 0,4-5 72,0 5 0,6-6-930,-2 2 1,5-8 461,3-1 0,-1-5-346,6 1 1,-1-8 899,5-4 0,5-9 0,2-2 0</inkml:trace>
  <inkml:trace contextRef="#ctx0" brushRef="#br1">27207 13514 16169,'25'-6'1511,"2"3"-1046,6-5 1,1 4-877,12-4 1,3 0 307,5-5 1,-1 1-457,-3-1 1,-2 1-414,-3 0 1,-9 4 971,-12-1 0,-10 1 0,-8-4 0</inkml:trace>
  <inkml:trace contextRef="#ctx0" brushRef="#br1">27454 13514 7738,'-12'12'0,"-1"0"0,1 5 1134,0-1 0,-1 2-502,1-1 0,0 3 925,-1 9 0,5-3-743,0 3 1,5 1-357,-1-1 0,3 0-142,1-5 0,0 1-892,0 0 0,1-2-166,3-2 1,-3-2-458,4-3 1,-4-2-1360,-1 3 1253,0-4 1305,0 0 0,-6-1 0,0 0 0</inkml:trace>
  <inkml:trace contextRef="#ctx0" brushRef="#br1">27306 13946 7738,'0'-8'1328,"0"-1"1,5 5-445,4-4 0,-1 4-396,4-4 1,3 0 467,10-5 0,1 1-417,3-1 1,2 1-537,7 0 0,-6 4 58,1-1 1,-9 7-1104,0-3 1,-7 4-48,-1 1 0,-7 1-705,-5 4 0,-10 1 804,-6 7 0,-6 5 990,-7 2 0,-1 4 0,-3 0 0,-2 1 0,-6 0 0,0 3-231,0 1 1,4 0 180,0-4 1,7-5 1313,1 1 1,7-6 817,10 2-933,2-9 0,19-3-670,7-5 0,13-1-182,9-3 1,4-7-378,-1-6 1,4 1 116,0 4 0,-1 1-233,-3 2 1,-2-2 0,-6 4 0</inkml:trace>
  <inkml:trace contextRef="#ctx0" brushRef="#br1">6746 15576 7706,'-18'0'537,"0"0"-287,-2 0 0,2-4 158,6 0-211,5 0 1,8 4 455,12 0 1,6 6-168,10 2 0,2 1-41,6 0 0,4 0-397,1-5 1,6 5-116,1-5 0,2 0-777,7-4 0,-6 0 657,1 0 1,-2-1-435,-2-4 0,-6 4 65,-6-3 556,-5 3 0,-13 1 0,-1 0 0</inkml:trace>
  <inkml:trace contextRef="#ctx0" brushRef="#br1">6882 15873 7706,'-8'4'372,"0"0"-228,5 0 0,-3-2 256,6 2 0,11-1 137,6 5 1,12-5-146,8 1 0,1-3-698,7-1 1,1 0 223,3 0 0,-1-5-719,-2-4 0,0-7 220,-5-5 0,-1-3 581,-7-5 0,-8-3 0,-7-5 0</inkml:trace>
  <inkml:trace contextRef="#ctx0" brushRef="#br1">7117 15441 7706,'0'-20'0,"0"4"532,0 2 1,5 3-119,4 3 1,3 2 233,4 6 1,4 2-245,4 2 0,7 4 21,1 9 0,3-2-223,-2 5 0,1 1-154,-5 4 1,0-1 22,-5 1 1,1 0 75,0-1 0,-7 5-511,-6 0 0,-5 5 259,-7-1 0,-1 4-302,-4 5 0,-7-4 142,-9 3 1,-2-2 91,-2-2 0,1 3-33,-1-3 0,0-3-100,1-9 1,3-6-750,0-3 0,6-2-80,-1-2 1135,2-5 0,7-1 0,2-6 0</inkml:trace>
  <inkml:trace contextRef="#ctx0" brushRef="#br1">8686 15786 7706,'0'-12'256,"-4"-4"32,0-1 1,0-3 306,4 3 1,-4 1-191,-1 3 0,1 1 45,4 0 1,0-1-142,0 1 1,0 4-106,0-1 0,-1 7 18,-3-2 0,1 2 85,-5 2 1,4 0-107,-5 0 1,1 0 23,-4 0 1,-1 2-129,1 2 1,0-3 111,-1 3 1,1 2-110,0-2 0,3 0 272,1-4-356,5 0 0,-3 0 89,2 0 1,2-1-184,-2-4 32,3 4 1,1-6 6,0 3 6,5 3 160,-3-5-263,8 1 118,-8 3 1,5-3-197,-3 5 143,-3 0-124,5 0 98,-6 0 0,1 0-196,3 0 207,-2 0-15,3 0 89,-5 0 36,0 0-92,0-6 190,0 5-200,0-5-10,0 6 801,0 0-389,-5 0-448,3 0 182,-3 0-273,5 0 1357,0 0-1189,5 0 93,-3 0 1,4 0-93,-1 0 1,-3 0 51,7 0 1,-1 0-17,4 0 0,6 0-9,3 0 0,2-1-90,2-3 0,3-2-365,1-2 0,4-1 193,-4 5 1,4-5-764,-4 5 1,-4-4 453,-5 4 1,-5 0-1403,2 4 954,-4 0-105,-6 5 527,-1 2 616,-6 5 0,-6 1 0,-1-1 0</inkml:trace>
  <inkml:trace contextRef="#ctx0" brushRef="#br1">8686 15589 7706,'-6'7'417,"-2"-3"1,1-3-47,-1-1 0,4 4 159,-4 0 1,4 1 185,-5-5-130,1 5 1,0 2-217,0 5 1,5-4-151,-1 1 1,-2 3-61,2 5 1,-1 0 48,1 0 1,2 2-105,-2 6 0,3-1 104,1 1 1,-4 0-136,0 0 0,-5 1 74,5 2 1,-4-1-231,4 1 1,-4 4 2,3 1 0,-4-2-80,1 2 0,2-4 87,2 4 0,-1-5 77,0 0 0,1-6-138,4-1 129,6-6 1,1 2 192,5-9 0,4-3-76,1-5 1,4 0 52,-5 0 1,6 2-93,-1 2 1,2-3-131,2 3 1,-1-2-198,1-2 0,0 0 111,-1 0 0,-3-2-156,0-2 1,-2 3 101,1-3 0,2 2-959,-5 2 0,-1 0 469,-3 0 0,-1 0-1324,0 0 2010,1 0 0,-1-5 0,1-2 0</inkml:trace>
  <inkml:trace contextRef="#ctx0" brushRef="#br1">9440 15564 7706,'-6'7'825,"-1"-2"253,0 1-475,2-5 1,8 9 156,5-6 0,2 2-270,10-2 1,2-3-163,7 3 1,1-2-114,3-2 0,3 0-5,-3 0 0,2-5-581,2 1 1,-5-4 296,-3 4 0,-3-6-1272,-1 2 0,-6 3-2403,-3 0 3749,-7-1 0,2-1 0,-5-6 0</inkml:trace>
  <inkml:trace contextRef="#ctx0" brushRef="#br1">9625 15614 7706,'-12'5'0,"-1"-2"594,1 5 1,0 2-175,-1 6 1,5 1 182,0 7 0,5 4-238,-1 9 1,3 1 253,1 3 1,0-1-177,0 5 0,0-1-81,0 2 0,0-4-468,0-5 1,0-5-138,0-3 0,0-5-444,0-3 1,1-9 171,3-8-1841,-3-2 1670,10-2 1,-9-6-741,2-2 1426,-3-3 0,-1-7 0,0-1 0</inkml:trace>
  <inkml:trace contextRef="#ctx0" brushRef="#br1">9501 16058 7706,'-12'-7'0,"0"-4"962,-1 3-35,1-3 11,5-1-508,2 5 0,12 1-101,5 6 0,6-4-161,6 0 1,1 0 40,0 4 1,1-4-171,3 0 0,-2 0 55,6 4 1,-5 0-754,0 0 1,0-4 143,1 0 0,-5-1-125,1 5 1,0 0-1404,-5 0 2043,-2 0 0,6 0 0,-5 0 0</inkml:trace>
  <inkml:trace contextRef="#ctx0" brushRef="#br1">10280 15502 7706,'-6'7'-527,"4"0"592,-7-3 1,5-1 523,-4 5 1,0-4 18,-5 5 1,2-1-240,3 4 0,-3-2-21,3 2 1,-2-2-88,2 6 0,-3 3 122,3 2 1,-3 2-75,-1 2 0,-1 5 72,1 3 0,0 3-96,-1 1 0,1-4 15,-1 0 1,7-2-281,1 2 1,0-4 131,1-8-138,0-3 0,5-12 147,3-2 0,-1 2-435,5-2 0,0 0-3,5-4-149,-1 0 0,3 6 15,-2 2 0,2-1-140,-7 1 0,3-1-362,1 1 1,1 3 410,-1-3 0,2-1-393,2 1 1,-2-5 373,2 1 1,2-2 520,-1-2 0,5-6 0,-3-1 0</inkml:trace>
  <inkml:trace contextRef="#ctx0" brushRef="#br1">10675 15589 7706,'11'12'-613,"-3"1"1,-1-1 835,-3 0 1,-2 1 929,2-1 0,-3 4-176,-1 1 1,4 3-483,1-3 1,-1 4-128,-4-5 0,0 6-117,0-1 1,0 1-354,0-2 1,-4 2 131,-1-5 0,-4 0-284,1 0 0,-8-3 128,0 2 1,-2-4-36,2-3 1,-4 0-297,-4-5 0,3 0 166,1-4 0,0-1 37,0-3 1,-2-3 53,5-5 0,1-2 183,3-2 1,2 2-74,3-3 0,3 0 52,5 0 1,0 5 93,0 3 0,5 7 195,3-2 1,3 2-6,2 2 0,3 6-88,1 2 1,3 3 246,-3 1 1,5 5-121,-2-1 1,2 2 13,-1-1 0,2-4-32,-2 4 1,2-4-733,2 0 0,0-6-160,-1-3 1,-3 1-502,0-1 0,-2-1-10,1-7 1,2-4 1135,-5-9 0,-1-2 0,-3-6 0</inkml:trace>
  <inkml:trace contextRef="#ctx0" brushRef="#br1">11009 15614 7706,'8'0'1058,"0"0"0,-4 0-542,5 0 0,-5 0 610,4 0-450,0 5 0,5 2-125,-1 5 0,-1 2-172,-3 2 1,3 0-215,-3 4 0,-1 1 32,2 3 0,-7 7-224,2 2 1,-2-1 93,-2 6 1,-2-7-775,-2 10 1,-3-9-122,-5 5 0,-2-3-496,-2 3 1,2-5 30,-2-3 1,-2-5 246,1-3 1046,1-3 0,-8 0 0,-2 1 0</inkml:trace>
  <inkml:trace contextRef="#ctx0" brushRef="#br1">11515 15861 7706,'-6'-6'1232,"0"5"1,7-5-1594,4 6 1,-3 0-1717,7 0 2077,-7 0 0,9 6 0,-4 1 0</inkml:trace>
  <inkml:trace contextRef="#ctx0" brushRef="#br1">11478 16021 7896,'-5'13'2406,"3"-1"-1953,-3 0 1,10-1-143,4-3 0,2-1-391,1-3 1,2-2-255,2 2 0,-1-3-350,6-1 1,-5-1-595,5-3 1,-5 1 1277,5-5 0,-6-6 0,3-5 0</inkml:trace>
  <inkml:trace contextRef="#ctx0" brushRef="#br1">11898 15737 7706,'13'0'1093,"-1"0"-504,0 0 0,2 0 330,3 0 0,-2 0-714,5 0 1,1 0-9,4 0 0,5-1-906,3-3 0,7-3 425,1-6 1,-1-3-1314,-7-1 1,-5 1 1596,-7 4 0,-3-1 0,-6 1 0</inkml:trace>
  <inkml:trace contextRef="#ctx0" brushRef="#br1">12133 15762 7706,'-4'12'0,"0"0"357,-6 1 0,5 3-9,-3 1 0,-2 5 72,6-2 0,0 4 152,4 0 1,-2 5-192,-2 0 0,3 1-123,-3-1 0,2-3-36,2 3 0,0-3-609,0-1 0,0-2 292,0-2 0,0-4-738,0-4 0,0-1-1439,0 1 543,0-1 1729,0-5 0,0-2 0,0-5 0</inkml:trace>
  <inkml:trace contextRef="#ctx0" brushRef="#br1">12084 16046 7706,'0'-12'2366,"0"-1"-2189,0 1 1,5 5 486,3 3 0,3 1-221,2-1 0,1 3-138,2-4 0,5 3-384,7-2 0,0 2-333,5-2 0,1-3-1341,7-1 1,-6 1 402,2-1 1350,-8 0 0,6-5 0,-3 1 0</inkml:trace>
  <inkml:trace contextRef="#ctx0" brushRef="#br1">12899 15663 7771,'-7'-6'2354,"7"5"1,9-9-2416,7 6 0,-1-4 111,6 4 0,-1-4-174,5 4 0,1-6 152,3 2 0,-3 1-98,3-1 0,-3 4 76,-1-5 1,-2 7 244,-2-3-191,-4 4 0,-6 2 130,-2 4 1,-4 1-144,-5 7 1,0 1 60,0 2 0,0 2-55,0 2 0,0 4 65,0-4 1,-1 5-133,-3 4 1,2-2 56,-2 6 1,3-4 116,1 4 1,-2 0-64,-2 4 1,3 0-41,-3 0 0,2-4-197,2 0 0,0-1-287,0 1 1,0 1 606,0-5 0,-4-2-39,0-6 1,0 1-485,4-6 213,-5 6 1,2-10-26,-5 1 0,5-5-455,-1-4-411,-3-2 660,0 3 0,-1-5-72,0 0 0,-1 0-698,-3 0 1,0-1 1130,-1-3 0,-5 2 0,-1-3 0</inkml:trace>
  <inkml:trace contextRef="#ctx0" brushRef="#br1">14209 15675 7771,'19'-24'0,"0"-1"426,-2 0 1,-3 6-33,2 2 0,-2 5 1146,-2 4-566,-5-3-490,-2 10 1,-10-4-219,-3 10 1,-5 1-233,-3 7 0,-3 0-65,-6 4 0,0 1 78,1 2 1,-5 2-95,0-5 0,-4 3 115,4-3 1,-4 5-181,4-2 1,-1 0-29,1 0 1,3-3-31,-3 3 0,5 0 29,3 0 1,3-2 20,6-6 1,1 1-71,3-1 1,2 4 91,6 1 0,6-1 249,2-3 0,8-1-99,5 0 1,2 1 259,2-1 0,4 1-142,0-1 0,4 0 18,-5 1 1,5-1-202,-4 0 0,0-1-251,-4-3 0,-1 2-145,1-6 0,-1 0 215,-4-4 1,2 0-1040,-5 0 0,3 0 498,-3 0 1,-1 0 734,-4 0 0,6 0 0,2 0 0</inkml:trace>
  <inkml:trace contextRef="#ctx0" brushRef="#br1">15148 15749 7778,'12'10'524,"1"2"0,-1-6-135,0 6 1,-1-1 160,-2 6 1,0-4-156,-5 4 0,5-3 85,-5-2 1,0 0-98,-4 1 0,-6 3-319,-2 1 1,-4 0-80,-5 0 1,-3-2-146,-9 6 0,-4-6-41,-8 1 0,2-2 144,-2-2 1,1-1-26,-1-3 1,1-1-24,-5-3 0,9-2 288,-1 2 0,10-8-181,2-4 1,6-5-105,6-3 0,7-1-62,1-7 1,10 2-183,3-7 0,8 3 63,5 1 1,6 4 162,2 1 0,1 6 366,-1 2 1,-1-1-159,5 5 0,-5 3 10,5 1 0,-5 4-52,1 4 1,1 3-48,-1 5 0,0 2 319,-5 2 1,5-1 301,0 6 1,4-2-460,-4 2 1,4-4-1,-5-4 0,7-6-83,-2-3 0,5-3 37,-1-1 1,3-10-140,-7-2 1,-1-8 80,1-1 1,-3-6 29,-1-2 0,-2 0 36,-11 4 0,-3 2 360,-5 2-292,-5-2 1,-3 9 180,-8-2 0,-5 7-355,-3 5 1,-3-1 17,-6 1 0,-1 0-472,-3 4 0,-3 0 286,-5 0 1,-4 4-609,0 0 0,-2 5 95,2 0 431,-3 2 1,-5 7-1,-1 1 1</inkml:trace>
  <inkml:trace contextRef="#ctx0" brushRef="#br1">16927 15848 7752,'0'-8'1265,"0"0"-784,0 5 0,-1-7 500,-3 6 0,2-1 542,-2 1-1108,3 2 0,2-3 23,3 5 1,5 0-136,7 0 1,3 1-92,6 3 0,5 3 15,3 6 0,7-1-491,1 0 0,4 1-150,-3-1 1,4-1-420,0-3 0,0-2-19,0-6 0,-4 0 344,-5 0 1,-5 0-688,-3 0 1,-9 0 142,-3 0 1052,-9 0 0,-14-6 0,-7-1 0</inkml:trace>
  <inkml:trace contextRef="#ctx0" brushRef="#br1">16952 16021 7752,'-19'4'266,"2"0"1,3 5 994,2-5 661,0 5-1380,5-2 1,7 4-28,8-3 1,10 2-156,7-6 1,9 4 339,7-3 0,7 0-243,2-1 1,-5-3-475,4 4 1,-6-4-346,2-1 1,-4-1-360,5-4 0,-8 3-934,-1-6 1,-2 1 787,-11-2 0,4-2-1664,-8 3 2531,-7-3 0,3-7 0,-9-1 0</inkml:trace>
  <inkml:trace contextRef="#ctx0" brushRef="#br1">17446 15552 11478,'14'8'1366,"2"0"0,-1-4-1035,6 5 1,1-1-131,7 4 1,-2 2-259,6 2 1,-5 4-52,0 4 0,-1 6-95,-3 3 1,-6 7-310,-6 1 0,-5 5 300,-7-5 0,-2 8 127,-7-3 1,-2 3-161,-13-8 0,2 4 516,-7-3 0,-1-3-137,1-6 0,-4-2-4,4-7 1,2 0-67,6-4 1,-2 1-186,2-9 1,3 2-2195,2-10 1716,2 0 1,2-4-1776,-1 0 2374,6 0 0,2-5 0,5-2 0</inkml:trace>
  <inkml:trace contextRef="#ctx0" brushRef="#br1">19275 15527 7752,'7'-12'0,"4"1"235,-3 2 0,-1 0 382,1 5 1,0 0 179,4 4 0,2 1-314,3 3 0,-4 8-72,4 9 1,-5 8-146,-4 4 1,-1 8-13,-3 4 1,-4 3-53,0 2 0,-6-1-212,-11 1 1,1 3 75,-9 1 0,3-2-156,-7-7 1,-1-2-163,1-6 0,-5-2 171,1-2 1,3-4-283,1-8 1,-1-3 185,1-6 1,-4-5-301,4-3 1,0-3 190,4-1 0,2-2-22,3-7 1,-2 0 36,5-12 0,1 3 203,3-6 0,5 2 54,0-7 1,5-1-51,-1 1 0,3 0 201,1 4 0,1 6-89,3 3 1,4 3 421,9 5 1,-1 2-239,9 6 1,-3 2 149,7 2 1,2 3-127,2 5 1,-1 2 26,1 2 0,-6-1-35,2 6 1,3-4 111,1 3 0,-3-3 48,-1 3 0,-3-3-144,-2 3 0,0-1-63,-4 2 1,-2 4 0,-5-1 0,3 3-202,1 5 0,4 1 0,-1 4 0</inkml:trace>
  <inkml:trace contextRef="#ctx0" brushRef="#br1">20510 15996 9697,'0'9'1036,"0"-1"1,2 2-570,2 6 1,-1 3-210,5 6 1,-4 0-164,4-1 1,-4 5-136,4 0 0,-5 0-678,1-4 1,2-6 260,-2-3-2175,0-2 1461,2-2 1171,-5-5 0,4-7 0,-5-7 0</inkml:trace>
  <inkml:trace contextRef="#ctx0" brushRef="#br1">20523 15799 8306,'12'0'837,"0"0"1,6 0-689,3 0 0,3-4-2400,5 0 2251,3-1 0,10 0 0,2-2 0</inkml:trace>
  <inkml:trace contextRef="#ctx0" brushRef="#br1">21054 15910 7752,'-25'12'1298,"5"-1"-714,-1-2 81,6 2 0,1-6 180,6 3 0,5 3-364,-1-3 1,3 3-323,1 2 1,1-1 22,3 1 1,3-1-120,5 0 1,1 1 87,-1-1 1,0 0-27,1 1 1,-1-1 40,1 0 1,-1-3-13,0-1 0,1 0-9,-1 4 1,-4-3-45,0-1 0,1 0-86,3 4 0,-4 1 87,1-1 1,-5 1-577,4-1 1,-5 0 247,1 1 0,-3-1-845,-1 0 0,-1 2 255,-3 2 1,-3-3-493,-6-1 0,0 1 332,-4-5 976,3 3 0,-9 1 0,4 0 0</inkml:trace>
  <inkml:trace contextRef="#ctx0" brushRef="#br1">22289 16194 7752,'-5'-18'0,"-2"5"0,-5-5 1317,-1 5 1,1 1-585,0 0 1,3 5 1355,1 3-1523,0-3 1,-4 7-315,-1 0 1,2 11-147,3 9 1,-3 4 76,3 0 0,-3 7-112,-2 2 0,3-2 83,1 2 1,0-7-39,5-1 0,-2-2 73,2-6-304,3-1 0,-4-9-295,10-3 1,1-5 226,7-8 1,1-4-596,2-12 1,-1 0 368,6 1 0,-2-1 99,1 0 1,-2 5 54,-5-1 0,-1 10 325,0-1 0,-3 8 443,-1-1 53,-5 4 1,2 12 279,-5 6 1,0 5-394,0 2 1,0 0-576,0-4 0,0 2 194,0-5 0,0-1-1242,0-4 0,6-5 608,2-3 0,3-2-1286,1-2 0,2-11 766,2-6 0,-2-5 1082,3-2 0,2-7 0,0 0 0</inkml:trace>
  <inkml:trace contextRef="#ctx0" brushRef="#br1">22574 15626 11084,'0'12'1084,"0"1"-209,0-1 1,-4 7-338,-1 6 1,-3 2-107,4 10 1,-4-1-275,4 9 1,-6 5 4,2 3 1,1 1-719,-1-5 0,1 5 491,-1-1 1,-2 4-1140,6-8 1,0 2 565,4-10 1,0 0-974,0-4 0,1-5 225,3-3 1385,3-14 0,11 1 0,1-9 0</inkml:trace>
  <inkml:trace contextRef="#ctx0" brushRef="#br1">22957 16231 7752,'0'-8'2331,"0"0"-1001,0-1-119,0-3 1,-6 5-566,-2 3 1,-4 4-129,-5 4 0,1 6-219,-9 10 0,2 8-141,-10 13 1,5 3-392,-1 5 1,5-6 210,3-6 1,5-5-524,7-8 1,4-9 346,5-2 1,7-11-222,5-2 1,6-11 54,7-9 0,3-5-559,1-4 0,1-1 407,-1-3 0,-4 7 207,0 6 0,-1 4 418,-3 0 1,-3 4-150,-2 3 0,-2 7 465,-2 10 0,-5 6-303,-3 10 0,-2 2 279,-2 3 1,0 3-176,0 5 1,0 1 2,0 3 0,0-1-121,0 6 0,-2 4-286,-2 8 1,-3 6 267,-5 2 1,6-31 0,0 0-7,-7 31 0,-3 0 401,-1-4 0,0-4-195,0-1 1,2-16 324,-6-4 0,6-15-207,-1-9 1,-2-6-266,2-7 0,-2-2-147,1-2 1,3-4-153,-2-9 0,2-2-98,2-6 1,5-5 224,3-3 1,3-4-173,1-4 1,0-3 2,0-5 1,0 1-209,0 2 0,5 0 91,3 5 0,3-1-784,2 5 0,0 4 225,4 0 0,2 5-727,6-5 1601,-1 5 0,1-7 0,0 3 0</inkml:trace>
  <inkml:trace contextRef="#ctx0" brushRef="#br1">23377 16454 7752,'12'0'2076,"0"5"0,1-4 60,-1 3 922,-5 3-1569,-1-5-1734,-1 9 1,-2-10-535,5 3-3507,0-2 4286,-1-2 0,4 0 0,-4 0 0</inkml:trace>
  <inkml:trace contextRef="#ctx0" brushRef="#br1">8043 17207 7752,'0'7'1318,"0"-2"-507,0-5 44,-5 0-335,-2-5 591,-5 4-726,5-5 0,3 6 138,8 0 1,3 0-188,5 0 1,6 4-173,3 0 0,3 6-428,5-2 1,3-1 257,5 1 1,-2-1-662,-2 1 0,2-1 373,-6-3 1,3-2-410,-3 2 1,-4-3 254,-4-1 1,-10 1-2172,1 4 2619,-8 1 0,-4 7 0,-7-1 0</inkml:trace>
  <inkml:trace contextRef="#ctx0" brushRef="#br1">8155 17331 7752,'-9'8'-937,"1"0"0,4-4 1786,-4 4 1,4-4-306,-5 5 1,7-1 152,-2 4 1,-2 6-287,2 3 1,0 3-100,4 5 1,0-1-62,0 5 0,0 4-25,0 4 0,0 4-269,0-4 1,0 5 122,0-5 1,0 5-519,0 0 0,0-8 280,0-1 1,0-8-701,0 0 0,0-4-336,0-5 35,0-2 685,0-11 1,4-3 473,0-8 0,0-3 0,-4-5 0,4-6 0,0-3 0,6-2 0,-3-2 0</inkml:trace>
  <inkml:trace contextRef="#ctx0" brushRef="#br1">8118 17800 7752,'0'-14'137,"0"-2"0,0 6 450,0-2-385,5 2 0,-2 3 373,5 3 1,0 3-181,5 1 0,-1 1 4,0 3 0,5-1-131,-1 5 1,6-4-257,-1 5 1,4-7-252,3 3 0,-1-4-267,1-1 1,-2 0-46,-1 0 0,0 0-1563,0 0 2114,-6 0 0,4-6 0,-4 0 0</inkml:trace>
  <inkml:trace contextRef="#ctx0" brushRef="#br1">8896 17479 7752,'-5'-13'184,"3"1"167,-2 0 1,-3 1-97,-1 2 0,1 0 106,-1 5 1,4 0 212,-5 4 0,5 1-199,-4 3 0,1 4 32,-1 9 0,-2 8-78,6 7 1,-5 6-156,0 3 0,3 7-31,-3 5 1,7 2-308,-3-1 1,4 1-538,1 2 0,0-2 458,0-5 0,0-7-822,0-1 1,6-16 466,2-10 1,4-8-348,5-8 1,-2-11 89,5-5 855,1-11 0,9-5 0,2-5 0</inkml:trace>
  <inkml:trace contextRef="#ctx0" brushRef="#br1">9254 17392 7752,'13'-5'1187,"-1"5"-675,0 0 1,-1 7 26,-2 9 1,0 3-159,-5 6 0,0 7 1,-4 5 0,0 1-125,0 7 1,-1 1-232,-3 3 1,-4 1 75,-9-1 0,2-5-510,-5-3 1,3-4 105,-3-4 1,0-3-160,0-5 1,-2-7 143,5-6 0,1-5-157,3-7 0,1-6 107,0-2 1,5-8 55,3-5 0,2-2 41,2-2 0,0-4 68,0 1 0,0-3 200,0 3 1,2 1 278,2-1 0,-1 2 358,5 1 1,0 6 146,4 2 1,1 9-392,-1 4 1,2 2 57,2 2 0,-1 11-87,6 6 0,0 1 8,3 2 0,1 1-134,0 4 0,-1-6-798,1-3 0,4 1-216,0-5 0,0 3-730,-5-7 1,-3-2 1507,0-2 0,-6-3 0,3-1 0</inkml:trace>
  <inkml:trace contextRef="#ctx0" brushRef="#br1">9687 17491 7752,'4'8'723,"0"1"0,2-1-591,-2 4 1,-2 1 37,7-1 0,-1 6 621,4 2 0,1 4-283,-1 0 0,0 5-171,1 0 1,-2 5-278,-3-1 1,1-1-151,-4 1 0,-1 0-436,-4 4 1,-6 0 390,-2 0 0,-9 0-623,-3 0 0,-3 0 328,-2 0 0,-5-5-90,-3-4 0,1-1 59,-1-3 1,6-5 4,-2-2 0,3-9 456,1-4 0,-5-8 0,-2-3 0</inkml:trace>
  <inkml:trace contextRef="#ctx0" brushRef="#br1">10589 17862 7752,'-9'-4'539,"1"-1"0,4 1 356,-4 4-521,5-5 0,-2 2 221,5-5 1,0 4-197,0-4 0,1-2-25,3-7 0,9 2-181,7-5 1,9-1-125,4-4 1,3 1-14,1-1 0,0 2 43,0 2 0,-6 9-220,-2 8 1,-3 2 123,-1 2 1,-6 7-106,-2 6 0,-5 0 76,-4 8 1,2-1-79,-6 5 0,6-2 32,-2-2 0,-1 1 40,1-6 0,0 0 64,5-8 0,-1 1 12,0-4 0,1 3-444,-1-4 0,0 0 183,1-4 0,-1 4-297,0 0 0,1 0 213,-1-4 0,0 0-1747,1 0 1336,-6 0 1,2-1-240,-5-3 951,1 2 0,-11-3 0,-1 5 0</inkml:trace>
  <inkml:trace contextRef="#ctx0" brushRef="#br1">10737 17998 7752,'-19'12'-937,"2"0"0,5 1 1970,4-1 1,-2-4 234,6 0-343,0 1 0,11 2-406,5-3 0,6-1 32,7-3 1,5-3-102,3 3 0,2-2-70,3-2 0,-1-2-629,0-2 1,0 3 201,0-3 1,-1-2-903,-4 2 1,6-4 598,-1 4 0,-2-4-2671,2 3 3021,0 1 0,-10-1 0,3-2 0</inkml:trace>
  <inkml:trace contextRef="#ctx0" brushRef="#br1">11775 17454 7752,'0'-8'-866,"0"0"3036,-6 5-915,5-3 0,-2 6-610,11 0 0,8 0-11,12 0 1,4 0-248,5 0 1,6-1-4,2-3 0,4-2-126,5-2 1,-5-3-620,1 3 1,-8-3-146,-9-1 1,2 3-1379,-7 1-1849,-4 0 2739,-12 1 0,-6 3 181,-6 8 813,-11-3 0,-3 10 0,-11-4 0</inkml:trace>
  <inkml:trace contextRef="#ctx0" brushRef="#br1">12121 17417 7752,'-18'5'236,"8"2"-22,-2 6 1,2-1 102,-2 0 0,5 6-81,3 3 0,3 4 330,1 3 0,0 4-170,0 5 1,0 4-71,0 0 1,0 1-212,0-5 1,0 0-148,0 0 0,0-2-610,0-2 0,0-7 467,0-5 0,1-6-1732,3 2 883,-2-9 1024,9-3 0,-5-5 0,7 0 0</inkml:trace>
  <inkml:trace contextRef="#ctx0" brushRef="#br1">11997 17800 7752,'-7'-1'0,"3"-4"0,-1 3 307,1-7 0,1 7 91,7-2 0,3 2 101,5 2 0,6 0-83,3 0 1,3 0-138,5 0 0,1-4-443,3 0 0,3-1 182,-3 0 1,1 3-1222,-1-7 1,3 3 1202,-3-3 0,-3-7 0,0 2 0</inkml:trace>
  <inkml:trace contextRef="#ctx0" brushRef="#br1">12677 17392 7752,'1'-7'707,"3"3"1,-1-1-269,5 1 1,-4 0 68,5 4 0,0 0-471,8 0 1,1 0 13,2 0 1,4 0-586,-4 0 0,3 0 410,2 0 1,0 0-1167,0 0 1,-5 0 1289,1 0 0,-6 0 0,3 0 0</inkml:trace>
  <inkml:trace contextRef="#ctx0" brushRef="#br1">12850 17380 7948,'-4'8'930,"0"0"0,-2 1-549,2 3 1,-2 6-22,-2 2 0,-3 5-133,3 4 0,-3 7-79,-1 5 1,-1 4-27,1-4 1,0 5-95,-1-5 1,2 4 82,3-4 0,3-5-63,5-7 0,1-5-114,3-3 0,3-5 33,5-7 0,5-4-215,-1-5 0,5 0 131,-5 0 0,6 0-467,-1 0 1,-2-1-35,2-3 0,-2 1-288,1-5 0,4 0 407,-4-5 0,0 1 499,0-1 0,1 1 0,3 0 0</inkml:trace>
  <inkml:trace contextRef="#ctx0" brushRef="#br1">13258 17479 7752,'6'0'1492,"1"4"-696,-3 0 0,-1 7-303,5 1 1,-5 2-107,1 7 0,3-1-146,1 5 0,-1 0-187,1-1 1,-1 1 106,2 0 1,2-6-573,-3-3 1,7-2-276,1-1 1,6-7-680,-1-1 0,2-5 604,2-5 761,0-7 0,-1-7 0,1-6 0</inkml:trace>
  <inkml:trace contextRef="#ctx0" brushRef="#br1">13603 17454 7752,'-24'0'330,"-1"1"183,0 4 1,1 1-261,-1 7 0,-5 10-51,-3 6 0,-4 11-130,-4 5 1,2 7-281,-2 2 0,4-2 250,4-7 1,10-8-325,10-8 0,6-8-510,7-5 0,3-8 792,5-4 0,1-8 0,8-3 0</inkml:trace>
  <inkml:trace contextRef="#ctx0" brushRef="#br1">13678 17442 7752,'5'-13'0,"-2"1"359,5 0 0,0-1-95,5 1 0,-1 0 238,0-1 1,2 1-179,3 0 1,-2-1-157,5 1 1,1 1-252,4 3 0,-2 2 106,-2 6 1,2 0-103,-3 0 0,-2 0 68,-1 0 1,-3 6 258,-2 2 1,-4 4-140,0 5 0,-5-2 137,1 5 1,-2-3-73,-2 3 1,-2 1-39,-2 4 0,1 1-23,-5 3 0,4-2 6,-4 6 1,4-1-153,-5 1 1,7 6 64,-2-2 0,2 9-146,2-1 1,-4-8 24,0-4 1,0-6 523,4-2 0,0-6-200,0-2 1,-4-8-14,0 0-307,-1-7 0,0 4 95,-3-6 1,1-2-322,-1-2 0,4 2 176,-5-7 0,1 1-262,-4-4 0,-1 4 136,1-1 0,-2 1-471,-2-4 1,2-1-56,-2 1 0,-2-2-181,1-2 1,-3 2 967,3-2 0,-10-4 0,1 1 0</inkml:trace>
  <inkml:trace contextRef="#ctx0" brushRef="#br1">14987 17380 7752,'20'-25'241,"-3"5"111,-4-1 0,-2 6-51,-3-2 0,2 4 103,-6 0 561,0 7-570,-4 0 1,-6 7-227,-2 4 0,-3 3 32,-1 8 1,-1-1-106,1 6 1,-6 4 1,-2 3 0,-4 5-78,0-4 0,-3 7-67,-1 1 1,-5 4-214,-9 4 0,20-18 1,-1 0 89,-3 0 1,-1 0 0,-6 5 0,-2 1-210,-3 4 1,-2 1 0,-3 1 0,-2 1 128,0 3 1,0 1 0,-3-1 0,1 0 112,2 1 0,-1-1 0,1-4 0,0 0-27,1 0 1,1 0-1,7-8 1,2 0 17,3 0 0,0 0 1,5-5-1,2 0-77,-18 19 1,8-4-107,14-8 0,3-8-57,9-9 0,4-3 386,8-5 0,3-15 0</inkml:trace>
  <inkml:trace contextRef="#ctx0" brushRef="#br1">14666 18171 7752,'-8'0'-326,"0"0"389,5 0 288,-8 0 103,4 0-86,-5 0 1,1 1-67,2 3 1,-2-3 59,3 3 1,1 3-238,-1 2 1,0 2 75,-4 1 1,3 6-38,1 2 0,1 4 38,-1 0 0,2 7-479,6 2 1,0 1 213,0-1 0,2 2-833,2-2 1,4-4 448,9-4 0,-4-3-458,4-10 1,2 2 904,2-10 0,2 0 0,2-4 0</inkml:trace>
  <inkml:trace contextRef="#ctx0" brushRef="#br1">14963 18220 7752,'6'0'-287,"0"0"1,-5-4 1282,3 0-73,-2 0-291,3 4-190,-5 0 0,0 1-46,0 3 1,4 3-59,1 5 1,-1 2-399,-4 2 0,0 2 109,0 3 1,0 2-476,0-2 0,0-2 312,0 2 0,1-6-794,3 1 348,-2-2-1391,9-7 1951,-5-2 0,7-10 0,-1-2 0</inkml:trace>
  <inkml:trace contextRef="#ctx0" brushRef="#br1">15000 18047 7752,'8'0'409,"0"0"45,-5 0-486,8 0 0,-4 0 93,5 0 0,-4 1-1493,1 3 1432,-1-2 0,10 9 0,1-4 0</inkml:trace>
  <inkml:trace contextRef="#ctx0" brushRef="#br1">15160 18109 7428,'0'8'1181,"0"0"-686,6-5 0,-1 8-76,4-3 1,2 3-164,-3 2 1,-1 0 71,1 4 0,-4-2-58,4 5 0,-5 1-34,1 4 0,2-1-87,-2 1 0,0 3 52,-4-4 1,-4 4-261,0-8 0,-1-2 193,5-1-185,-5-9 151,4-3-284,6-21 1,3 1-107,9-14 0,-3-1-205,-2 1 0,0-1-174,1 1 1,-5 4 297,0 0 1,-4 1-1607,4 3 1977,-5 3 0,8-10 0,-4 1 0</inkml:trace>
  <inkml:trace contextRef="#ctx0" brushRef="#br1">15370 18109 7752,'7'5'0,"3"-2"473,-6 5-189,6 0 0,-4 5 137,7-1 0,-5 1-283,0-1 1,-5 0 63,1 1 0,2 0-226,-2 4 0,0-2 95,-4 5 0,0 0-23,0 0 0,-2 4 115,-2-4 1,-1-1-326,-3 2 1,-2-6 10,6 2 245,0-9-1,-2-3 0,5-6-39,-3-3 0,7-4-47,1-9 1,5 2 69,-1-6 0,3 2-78,2-1 1,1-2 81,2 5 1,-1-1-520,6 2 0,-5 3-172,5 1 0,-6 0-429,1 4 1,4-2 1038,0 2 0,4-3 0,0 4 0</inkml:trace>
  <inkml:trace contextRef="#ctx0" brushRef="#br1">15976 18257 7752,'7'-25'365,"-3"1"1,-3-1-51,-1 0 0,0 2 228,0 2 0,-4 3-165,0 6 1,-6 1 2,2 3 0,-3 2-72,-1 6 0,-1 7 43,1 6 0,0 4-26,-1 8 1,5 5-113,0 3 0,5 3-125,-1 1 0,3-1 71,1-3 0,0 1-700,0-5 1,1 4 332,3-4 0,3-1-1170,5-3 0,2-7 285,2-6 1,4-5-689,4-7 1780,-4 0 0,3-11 0,-4-3 0</inkml:trace>
  <inkml:trace contextRef="#ctx0" brushRef="#br1">16309 17961 7752,'7'1'51,"-3"3"1,3-1 734,1 5 0,-1 4-261,2 5 1,-5 5 166,4-2 0,-5 8-244,1 1 1,-3 5-77,-1-1 1,-1 3-739,-3 1 0,-7 0 280,-6 0 1,-5 0-706,2 0 1,-4-7 491,0-5 0,-1-3-228,0-10 1,6 2 105,2-10 1,4-5-254,0-8 1,7-3 301,1-5 0,4-2 182,1-5 1,0-1 323,0 0 1,0 2-194,0 2 0,1-2 559,4 2 0,0 3-297,3 2 0,3 6 194,-3 2 1,-1 5-131,2-1 0,0 3 410,8 1 0,-2 1-284,5 3 1,0 3-322,0 6 0,4 3-738,-4 1 1,-1-1 435,2-4 0,0 1-947,3-1 1,-5 0 1176,-2 1 0,-3-1 0,-2 1 0</inkml:trace>
  <inkml:trace contextRef="#ctx0" brushRef="#br1">16668 18343 8862,'-6'7'992,"5"4"1,-6-4-854,3 6 0,1 3-39,-5 0 0,1 6-229,-1-1 1,-3-2-469,3 2 1,1-2 356,-2 2 0,1 2-1679,-4-2 1919,-1-4 0,-4 7 0,-3-5 0</inkml:trace>
  <inkml:trace contextRef="#ctx0" brushRef="#br1">16927 17973 7752,'7'-6'-396,"0"5"277,-3-3 0,-1 3 1976,5 1-1306,0 0 1,9 4 405,-1 0 1,6 5-406,-1 0 0,2 2-166,2 1 1,4-4-614,-1 0 0,7-5 183,-2 1 0,1-2-290,-1-2 0,1-2 318,-5-2 0,0-1-2291,-4-4 2307,-6-2 0,-1 5 0,-6-7 0</inkml:trace>
  <inkml:trace contextRef="#ctx0" brushRef="#br1">17150 18084 7752,'-5'23'105,"1"-2"0,-4 2 260,4-2 0,0 2 373,4 2 1,0 4-282,0 0 1,0 4-7,0-5 0,0 1-105,0-4 0,0 0-145,0-1 1,0-5 0,0-2 0,0-3 252,0-2-50,0 0 25,0-5-101,0-1-328,0-6 0,-6-6 0,-1-1 0</inkml:trace>
  <inkml:trace contextRef="#ctx0" brushRef="#br1">17075 18368 7752,'13'-7'0,"-5"-2"378,0 5 0,2-2-41,6 2 1,-2 3 214,3-4 0,2 4-169,1 1 0,4 0-429,0 0 1,-3 0-320,0 0 1,1-4-381,6 0 1,-2-2 365,3 2 0,-7 2-687,-1-7 1066,-6 1 0,8-10 0,-3-1 0</inkml:trace>
  <inkml:trace contextRef="#ctx0" brushRef="#br1">17644 18059 7752,'7'7'316,"2"4"221,-5-3 1,5-1-117,-5 2 0,4-1 10,-4 4 1,6 2-294,-2 2 1,-1-1 63,1 6 0,-5-5-352,1 5 1,-3 0 157,-1 3 1,0 1-425,0 0 1,-9 4 36,-4-1 1,-7 5-261,-1-4 1,2 4 132,-2-4 1,5-6-113,-5-6 1,6-5 617,-1-4 0,-4-2 0,1-6 0</inkml:trace>
  <inkml:trace contextRef="#ctx0" brushRef="#br1">17940 18072 7752,'20'-2'75,"-4"-2"0,2 1 151,-2-5 0,1 4 530,-5-4 1,1 5-253,-1-1 1,0 3 246,1 1 0,-1 0-302,0 0 0,-3 5-183,-1 3 0,-1 3-64,1 2 0,-1 5 237,-3 2 0,-3 3-184,3 2 1,-2 0-289,-2 0 0,0 1-305,0 2 1,0 0 295,0 5 0,-6-6-1169,-2 2 1,-3 1 569,-1-1 1,-8 1-635,-4-1 0,-1-3 620,-4 3 0,-2-3 111,-2-1 1,1-5 543,-1 1 0,6-11 0,-4 6 0,7-9 0</inkml:trace>
  <inkml:trace contextRef="#ctx0" brushRef="#br1">5128 17306 7947,'0'-7'924,"5"-4"0,-4 11-532,4 0 0,0 10-170,-1 6 0,0 10-1,-4-1 1,-1 9-70,-3 3 0,-4 2-45,-9 6 0,2 4-173,-6 5 1,-3 1-226,-5-2 1,-4-3 221,4-1 1,-1-6-46,1-10 0,7-5 34,-3-7 0,3-5-187,-2-7 1,4-4 74,4-5 0,-2 0 13,2 0 0,-1-5 127,5-4 0,4-6-8,-1-1 0,7-6 79,-3 1 0,4-6-155,1-2 1,1 2 122,4 6 0,1-2-76,7 2 1,3 3 203,1 2 1,5 3-56,-2 5 1,4 1 205,0 3 1,1 4-50,0 0 0,0 6-55,-1 6 1,2 0-62,3 1 1,-4 5 126,0 2 0,-2 4-358,-7 0 0,5 2 89,-5 3 1,1-1-526,-5 5 1,-3-10 280,-1 2 0,-6-3-359,3 2 0,1-5 169,3-2 0,-2-9 475,1-4 0,0 3 0,4 0 0</inkml:trace>
  <inkml:trace contextRef="#ctx0" brushRef="#br1">5795 17985 7959,'-2'-33'-63,"-2"0"0,-1 6-132,-3-2 1,-3 3 598,2 1 0,2 6-49,-1 3 0,0 3-185,-4 5 0,-1-2 144,1 6-136,0 0 1,1 6 0,2 2 0,0 4 168,5 8 1,0 5-67,4 8 0,0 2 74,0 6 0,0 6-270,0 2 1,1-2-217,3-2 1,-3-3-173,3-1 0,2-5 212,-2-3 1,6-10-34,-2-7 0,8-6 25,5-10 1,2-13-277,2-7 0,4-13-75,0-1 0,5-8-447,-1-4 0,-1 2 464,1-1 1,-6 0 78,2 3 1,-4 2 46,-5-1 1,-3 7 306,-9 1 0,-3 1 0,-5 7 0,2 0 0,-4 5 0,-3-1 0,-2 0 0</inkml:trace>
  <inkml:trace contextRef="#ctx0" brushRef="#br1">6104 17244 7959,'0'12'-2,"1"-1"121,3-2 326,-2 2 1,3-5-55,-5 7 1,-1 1 43,-3 2 0,2 3-94,-2 6 1,-3 1 16,-1 3 1,1 8-82,-1 8 0,1 5-376,-1 3 1,-2 3-233,6 6 0,-1 5 269,2-32 1,1 0-1,1 33-925,-3-2 0,7-14 503,1-7 1,7-11-409,1-5 1,6-14 300,7-7 0,-1-8 591,1-8 0,3-1 0,4-12 0,7 0 0</inkml:trace>
  <inkml:trace contextRef="#ctx0" brushRef="#br1">5819 17775 9010,'7'6'1098,"-1"1"1,-6 5-877,0 0 1,0 5-179,0-1 1,0 6 99,0-1 0,0 2-635,0 2 1,4-5 315,0 1 0,6 0-921,-2 3 0,3 0 55,1-4 1041,1-2 0,-1-6 0,0 1 0</inkml:trace>
  <inkml:trace contextRef="#ctx0" brushRef="#br1">6413 17899 7959,'0'-13'-236,"0"1"1,0 4 821,0 0 198,0-1 1,-2-3-273,-2 0 1,3 3-152,-3 1 0,1 5 10,-1-1-149,-3 3 1,-6 6-71,1 4 0,0 7 41,-1 5 1,5 2-283,0 2 0,4-1-10,-4 1 0,5-4-41,-1-1 0,2-5-361,2 2 1,6-7 219,2-2 0,3-6-5,1 3 1,6-10 48,3-3 0,1-7 203,-2-1 0,2 1-26,-5 6 0,-1 0 214,-3 5 0,-1 0-106,0 4 1,-1 6 85,-2 7 1,-4 6 175,-5 10 0,0 0-123,0 8 0,0-2-98,0 11 1,-1-2 11,-3 1 0,-2-1-159,-2-3 1,-3-3 200,3 4 1,-3-8 79,-2-1 1,1-11-106,0-2 1,-1-5 116,1-2 0,-2-6-203,-2-3 0,2-3 76,-3-1 0,2-5-137,-1-4 0,2-3 103,-2-4 0,6-4-534,2-4 0,4-2 221,-4-3 1,5-4-874,-1-8 0,4 1 196,4-5 1,3 3 915,5-3 0,0 0 0,1-5 0</inkml:trace>
  <inkml:trace contextRef="#ctx0" brushRef="#br1">6796 17763 7959,'12'0'511,"0"0"-211,1 0 1,-1 0-46,0 0 1,5 0 813,-1 0 0,2 0-524,-1 0 0,2 0-356,6 0 1,-5 0-309,1 0 1,1 0-454,7 0 1,-5-1-613,1-4 1,0 4 668,-5-3 0,-2 1-1308,-1-1 1111,-4 3 712,-6-5 0,-1 6 0,-6 0 0</inkml:trace>
  <inkml:trace contextRef="#ctx0" brushRef="#br1">6944 17874 7959,'-13'6'0,"1"-4"313,0 7 0,4-3 230,-1 3 585,7 2-541,-4-5 0,13 5 31,5-2 0,6-4-258,7-5 1,0 0-160,-1 0 1,2 0-963,3 0 0,-3-1 569,3-3 0,-3 1-1038,-1-5 1,0-1 592,-1-3 1,0 0 636,-4-1 0,4-4 0,-5-3 0</inkml:trace>
  <inkml:trace contextRef="#ctx0" brushRef="#br1">6845 17565 7941,'-7'-12'249,"2"5"1420,5-4-1100,0 10 0,1-5 443,3 6-864,-2 0 1,7 2-232,-5 2 1,4 3 144,-3 5 1,-1 4-42,-4 1 0,0 5-125,0-2 1,-6 4 96,-2 0 0,-3 2-75,-1 3 1,-2 2-11,-3 1 0,2 8 5,-5-3 0,6 3 150,2-3 1,1-1 29,7-3 0,-1 1 24,5-5 1,2-4-8,2-5 1,4-9 23,9 2 0,3-9-71,9 0 1,-3-4-244,3-4 1,3-3 94,1-6 1,-2 0-937,2-4 1,-1-1 88,1-2 0,-3-4-923,-6 4 1855,1-9 0,0 3 0,0-4 0</inkml:trace>
  <inkml:trace contextRef="#ctx0" brushRef="#br1">7191 17565 7941,'0'8'385,"0"1"1,0-1-77,0 4 0,4 1 326,0-1 1,6 2-170,-2 2 1,4-1-25,5 6 0,-3-5-163,2 5 0,3-5-177,2 5 0,-2-2-23,2 2 0,-5 2-177,5-2 1,-6-2-329,1 2 0,-2-1 291,-2 5 0,-5-5-370,-3 1 0,-2-5 211,-2 5 0,-2-4-121,-2 3 1,-4-5 80,-8 2 1,-5 2-61,-8 1 1,-2 0 240,-6 0 1,-1-3 7,1 3 0,-4-3-522,0 3 1,-6-5 666,2 2 0,-3 2 0,-1 0 0</inkml:trace>
  <inkml:trace contextRef="#ctx0" brushRef="#br1">20424 17825 7905,'0'-13'0,"0"-3"604,0-1 0,0 1-140,0 4 1,5 1 361,4 2 1,-3 4-327,3 5 0,-1 3 0,4 5 1,-1 6-98,-3 10 1,2 6 13,-6 3 1,0 3-112,-4 1 1,-5 6-28,-3 2 0,-8-1-197,0 1 1,-6-4 161,1 5 1,-7-2-281,-5 1 0,2-8 101,3-8 1,-3-5-374,3-3 1,0-3-149,8-6 1,2-5-322,5-3 0,1-8 290,0-4 1,1-9-161,2-3 0,4-4 199,5 0 0,-1-2 141,-4-3 1,4-3-38,-3-5 0,3 6 126,1 2 1,0 3 169,0 1 0,0 2 106,0 2 0,1 7 228,3 6 1,3 5 11,5-1 0,1 4 398,-1 4 1,4 5-24,1 7 0,5-1-250,-2 6 1,0-1-78,0 5 1,-1-3-101,2 3 0,1-3-410,-5 7 0,3 1-337,-3-1 0,-1 4-1467,-4-5 1088,1 7 1,-1-9-1,2 3-1681,2-3 2561,-2-7 0,9-1 0,-3-6 0</inkml:trace>
  <inkml:trace contextRef="#ctx0" brushRef="#br1">20881 18047 7905,'-7'0'1341,"2"0"1,6 0-953,3 0 0,10 0 290,11 0 0,6 4-245,10 0 1,3 0-443,6-4 1,3 0 90,1 0 0,2-1-1031,-7-3 1,2-3-70,-10-5 1,-5-1-1763,-7 1 2779,-3 0 0,-7-1 0,-1 1 0</inkml:trace>
  <inkml:trace contextRef="#ctx0" brushRef="#br1">21313 17664 7371,'-12'12'-1203,"4"1"2142,0-1 0,1 2-355,-2 2 0,-2 4 275,3 4 1,1 11-315,-1 2 0,5 12 80,-1 0 1,-1 4-298,1-4 1,0 2-223,4 2 0,0-7-876,0-1 0,0-9 556,0-3 1,1-7-1083,3-2 1,-1-4 625,5-8 1,4-5-760,5-3 1429,-1-8 0,2-9 0,1-6 0</inkml:trace>
  <inkml:trace contextRef="#ctx0" brushRef="#br1">21462 17973 7905,'8'0'-109,"0"0"0,-4 4 450,4 0 0,1 6 504,3-2 1,0 8-229,1 5 0,-2 4-187,-3 4 0,2 2-140,-6 6 1,4 0-74,-4 0 1,0 0-188,-4 0 0,-4 0 80,0 1 1,-4-8-86,4-6 1,-2-4 339,2-8-173,3-5 1,-5-7 67,6-8 1,2-10 12,2-7 1,2-5-521,7-7 1,-1-2 187,1-2 1,-1 3-554,0-3 1,5 2 361,-1 2 1,5 7-431,-5 5 1,2 6 48,-1 7 631,-4-1 0,5 6 0,-5 2 0</inkml:trace>
  <inkml:trace contextRef="#ctx0" brushRef="#br1">22154 18208 7905,'0'-25'282,"0"0"1,-5 5-53,1-1 1,-1 5 288,1-5 1,1 7-130,-5 2 1,-1 4 153,-3 3 0,-2 4-29,-2-3 0,2 9-57,-2 8 1,-3 5 10,-2 6 1,2 8-125,-2 5 1,5 0-258,-5 4 0,10-4 99,-1-4 1,3 2-600,1-7 0,3 0 307,5-8 1,1-7-499,3-9 1,9-5 82,7-8 1,5-6-161,4-14 1,2-2 209,6-6 1,-4 0 99,0 0 1,-7 4 283,-1 0 0,0 7-90,-5 1 0,-2 6 267,-1 6 0,-8 7-93,0 1 1,-7 11 414,2 6 0,-2 7-55,-2 10 0,-4-1 117,0 5 0,-5-6-164,5 2 0,-4-2-110,4 2 1,-4-7-838,3 3 1,1-9 378,4 1 0,0-3-1210,0-2 824,0-5 643,0-7 0,6-7 0,1-5 0</inkml:trace>
  <inkml:trace contextRef="#ctx0" brushRef="#br1">22401 18084 7905,'0'8'133,"0"1"0,0-1 280,0 4 0,0 0 593,0 1 1,0 1-464,0 2 0,0 3 11,0 6 1,-4 4-130,-1 0 0,-3-1-891,4-3 0,0-2 375,4-2 1,0 1-151,0-6 1,0-3-76,0-5 0,1-7-374,3-1 0,7-6 179,6-11 1,4-2 141,-5-6 1,6-4 334,-1 1 0,1-5-106,-2 4 0,2-3 496,-5 7 1,-1-1-198,-4 10 1,1-1 1213,-1 5-942,0 5 1,-5 3-12,-3 8 1,-4 9 62,-4 7 0,2 4-112,-7 0 0,2 1-399,-1 0 0,-1-1 125,4 1 0,0-4-1165,1-1 1,2-5 578,-2 2 1,4-5-1293,5-4 1,1 2 1780,7-6 0,5-5 0,1-6 0</inkml:trace>
  <inkml:trace contextRef="#ctx0" brushRef="#br1">23142 17998 8445,'-12'0'2020,"-1"0"-1803,1 0 1,0 0 777,-1 0 1,-3 9-421,-1 4 0,-5 7-133,2 1 1,1 2-150,-2 2 0,6 1-356,-2 3 0,5-5-57,4 1 1,2-2-12,6-6 1,2 3 12,2-3 0,7-1 62,5-3 0,6-5-286,-1 0 0,-2-4 100,2 5 0,-1-3 187,5 3 1,-6 2-33,-2-3 0,0-1 219,0 1 0,-6 0-175,-7 5 1,-3-5-188,-1 0 1,-1 0-479,-3 5 0,-8-1 314,-9 0 0,0 1-289,-3-1 1,2-1 227,-7-3 0,3 2-1050,1-6 1505,0 0 0,-5 2 0,-1 0 0</inkml:trace>
  <inkml:trace contextRef="#ctx0" brushRef="#br1">23698 18109 7905,'-8'-4'0,"0"0"670,5-1 1,-3 4 299,6-3 63,0 3 1,3-5-478,5 6 0,2 1-185,10 4 1,5-4-142,4 3 1,4-3-471,-4-1 1,5 0 94,-1 0 0,1 0-59,-1 0 1,2 0-995,-7 0 0,0-1 547,-7-3 0,-4 3-2044,-4-4 2695,-6 4 0,-13 1 0,-8 0 0</inkml:trace>
  <inkml:trace contextRef="#ctx0" brushRef="#br1">23661 18171 7905,'-7'0'1857,"2"1"-1322,5 3 1,6-3-204,7 3 0,10 3 10,10 2 1,3-3-298,1 3 0,1-7 82,3 3 1,-2-4-891,2-1 1,-4 0 524,-4 0 1,-3-1-2163,-5-4 2400,0-1 0,-6-12 0,-1-1 0</inkml:trace>
  <inkml:trace contextRef="#ctx0" brushRef="#br1">23896 17652 7905,'-13'0'534,"1"0"0,2 5-105,-2 3 1,2 3 197,-6 2 1,-3 6-224,-2 6 0,-6 5-23,-2 7 1,-1 5-116,1 4 1,3 2-152,-3 1 1,8-1 57,5-2 0,3 0-134,5-5 0,3-4-3,5-4 1,5-5 159,3 1 0,5-5-244,3-3 0,4-3 24,4-6 0,-3 1-175,-1-1 0,1-1-245,4-3 0,4-2-279,-1-6 1,1-2-82,-4-2 1,4-7-516,0-5 1,-1-6 1318,-3 1 0,5-13 0,2-5 0</inkml:trace>
  <inkml:trace contextRef="#ctx0" brushRef="#br1">24205 17775 7905,'-7'0'184,"1"0"0,6 6 544,0 2 1,6 4-183,2 5 1,8 2-224,5 6 0,2 1-244,2 3 0,0 2 39,0 6 1,-2 0-183,-3 0 0,2-1-54,-5-3 1,-5 3 158,-4-3 1,-5-3-309,1-1 1,-8-3 96,-4-2 0,-4-3-134,-5 0 0,-1-1 28,-2 5 0,-4-6 28,4-2 0,1 0 9,-2 0 0,6-5-133,-2-4 1,4-5 371,0 1 0,1-2 0,0-2 0</inkml:trace>
  <inkml:trace contextRef="#ctx0" brushRef="#br1">25280 17676 7765,'-21'-1'187,"0"-3"1,6-2 246,-1-2 1,2-3 1416,2 3 172,5 2-1467,1-4 1,13 4-47,6-2 1,6 2-146,10 6 1,4 0 211,8 0 1,1 0-200,4 0 0,2 0-336,-3 0 1,-1 0-272,1 0 0,-1 0-334,1 0 0,-2 2-24,-6 2 0,-5-3-757,-4 3 0,-3-2 168,-4-2 243,-9 5 298,-6-3 635,-6 3 0,-11 0 0,-3 2 0</inkml:trace>
  <inkml:trace contextRef="#ctx0" brushRef="#br1">25440 17652 7765,'-16'0'0,"-1"0"0,1 1 270,3 3 1,2-1 426,3 5 0,-1 0 61,4 5 0,1 5-280,4 2 1,0 5 43,0 4 0,0 6-157,0 7 0,4 4-2,1 0 1,-1 6-155,-4 1 1,0-1-111,0-6 0,0 2-109,0-3 0,0-4-295,0-4 0,0-5-611,0-7 0,0-2 416,0-3 1,0-2-1762,0-5 1581,0-7 1,1 0-208,3-6 1,-2-1 886,2-4 0,3-1 0,-1-7 0</inkml:trace>
  <inkml:trace contextRef="#ctx0" brushRef="#br1">25354 18072 7765,'0'-13'759,"0"6"0,5 2-258,3 5 0,3 0-26,2 0 1,5 0-140,2 0 0,5 4-234,4 0 0,-2 4 114,6-3 0,-1 0-790,1-1 1,1-2-132,-5 2 1,4-3-578,-4-1 0,1 0 1282,-1 0 0,-3-5 0,4-2 0</inkml:trace>
  <inkml:trace contextRef="#ctx0" brushRef="#br1">26280 17726 7765,'-12'-13'0,"0"1"359,-1 0 0,1 1 168,0 3 125,-1-3 0,1 9-218,-1-2 0,1 4-12,0 4 1,-1 4-79,1 9 1,0 8 46,-1 8 0,1 4-115,0 4 1,1 0-23,2 8 0,-2-1-233,3 10 1,3-6-53,1 2 0,2-5-635,2-4 0,2-2 396,2-6 1,4-7-999,8-5 1,4-7 411,4-10 0,2-2 128,3-6 1,3-7 81,5-6 646,0-5 0,-1-5 0,-3-6 0,-3-5 0</inkml:trace>
  <inkml:trace contextRef="#ctx0" brushRef="#br1">26688 17615 7765,'12'0'686,"1"0"375,-1 0 1,0 1-438,1 3 1,-6 8-273,-3 9 1,-3 4-150,-1 4 0,0 2 25,0 6 1,-5 4-26,-4 1 0,-6 3 0,-1-4 0,-6 4 25,1-3 1,-2 3 142,-2-4 1,1 0-645,-1-4 0,-3-5-208,4-3 1,-7-9-287,11-3 0,-1-9 295,9-4 0,0-3-82,-1-1 0,2-9 72,3-4 0,3-9 137,5-2 0,1-2 20,3-7 1,-1 0 89,5-4 0,0 4 222,5 0 1,-1 5 129,0 0 1,2 3 225,3 4 0,-4 9 12,4 8 0,-4 2 437,0 2 1,3 7-126,1 6 1,-1 2-241,-3 9 1,3-2 174,1 7 0,0 1-225,0-1 1,-3 0-829,2-4 0,2-5-247,-2 1 1,1-2-660,-5 2 0,1-3 624,-1-6 733,0-5 0,1-2 0,-1-5 0</inkml:trace>
  <inkml:trace contextRef="#ctx0" brushRef="#br1">26997 17800 7765,'11'12'0,"-3"1"0,2-4 806,-6 4 1,6-4-25,-2 8 0,1 1 117,0-2 1,2 6-432,-3-1 0,1 7-194,0 5 1,0-1-366,-5 1 1,1-4 129,-5 4 1,0 0-399,0 4 1,-6 0 273,-2 0 1,-9-4-307,-3 0 1,-1 0-134,-4 4 1,3-7-346,-6-6 0,2 0 237,1-8 1,4-5-600,1-7 1231,5-2 0,-9-8 0,5-1 0</inkml:trace>
  <inkml:trace contextRef="#ctx0" brushRef="#br1">27429 18035 6115,'0'-9'1301,"0"1"0,0 4-469,0-4 1,3 0-320,5-5 1,2 1 452,11 0 0,-1-1-359,5 1 1,5-1-104,3 1 1,3 0-373,1-1 1,0 1 70,0 0 0,0-1-104,0 1 0,-1 1 78,-3 3 0,-4 2-179,-9 6 90,3 0 1,-10 2-210,-1 2 1,-5 3 29,-7 5 0,0 0-54,0 1 1,4-1 115,0 0 1,5-3 50,-5-1 1,9-5-240,0 1 1,3 1 81,1-1 1,-4 0-215,4-4 1,1-4 121,-2 0 1,1-4-936,-5 4 1,0-4-911,1 4-296,-6-6 1150,-2 9 1218,-10-5 0,-8 6 0,-6 0 0</inkml:trace>
  <inkml:trace contextRef="#ctx0" brushRef="#br1">27578 18133 7765,'-6'13'-1888,"-2"-1"4637,-3 1-1135,4-1-704,2 0 0,11-5-157,7-3 1,5-2 134,6-2 1,5 0-238,0 0 1,5-2-262,-1-2 1,3 1-1015,1-5 1,3 5 425,-3-1 1,7 1-1155,-7-1 1,-1 3 684,-3-3 0,-2 3-1305,2 1 1,-4-5 1971,-8 1 0,-4-5 0,-4 2 0</inkml:trace>
  <inkml:trace contextRef="#ctx0" brushRef="#br1">28480 17479 7765,'-13'-8'168,"1"-1"1,1 5 789,3-4 607,-3 5-756,4-8 1,1 10 112,6-3 0,9 2-431,11 2 0,6 2 13,11 2 1,2-3-135,2 3 0,2 2-293,2-2 0,1 0-224,-4-4 0,4 0-360,0 0 0,-8 0-1011,-1 0 0,-8-4 23,0 0-2111,-3-6 2275,-12 9 1331,-3-10 0,-22 9 0,-3-3 0</inkml:trace>
  <inkml:trace contextRef="#ctx0" brushRef="#br1">28727 17417 7765,'-13'0'-1777,"1"0"2668,0 0 1,3 0-311,1 0 1,1 5 122,-1 4 0,-3 3-98,3 5 0,-2 7 33,2 9 1,-3 3-174,3 1 0,1 5-109,-1 4 1,1 2-341,-1 1 0,2-5 74,6-3 1,0-4-687,0-4 0,0-2 427,0-7 0,0-5 199,0-2-1605,0-3-1531,6-8 1063,-5 0 2042,4-6 0,-5-6 0,0 0 0</inkml:trace>
  <inkml:trace contextRef="#ctx0" brushRef="#br1">28541 17800 7765,'13'-4'5,"-1"0"1,0-2 161,1 2 0,-1 3 384,1-3 0,-1 2-53,0 2 0,6 0 80,3 0 1,-2 0-352,1 0 0,1 0-299,4 0 1,0 0-280,-1 0 1,1 0 310,0 0 0,-1 0-1271,1 0 0,0-1 1311,-1-3 0,1-3 0,0-5 0</inkml:trace>
  <inkml:trace contextRef="#ctx0" brushRef="#br1">29369 17466 7765,'-12'-6'211,"4"-5"157,-1 2 1,3 2 5,-3-1 0,-2 4 130,3-4-53,-3 5 1,-1-2-74,-1 5 0,1 7 7,0 5 1,3 3-14,1 10 0,1-2-17,-1 10 1,-2 4-146,6 4 1,-1 4 12,1-3 0,2 4-595,-2 0 1,3 0 280,1 0 1,0-9-825,0-9 1,7-3 437,5-4 1,6-5-782,7-8 0,1-3 459,3-10 1,4-3 798,8-8 0,-3-3 0,5-6 0</inkml:trace>
  <inkml:trace contextRef="#ctx0" brushRef="#br1">29493 17652 7765,'-13'0'-277,"1"0"2130,0 0-1302,-1 0 1,8 0 46,5 0 0,5-6-230,8-2 0,0-4 11,4-5 1,2 3-111,6-2 0,4-2-74,0 2 1,-1-2-77,-3 1 0,0 8-101,-1-4 0,0 9-179,-4 0 1,2 3 192,-5 1 0,-2 7-265,-7 5 1,2 7 98,-6 10 0,0-2 18,-4 6 0,0-4 77,0 4 0,0-5-14,0 0 0,0 1 7,0-4 0,0 1 2,0-9 0,4 3-789,0-3 586,0-1 0,-2-9-508,2-3 1,-1 2 324,5-2 1,-4 0-300,4-4 1,0-6 13,5-2 715,-1-3 0,6-7 0,1-1 0</inkml:trace>
  <inkml:trace contextRef="#ctx0" brushRef="#br1">30036 17491 7765,'-12'0'31,"0"0"0,-1 1 152,1 4 0,0-3 458,-1 7 0,0 0-206,-4 8 0,-2-1 139,-6 9 1,-1-3-183,-3 7 0,2 2-256,-6 2 0,0-1 26,-4 1 0,1-6-122,3 2 1,7-3-203,6-1 0,4-6-499,0-3 1,8-2-2577,4-2 1676,2-5 1561,8-1 0,6-12 0,7-1 0</inkml:trace>
  <inkml:trace contextRef="#ctx0" brushRef="#br1">30234 17380 7765,'8'0'704,"1"0"92,-1 0 0,0 5-303,0 4 0,-4 3-21,5 4 0,-2 4-207,1 4 1,3 2-224,-3 3 0,-1-1-27,1 5 1,-4 4-228,4 4 1,-5 0-141,1-4 1,-9 0 268,-8 0 1,-4 0-820,-8 0 1,-7 0 353,-5 1 1,-1-3-536,-7-2 0,-1 1 1083,-3-5 0,-1-5 0,1-7 0</inkml:trace>
  <inkml:trace contextRef="#ctx0" brushRef="#br1">30457 17701 7994,'-7'0'686,"-4"0"0,8-4 596,-5 0-963,5 0 0,-3 2 58,6-2-263,0 3 0,6-5 126,2 6 0,5-4-440,3 0 1,-1 0 226,6 4 1,-1-1-316,5-3 0,0 2-333,-1-2 1,0 3 620,-4 1 0,4-6 0,-5-1 0</inkml:trace>
  <inkml:trace contextRef="#ctx0" brushRef="#br1">30432 17825 7994,'-11'1'-427,"3"3"156,2-2 1098,6 3 0,10-5-479,2 0 0,10 0-568,3 0 0,1 0 40,7 0 1,-4-5 179,4-4 0,-1-2 0,6-1 0</inkml:trace>
  <inkml:trace contextRef="#ctx0" brushRef="#br1">31062 17256 7994,'4'-8'204,"0"0"0,0 0 369,-4-5 0,2 7 696,2 1-379,-3-1-540,5 4 0,-6 4-124,0 10 0,-7 6-224,-6 6 0,0 3-97,-8 1 1,1 4-125,-5 5 0,0 0 47,0 0 1,1-4-198,-1 0 0,6-7-211,2-1 95,4-1 382,6-10 1,11-1-41,8-9 0,7-7 230,-2-1 0,3-4 23,-3 3 1,3 1 139,-3 4 0,-1 2-38,-3 2 1,-2 4 86,-3 8 1,2 4-51,-6 4 0,0 5-97,-4 0 0,0 5-73,0-1 1,0-1 63,0 1 0,0-6-532,0 2 0,0-7-125,0-1 1,5-6-1000,4 1 1513,-4-2 0,12-2 0,-4 1 0</inkml:trace>
  <inkml:trace contextRef="#ctx0" brushRef="#br1">31297 17293 7966,'-2'-6'-370,"-2"1"1,3 3 909,-3-2-312,2 2 0,8-3 58,2 5 1,4-4-51,5 0 1,2-1-261,6 5 0,-5 0 19,1 0 0,0 0-82,3 0 1,2 0-33,3 0 0,-7-4-291,3 0 1,-3-5 409,3 0 0,-1-7 0,1-3 0</inkml:trace>
  <inkml:trace contextRef="#ctx0" brushRef="#br1">31606 16985 7966,'-7'-13'-1382,"-3"5"1377,6 0 0,-4 4 1476,4-5-613,0 7-145,-2-4-483,5 6 0,-9 6-7,6 2 0,-4 4 100,4 5 0,-5-2-72,5 5 1,-5 1-20,0 4 1,3-1-81,-3 1 1,7 0-78,-3 0 0,3 3-81,-2 1 0,2 0-242,-2-4 1,4 4-40,4-1 0,-1 1 150,5-4 1,-4 0-20,5-1 0,-3-3 94,3 0 0,2-6 163,-3 1 0,-3-2-63,-1-2 1,-2-4 360,-2 1-412,0-1 1,0 0-203,0 0 0,-2-4-700,-2 5 0,2-5 112,-7 4 803,1-5 0,-4 8 0,-1-4 0</inkml:trace>
  <inkml:trace contextRef="#ctx0" brushRef="#br1">31223 17738 9874,'12'0'849,"0"0"1,7-4-547,6 0 0,11-4 6,9 4 1,7-6-78,2 2 0,4-2-677,-5 2 1,2-3 432,-1 3 1,-13 1-1829,0-1 1840,-11 5 0,0-3 0,-5 6 0</inkml:trace>
  <inkml:trace contextRef="#ctx0" brushRef="#br1">31655 17899 7995,'-12'0'0,"-5"0"0,1 0 0,-1 0 439,5 0 1,-2 1 21,-2 3 0,1-1-101,-6 5 0,6 0-236,-2 5 1,4-1-124,0 1-126,1 4 0,5-3 156,3 3 0,4-9-22,4-4 1,4-3 31,9-1 0,1-1-187,2-3 1,4-3 34,-4-5 0,2-5 10,-1 1 1,1-1 89,-6 5 0,1 1 5,-5 3 1,0-3 144,1 2-117,-1 4 126,0-1 1,-5 9-127,-3 5 0,-2 3 41,-2 14 1,0-3-54,0 7 1,0 2-1,0 2 0,-2 2 92,-2-2 1,3 1 114,-3-5 0,1 4-279,-1-4 0,1-2 85,-5-6 0,4-2 486,-4-3 0,3-2-184,-3 2 0,0-3-242,-4-5 0,-1 3-65,1-3 0,4-2-214,-1-2 0,1-3 78,-4-1 0,0 0-217,-1 0 0,-3-1-208,-1-3 1,1-3 228,3-5 0,1-6-610,0-3 1,-1-2 923,1-2 0,-6-5 0,-1-2 0</inkml:trace>
  <inkml:trace contextRef="#ctx0" brushRef="#br1">32112 16935 8007,'-8'19'234,"0"-2"0,5 1-9,-1-2 0,2 2 145,2-1 1,0 3-143,0 9 1,2 3-133,2 5 1,-3 9-60,3 4 0,2 7-246,-2 1 1,0 8-294,-4 4 1,0-34 0,0-1 301,0 35 1,0-4-448,0-8 0,0-5 256,0-7 1,4-3 390,0-10 0,12 0 0,-3-13 0</inkml:trace>
  <inkml:trace contextRef="#ctx0" brushRef="#br1">32347 16676 8161,'0'7'163,"0"-2"438,0-5 198,0 0 1,5-1-557,4-3 0,6 1-276,1-5 0,6-1 92,-1-3 0,2 0-155,2-1 0,4 0-282,-1-4 1,5 2-468,-4-5 1,0 0 844,-4 0 0,0-4 0,-1 5 0</inkml:trace>
  <inkml:trace contextRef="#ctx0" brushRef="#br1">32643 16367 8161,'-12'-5'-388,"-3"2"-50,3-5 1,-3 5 474,6-1 0,2-2 1048,-1 2-326,5 0-542,-2 4 0,1 1 44,0 3 0,0 7-49,4 6 0,-2 5 146,-2-2 1,3 5-115,-3 4 0,2 3-11,2 5 1,0 0-69,0 0 1,0 5-207,0 4 0,0-4-443,0-1 0,0 2 303,0-2 0,0-4-195,0-4 0,0-6 158,0 2 1,0-8 44,0-5 0,0-2 28,0-2 245,-5 1 0,-2-6-123,-5-3 0,-1-3 42,1-1 0,-1 0-123,1 0 1,0-4 109,-1 0 0,1-6-371,0 2 1,1-3 116,2-1 1,0-5-382,5 1 0,-2-6 629,2 1 0,3-2 0,-5-2 0</inkml:trace>
  <inkml:trace contextRef="#ctx0" brushRef="#br1">32804 16441 8158,'0'-7'-14,"0"2"0,-1 5 424,-3 0 1,1 0-308,-5 0 1,3 7 10,-3 5 1,1 6-145,-1 7 0,-3 5 111,3 3 1,-3 2 49,-1 2 0,1-1-311,2-3 0,4-3 38,5-5-119,0-6 0,5-2-17,4-9 0,6-4-17,1-8 1,1-3 294,-5-5 0,0-6 0,1-1 0</inkml:trace>
  <inkml:trace contextRef="#ctx0" brushRef="#br1">32779 16602 8158,'0'7'764,"-5"-2"-36,4-5 1,-4 0-536,10 0 0,1-1 61,7-3 0,-1-3-1196,0-6 0,5 5 183,-1 0 0,5 0-748,-5-5 1507,1 1 0,1-6 0,1-1 0</inkml:trace>
  <inkml:trace contextRef="#ctx0" brushRef="#br1">32952 16355 8158,'0'-7'847,"0"1"-535,0 1 1,2 2 33,2-5 1,-1 5-386,5-1 0,-3-1-476,8 0 1,-4-4-27,8 1 1,-2-2 540,1 2 0,4-9 0,4 4 0</inkml:trace>
  <inkml:trace contextRef="#ctx0" brushRef="#br1">33064 16256 8158,'-13'12'-93,"2"1"97,3-1 1,-3 4 272,3 1 1,2 5 31,2-2 0,-1 8 33,1 1 1,-2 4-101,2-5 1,3 3-138,-4-3 1,4-1-251,1 1 1,0-3-487,0-4 1,0-4 205,0-4 1,0-1 424,0 1 0,0-1 0,0 0 0</inkml:trace>
  <inkml:trace contextRef="#ctx0" brushRef="#br1">32989 16577 8158,'5'-8'500,"-1"0"-258,0-1 1,-3-3 116,3 0 1,2 3-358,2 1 1,3 0-355,-3-4 1,7 3 280,2 1 71,-1 0 0,2-10 0,1-1 0</inkml:trace>
  <inkml:trace contextRef="#ctx0" brushRef="#br1">33088 16379 7914,'13'0'105,"-1"0"0,4 0-255,1 0 0,4-5 150,-5-3 0,6-3 0,-3-2 0</inkml:trace>
  <inkml:trace contextRef="#ctx0" brushRef="#br1">33249 16342 9230,'8'0'192,"0"0"0,1-1-349,3-3 0,-4 2-1836,0-2 1179,1-3 814,3 6 0,-5-10 0,-2 4 0</inkml:trace>
  <inkml:trace contextRef="#ctx0" brushRef="#br1">33323 16318 8158,'-12'12'-1082,"1"0"1127,2 1 1,-2-1 170,3 0 0,1 1-61,-1-1 0,4 5 29,-4-1 0,4 6 45,-5-1 0,5 2-59,-4 2 1,5-1 149,-1 1 1,-1 0-151,1-1 1,-1-4-135,5-4 1,0-2 86,0-2-303,6 1 1,1-7-477,5-1 1,1-4 377,-1-1 0,0-6 278,1-2 0,4-8 0,3-4 0</inkml:trace>
  <inkml:trace contextRef="#ctx0" brushRef="#br1">33335 16491 8158,'0'8'3,"0"0"1,0-4 316,0 4 1,0-3 521,0 3 1,2-4-612,2 4 0,3-5-521,5 1 1,0-3-89,1-1 1,3 0-426,1 0 1,1-1 3,-2-3 0,-2-3 799,2-5 0,3-1 0,1 1 0</inkml:trace>
  <inkml:trace contextRef="#ctx0" brushRef="#br1">33533 16416 7793,'-8'0'191,"0"0"1,3 0 774,-3 0-451,0 0 0,-4 2-122,-1 2 1,1 7-194,0 5 1,-1 2-21,1-1 0,1 1-110,3 2 1,-2-1-177,6-2 1,-4-3-1096,4 2 202,-1-8 1,7-2 998,2-6 0,3-6 0,5-1 0</inkml:trace>
  <inkml:trace contextRef="#ctx0" brushRef="#br1">33545 16355 8158,'-6'1'1093,"1"3"-110,4-2-938,1 3-174,6-5 1,0 0-814,7 0 518,-1 6 219,0 0 1,-5 7-39,-3-1 0,-2 2 154,-2 2 1,-6 4-59,-2 4 1,-3 6-39,-1 3 0,-5 2-511,1-2 696,-1 2 0,-1 2 0,-1 7 0</inkml:trace>
  <inkml:trace contextRef="#ctx0" brushRef="#br1">32458 17602 8203,'0'-12'-710,"0"0"1,0 3 933,0 1 1,-1 1-56,-3-1 0,2-3 80,-2 3-98,3 2 0,-1-3 183,-2 5-75,3-1 0,-10 5-81,3 0 0,-2 2-20,2 2 0,-7 3-2,2 5 0,-2 2-217,3 2 1,0-1 58,-1 6 0,5-6-91,0 2 0,4-5-225,-5-4 274,7 3-336,-4-4 210,6 0 1,6-7-14,2-8 1,3-3 161,1-2 1,-1 5 14,-3 0 0,3 1 4,-2-1 0,-2 2 327,1 6-287,0 0 1,0 6-38,0 2 0,-3 8 50,3 5 1,-5 2-22,1 2 0,-2 4-53,3 0 1,-4 5 114,3-1 1,-3-1 143,-1 1 1,0-5-106,0 5 1,-5-5 152,-3 1 0,-3-3-18,-2-2 1,1-3-135,0 0 1,-1-6-110,1 1 0,4-8 298,-1-4-656,1-2 1,-4-4-20,-1-2 0,7-3-190,2-5 1,-2-2 58,2-2 0,0-2-149,4-3 0,0-3-32,0-1 666,0 6 0,0-15 0,0 7 0</inkml:trace>
  <inkml:trace contextRef="#ctx0" brushRef="#br1">32520 17590 7004,'7'0'1653,"4"-6"0,-4 1-1491,5-3 0,-2 1-111,2 3 0,-2-2-146,6-2 0,-2-2-418,-2 6 1,2-4-1283,2 4 1795,-7 0 0,13-2 0,-9-1 0</inkml:trace>
  <inkml:trace contextRef="#ctx0" brushRef="#br1">32557 17627 8203,'-12'12'67,"-1"1"1,1-1 368,0 0 526,5-5-560,1 4 1,12-9-278,2 2 0,7-8-181,1-5 0,6-2-258,-1-1 1,2 0 99,2-1 1,-4-3-163,-1-1 0,-3 0-1233,3 0 1609,-5 3 0,9-9 0,-5 4 0</inkml:trace>
  <inkml:trace contextRef="#ctx0" brushRef="#br1">32730 17380 8203,'-7'-7'159,"-4"2"1,6 6 118,-4 3 0,0 4 177,5 9 0,-6 2-125,2 6 1,-2 4-40,2-1 1,-3 7-290,3-2 0,2-3-310,2-1 0,-1-3-546,1-2 673,-1 1 0,7-7-1515,2-6 1696,3-5 0,11-7 0,1 0 0</inkml:trace>
  <inkml:trace contextRef="#ctx0" brushRef="#br1">32816 17479 8203,'-4'12'30,"0"0"1,-4 1 90,4-1 1,-4 1 85,3-1 0,-3 2 15,4 2 0,0-2-356,4 2 1,6-7 108,2-5 0,4-3 8,5-1 1,0-1 112,4-3 0,2-7-202,-2-6 1,-2-5 116,2 2 1,-6 0 83,1 0 1,-3 0-33,-5 0 1,2-2 23,-6 5 0,-2 5-326,-6 4 0,-4 5 118,-8-1 1,-4 4-1030,-4 4 1150,-1 8 0,-5 8 0,-2 4 0</inkml:trace>
  <inkml:trace contextRef="#ctx0" brushRef="#br1">29406 16540 7837,'-1'-12'265,"-3"-1"410,2 6 0,-4-2-100,1 5 1,3 0-172,-7 4 0,5 5-61,-4 3 1,-2 14-126,-6 7 0,2 7-235,-2 5 0,-3 3-150,-2 5 0,3 1-192,2-1 1,2-5 30,2-3 1,-1-4-339,1-4 0,4-5-977,-1-12 874,7-5 769,-4-11 0,1 0 0,-2 0 0</inkml:trace>
  <inkml:trace contextRef="#ctx0" brushRef="#br1">29048 16873 7913,'-12'13'0,"-1"-1"0,1 6 143,0 3 0,1 3 237,2 5 1,0 3 433,5 5 1,-1-4-385,5 0 0,2-6-199,2 2 1,8-8-553,9-5 0,4-8 253,3-4 0,10-8-444,7-4 0,4-4 175,5-5-35,2-2 1,6-11-1,0-2 1</inkml:trace>
  <inkml:trace contextRef="#ctx0" brushRef="#br1">29023 15811 7990,'-1'-8'-329,"-3"0"256,2 5 710,-3-3 1,1 8-162,0 2 0,0 4-44,4 9 1,0 2-225,0 6 1,-2 3-155,-2 1 1,3 6-254,-3-3 0,2 4 193,2 1 1,0-7-158,0-5 1,0-2 57,0-6 0,2-2-1255,2-7 726,3-2 634,5-12 0,0-6 0,1-7 0</inkml:trace>
  <inkml:trace contextRef="#ctx0" brushRef="#br1">28961 15614 7990,'0'-9'978,"0"1"-177,0 5-458,0-8 1,6 10-312,2-3 1,3 2-340,2 2 1,-1 0-89,0 0 1,1 5-1037,-1-1 1431,6 0 0,-4 1 0,3 2 0</inkml:trace>
  <inkml:trace contextRef="#ctx0" brushRef="#br1">29134 15675 7990,'0'13'0,"0"-1"88,0 0 0,0 2 134,0 3 1,0-4 356,0 4 0,0 1-158,0-2 0,0 2-225,0-2 1,0-2 57,0 3 0,0 0-160,0 0-150,0-1 0,0-3-486,0-1 234,0-5-331,0 4 413,6-10 1,1-1 19,5-8 1,1 1 206,-1-1 0,-4 0-38,0-5 0,1 5 185,3 0-128,0 5 24,1-8 195,-1 10-226,-5-5-184,-2 6 194,-5 6-806,0 1 365,0 5 0,0-4-774,0 0 739,0-5 453,0 3 0,0-6 0,0 0 0</inkml:trace>
  <inkml:trace contextRef="#ctx0" brushRef="#br1">29443 15762 7978,'-8'0'-201,"0"0"1501,5 5-807,-2-3 1,10 3-410,3-5 0,5 0 77,3 0 1,3-1-126,6-3 0,1 2-195,3-2 1,-3-3-356,3-1 0,-2 1 34,2-1 1,1-2 479,3-6 0,-2-3 0,-7-6 0</inkml:trace>
  <inkml:trace contextRef="#ctx0" brushRef="#br1">29765 15342 7422,'-13'0'-334,"5"0"1336,0 0-584,0 0 0,-5 9-75,1 4 0,4 9-35,-1 2 1,1 7 126,-4 6 0,4 7-146,-1 5 0,1 6-349,-4 7 1,-1-1-56,1 1 0,4 0 163,0 0 1,5-7-277,-1-6 0,2-5 181,2-7 1,0-10-335,0-2 0,4-8 27,1-1-2,4-2-83,-8-2 310,5 1 0,-12-7 165,-2-2 1,-3-2-129,-1-2 0,0 0-232,-1 0 0,2-6 60,3-2 0,-2-7 264,6-1 0,-5-12 0,2 2 0</inkml:trace>
  <inkml:trace contextRef="#ctx0" brushRef="#br1">30296 15589 7908,'-18'-13'265,"4"2"148,-2 3 0,2-3 222,2 3 1,-1 3-243,1 0 1,4 4-259,0 1 1,1 6 108,-2 2 1,-2 14-133,3 7 0,-3 5 62,-1 3 0,1 0-60,3 0 0,-2 0-4,6 0 1,0-7-164,4-5 0,3-6-146,5-6 0,1-6 75,12-3 0,0-8-267,3-5 0,2-13 185,3-7 0,3-6-81,5-6 1,-4 2-162,0-2 1,-6-2 86,2 2 1,1-5 173,-1 0 1,-4 0 70,-5 0 0,-6 0 159,-2 5 0,-5-1-57,-7 5 1,0 4 330,0 0 0,-5 6-181,-3-2 1,1 4 100,-1 5 0,3 2 426,-3 6 155,5 5-397,-2 1 1,5 13-227,0 6 1,0 4 194,0 8 0,-1 5-70,-4 3 0,3 7-233,-7 1 0,1 6 126,-4-2 0,0 3-818,-1 2 0,1-5 272,-1 0 0,1-1-45,0 1 1,1-3-8,3-9 0,2-7-225,6-6 1,6-10-512,2-2 0,8-5 1121,5-3 0,2 0 0,2 0 0</inkml:trace>
  <inkml:trace contextRef="#ctx0" brushRef="#br1">30642 15515 7908,'-7'8'677,"3"0"0,-2-4-118,2 5 0,-4-1-131,4 4 0,0 0-393,4 1 0,-4-1-332,0 1 1,-1-1-413,5 0 1,0 1 31,0-1 677,0 0 0,6 1 0,1-1 0</inkml:trace>
  <inkml:trace contextRef="#ctx0" brushRef="#br1">30654 15502 7908,'0'-16'67,"0"-1"0,0 1 448,0 4-143,6-1 0,-4 2 166,7 3-438,-1 3 1,4 5 68,1 0 1,-1 0-1050,0 0 1,5 1 247,-1 3 1,-1-1-10,-6 5 0,0 0 641,-5 5 0,5-1 0,-5 0 0,0 5-43,-4-1 0,-4 1 43,0-5 0,-6 2 876,2 2 1,-3-2-360,-2 2 0,2-2 325,3-1 1,-1-5 136,4 0-877,1 0-76,4 5 1,2-7-212,2-1 1,4-4-297,9-1 0,2-6 264,5-2 0,1-1 1,0 0 0,0-2-67,-1 3 1,-3 3 341,-1 1 1,-9-2 452,2 2 120,-4 0 1,-2 5-162,-3 3 1,-2-1 341,-2 5 0,-2 1-376,-2 3 0,3-4-159,-3 0 1,2 1-296,2 3 0,-4 0 86,0 1 0,0-5-1244,4 0-208,0 0-968,6 5 2351,0-1 0,7 0 0,-1 1 0</inkml:trace>
  <inkml:trace contextRef="#ctx0" brushRef="#br1">31680 15082 7871,'-25'29'189,"0"0"1,1 9 331,-1 0 0,0 7 28,0 0 1,1 3-369,-1 2 1,0 2-88,1-3 1,-1-1 79,0-7 0,0-1-817,1 5 0,-1-1-70,0 2 0,-2 0-1318,2-5 1832,-2-5 0,7 0 1,-4-5-1</inkml:trace>
  <inkml:trace contextRef="#ctx0" brushRef="#br1">31618 15490 7871,'12'0'203,"5"0"52,-1 0 0,6-4 85,-1 0 1,8-4 404,4 3 0,4 0-624,4 1 1,-1 1 68,5-5 0,-5 4-972,1-5 0,-8 5 422,-4-4 1,-9 5-1458,-3-1 1817,-3-3 0,-8 1 0,0-7 0</inkml:trace>
  <inkml:trace contextRef="#ctx0" brushRef="#br1">31766 15601 7871,'-18'25'0,"5"1"675,-4 3 1,3-3-205,2 3 0,4 2 81,0 2 1,1 3-162,-2 1 1,0-1-373,5-3 0,0-3 91,4-6 1,0 0-1671,0-4 826,5-2 0,2-7 734,5-3 0,1 3 0,-1-4 0</inkml:trace>
  <inkml:trace contextRef="#ctx0" brushRef="#br1">31791 15811 7871,'0'-7'2065,"0"2"1,7 5-1532,5 0 0,7-4-325,10 0 0,4-2-333,8 2 0,3-2 202,6-2-78,5-3 0,-5 4 0,5-5 0</inkml:trace>
  <inkml:trace contextRef="#ctx0" brushRef="#br1">8476 16849 8269,'-8'-4'-546,"-1"0"618,7-6 1004,-4 3-810,6-5 1,2 1-97,2 3 0,7-2 179,5 6 1,6-6-105,-1 2 1,2-2-31,2 2 0,-1-3 9,1 3 0,4-2-126,0 2 0,5-2-60,-1 6 1,1-4-170,-1 4 0,4-4 131,1 4 1,-1-5-145,4 5 0,-3-4-20,-1 4 1,2-6 131,2 2 0,-3 1-53,4-1 1,-4 5 77,-1-1 1,1-1-73,4 1 0,-4-1-8,3 5 1,-2-4-176,-2 0 0,5 0 148,4 4 0,-2 0-173,1 0 0,0 0 243,5 0 0,0-4-68,4 0 0,-3-2 12,2 2 0,2 3 61,-1-3 1,5 2 132,-2 2 1,4-1-52,1-3 1,-5 2-26,1-2 1,1 3-27,7 1 0,-7 0-33,3 0 0,-3 1 38,2 3 0,3-2-12,2 2 0,-3-3-265,3-1 1,-3 0 257,-1 0 1,5 0 9,3 0 1,-2 0-27,2 0 0,-1 0 13,1 0 1,-33 0 0,0 0-13,0 0 1,0 0 0,33 0-14,-32 0 1,-1 0 0,30 0 16,3 0 0,-3 0 1,-30 0 1,0 0 0,29 0-21,4 0 0,-5 0-11,-4 0 1,5 0 244,0 0 0,1 0-58,-1 0 1,-2 0-55,1 0 0,3 0-51,-2 0 1,4 0 7,-4 0 1,1-4-53,-1 0 1,1-1 43,-32 2 0,0 1 0,32 1-77,-5-3 0,0-1 71,0 0 1,3-3-77,1 4 0,0 0 26,-4 4 1,0-1-2,0-4 1,8 4 1,-35-1 1,0 0 0,35 1-24,-9 1 1,1-5-11,0 1 0,2 0 35,-2 4 1,-3-4 137,-9 0 0,3 0-194,1 4 0,-2-2 283,-7-2 1,2 3 12,-6-3 1,0 3-99,-4 1 1,-1 0-67,-3 0 1,-3 0-1,-5 0 0,0-5 139,-1 1 0,4 0-117,-3 4 0,2 0 131,-6 0 1,2-4-235,2 0 1,-1 0-11,1 4 1,-4-2 37,-1-2 1,-3 3-12,3-3 0,0-2 58,0 2 0,-2-1 105,-6 1 0,1 1 356,-1-5-318,6-1 1,-4-3 33,2 0 1,-6 3-108,-2 1 1,-4 1-122,4-1 0,-4-3 67,5 3 0,-2 1-126,1-1 0,1 0 101,-5-5 0,6 1-144,-2 0 1,-1-1 267,1 1 0,-5-1-92,1 1 1,2 0 58,-2-1 1,1-3-13,0-1 0,-3 0 27,6 0 1,-5 2-37,1-6 0,2 5 13,-2-5 1,4 1-3,-4-5 1,2 0 3,-2 1 1,-1-5-208,5 0 0,-4-4 102,4 4 0,-4-4-287,5 5 1,-5-7 56,4 2 0,-4-1 60,4 1 0,-1-3 84,1 3 1,-1 2-36,-3-2 1,-2 5 113,2 0 0,-3 2 132,-1 1 0,0-4 128,0 0 0,0 0-97,0 5 1,-4-1-85,0 0 0,0 3-38,4-2 0,0 6 19,0-7 0,0 4-36,0 1 1,0-3-134,0 2 1,0 2 37,0-2 1,-4 5 60,0-5 0,0 6 102,4-1 0,-2 0-96,-2 0 1,3 2 0,-3-2 0,-2 2 16,2 2 0,-2 1-91,2 2 1,2-2 53,-7 3 1,5-3-14,-4-1 1,4 4-34,-4-1 1,4 5-145,-5-4 1,-3 4-57,-5-4 0,-4 5 111,0-1 0,-4 1-73,-4-1 1,-2 3 126,-6-3 1,-6 2 2,-2 2 0,-9 0-218,-3 0 1,-8 0 211,-1 0 1,-1 0-221,1 0 1,-4 0 305,31 0 0,0 0 1,-1 0-1,-1 0 67,-2 0 1,-1 0 0,3 0 0,0 0-41,0 0 1,0 0 0,-1 0 0,0 0 40,-3 0 0,-1 0 1,0 0-1,-1 0-53,-2 0 0,-1 0 0,3 0 1,-1 0-259,1 0 1,0 0 0,-1 0-1,1 0 236,-2 0 1,-1 0-1,-1 0 1,-1 0-6,1 0 0,-1 0 0,0 0 0,1 0-1,2 0 0,-1 0 0,-2 2 0,0 0 17,-1 0 0,-1 0 0,-3 1 0,0-2-38,-1-1 0,1 0 0,-1 2 1,0 1-271,3-1 1,-1 0 0,0 0 0,0 0 252,-2-2 0,0 0 1,0 2-1,0 0 25,-2 0 0,0 0 0,1 2 1,0 0-2,1-2 0,1 0 0,0 3 0,0-1 42,-3-2 0,0 0 1,1 2-1,0 0 7,-1-2 0,1 0 0,0 1 1,1 0 40,2-1 0,1 0 0,-1-2 1,-1 1-45,0 1 0,-1 0 1,2 1-1,1 0 47,-1-1 1,1 0-1,-1 0 1,0 0-51,3-2 1,-1 0-1,0 2 1,-1 0 40,-1 0 1,0 0 0,3 2 0,1 0-21,0-1 0,1-1 1,-2 0-1,1 0-111,1-2 1,-1 0-1,2 0 1,0 1 122,0 1 0,1 0 0,3-1 1,0 0-3,-3 1 1,-1 0 0,4-1-1,0-1-12,-1 0 1,0 0 0,0 2 0,-1 0-3,-1 0 1,-1 0 0,3 1 0,-1 0-15,1-1 1,0 0 0,0-1 0,0 1 14,0 1 1,0 2 0,0-2-1,0 1-81,2 0 1,0 0 0,1 1 0,1 0 13,0-3 1,0 0 0,-1 2-1,1 1 16,2 0 0,0-1 1,0-1-1,1 0 37,-1 2 0,-1-1 0,4-2 0,0 0-11,-1 2 1,-1 0 0,1-1 0,0 1 88,2 0 1,0 0 0,-30 6 172,9-6 1,7 1-123,2-1 0,-1-2-71,5 2 1,1 1 586,-1-1 0,6 5-578,2-5 1,2 4 465,6-4 1,0 6-482,4-2 1,6-1 376,3 1 0,3-4-380,5 4 0,-3-1 176,3 2 1,2 2-193,2-3 4,3 3 0,-3 1 25,0 0 0,-1 1-2,5-1-9,0 1 1,0 3 81,0 0 1,0 1 79,0-5 0,0 1-169,0-1 0,5 4 9,-1 1 1,0 4 68,-4-5 1,4 7-72,0 2 0,2 0 90,-2 4 0,-3 2-80,3 2 1,2-1 21,-2 1 1,5 4 0,0 4 1,2 0 10,1-4 1,0 1-40,1 4 1,3-4-110,1 3 1,0-2 2,0-2 0,-3 0 94,2 0 1,2 0-60,-2 0 1,1-4 39,-5 0 1,1 0-5,-1 4 0,-4-1-2,0-4 1,-1-1 7,2-7 1,-3 1-18,-1 0 1,-4 0 11,3-1 1,-3-5-124,-1-2 1,5 1 118,-1-2 1,0 1-302,-4-5 1,0-4-437,0 1 286,0-1 0,-6 3 75,-2-3 0,1 2-364,-1-6 724,0 5 0,-10-2 0,-1 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28036 7516 24575,'0'0'0</inkml:trace>
  <inkml:trace contextRef="#ctx0" brushRef="#br1">22354 2282 7768,'6'-12'0,"-3"-1"771,5 1 0,-4 4-271,4-1 0,-5 1 451,1-4 1,2 3 125,-2 1-513,0 5 0,-3-2-198,4 5 1,-4 1-42,3 3 1,-2 3 24,-2 6 1,0 0-99,0 4 1,0 2-99,0 6 0,0-4 49,0-1 1,0 2-165,0 7 1,1-2 91,3 1 0,-3 4-222,4 1 1,1 3 86,3 1 1,-4 2-204,-1 2 1,2 3 79,-2 6 1,2 0 113,-2-1 0,-3 1-175,3-1 0,-2-3 98,-2-1 1,1-5 129,3 2 1,-3-4-72,4-1 1,-4-5 200,-1-3 0,4-1-64,0 1 1,0-2-47,-4 6 1,0 0-120,0 4 1,4 1 95,1-1 1,-1 1-189,-4 4 0,-2 1 97,-2 2 1,1 3 26,-5-2 0,1 2 6,-1 2 1,-2-5 73,6 0 1,0 1-79,4 4 1,-4 1 34,0 2 1,0-6-71,4 3 1,0-3 60,0 2 0,0 1 25,0-1 0,1 0-13,3-4 1,-2 3-105,2-2 0,-3 2 60,-1 2 1,0-1-63,0 1 1,0 0 79,0-1 1,4 1-150,0-1 1,1 0 97,-5-4 0,0 3 48,0-2 1,0 2 72,0 2 0,0-5-99,0 1 1,0-5 77,0 4 1,0-3-58,0 3 1,-2-9 175,-2 1 0,3-2-62,-3 2 1,2 3-42,2-3 0,-1 3-82,-3-7 1,2 2-152,-2-2 1,1 5 14,-1-5 1,3 2-5,-3-6 1,1 1-8,-1 3 1,2 3 68,-2-3 0,2-3 142,-3-1 0,4 2-42,-3-3 1,1 6 79,-1-6 1,3 1-98,-4-4 1,4 0 26,1 0 1,0 4-48,0 0 1,0-2 28,0-6 1,0 2-80,0-2 1,0 2 62,0 2 1,0 0-115,0 0 1,4 0 148,0-1 0,2 1 126,-2 0 1,-3-4-155,4-1 0,0-4 12,-1 0 1,4-2-119,-3-2 0,0-1 70,-1-2 1,-1 0-149,5-5 0,-4 5 60,5-5 0,-7 1 28,3-1 1,1-2 11,3 2 0,-2-3 41,1-1 3,0 0 0,5 0 7,-1 0 1,5 0-42,-1 0 1,5 0 22,-5 0 1,6 0-156,-1 0 1,7 0 99,1 0 1,5 0-88,-1 0 1,8 0 42,5 0 1,6-1 22,2-3 1,7 2-223,1-2 1,7-1 333,-30 3 1,0 0-1,0-1 1,-1 0-184,4 1 0,-1 0 1,0 1-1,1-1 178,1-2 1,1 0 0,0 2 0,1 1 61,3-1 0,-1 0 0,-1-1 1,-1 1-34,5-1 1,0 1 0,-2 0-1,1 0-239,3 2 1,0 0-1,2-2 1,1 0 213,5 0 0,0 0 1,-5 0-1,0 0-328,3 2 0,0 0 1,-1 0-1,0 0 306,1 0 1,0 0 0,5 0-1,1 0-9,0 0 0,0 0 1,0 0-1,0 0 1,0 0 0,0 0 1,0 0-1,-1 0 18,1 0 0,0 0 0,0 0 0,0 0-18,5 0 0,-1 0 0,-3 0 0,-1 0-219,5 0 1,-1 0 0,-1 0 0,0 0 308,1 0 0,0 0 1,-21 0-1,0 0 1,1 0-23,0 0 1,1 0-1,-1 0 1,-1 0-1,0 0 1,1 0-19,22 0 0,0 0 1,0 0-1,0 0 2,0 0 0,0 0 0,-22 1 0,0 1 0,1-1 3,2 0 1,0 1-1,0-1 1,-3 1-1,0-1 1,1 0 57,-1 0 0,0-2 0,0 1 0,0 0 0,0 0 0,0 0-29,22 0 1,0 0 0,-21 1 0,0-1 0,-1 1 41,1 0 0,-1 1 0,0-1 0,0-1 0,-1 1 0,0-1-24,23 2 1,1 0-1,-2 0 1,-1-1 15,1 1 1,-1 0 0,-21-1-1,0-1 1,1 1-22,0 0 0,0 0 0,1 1 1,-2-2-1,0 1 0,1-1 8,22 0 1,0 0 0,-22 0-1,-1 0 1,0 0-8,23 0 1,1 0-1,-23 0 1,1 0 0,0 0-4,-1 0 1,1 0 0,-1 0 0,20 0 0,0 0 16,-1 0 1,-2 0 0,-1 0 0,-1 0-14,-1 0 1,0 0 0,-1 0 0,0 0-40,-3 0 1,-1 0-1,-1 0 1,-1-1 38,-5-1 0,-1 0 0,0 0 1,1 1 119,0-3 1,-1 0 0,0 0 0,-1 1 65,-2-1 0,-1-1 0,-2 0 0,-1-1 22,-4 2 0,-1 0 0,32-3 338,-3-1 0,-1 0-410,-8-5 0,1 6-124,-12 3 1,-3 2 857,-2-3 1,-4 3-1098,-4-7 0,-2 1 748,-7-4 0,-3-5-956,0 1 0,-6-1 521,1 5 0,-7-1-449,-5 1 0,-3-1 188,-1 1 1,-1 0-372,-3-1 0,-5 1-143,-7-1 1,-3 1 218,-6 0 0,-1 3-205,-3 1 647,-9 0 0,-6-5 0,-5 1 0</inkml:trace>
  <inkml:trace contextRef="#ctx0" brushRef="#br1">23335 2183 6467,'0'-7'836,"0"0"178,0 3-66,0 3-261,0-5-445,0 6 1,0 1-5,0 4 0,1 3-25,3 8 0,-3 5-55,4 8 1,0 3 36,-1 5 1,4 6-130,-3 2 0,-1 7-63,-4 2 0,0 10-268,0-2 1,0-3 193,0-5 0,-4-3-377,-1-2 0,-3-6 35,4-6 1,0-11 180,4-9 0,0-8-789,0 0 684,0-7 1,1 3-51,3-10 0,2-1 65,2-7 0,3-1 87,-2-2 235,2-3 0,1-6 0,0 0 0</inkml:trace>
  <inkml:trace contextRef="#ctx0" brushRef="#br1">23756 2307 7689,'-7'1'509,"3"3"-133,-3-2-176,6 3 0,-9-3 414,6 2-419,-5-3 1,2 9-275,-6-6 0,1 6 95,-1-2 1,-3 3-275,-1 1 1,-5 5 175,2-1 0,-4 5-56,-1-4 0,2 3-5,2-3 0,-1 3 49,6-3 0,-1-1 301,5-3-202,-1-1 0,2 1 169,3-1 0,3 0-1,5 1 81,0-1 1,0 1 23,0-1 0,5 1-25,3-1 1,3 0-42,2 1 1,-1-2-54,1-3 1,3 6-138,1-6 0,3 6 88,-3-6 1,1 3-244,-2 2 0,-2-2 72,3-3 0,-2 3-380,1-3 0,-2-1 185,3 1 1,-4-4-572,0 5 0,-1-5 183,1 4 0,-5-5-361,0 1 1005,0 3 0,10-6 0,2 5 0</inkml:trace>
  <inkml:trace contextRef="#ctx0" brushRef="#br1">24637 2418 7689,'0'-12'965,"0"4"360,0 0-454,0 5-205,0-8-428,0 9 1,-5-3-180,-4 5 0,-2 1 87,-1 3 0,-6 3-192,-3 6 1,-6 0 100,-2 4 1,-6 1-94,2 3 1,2 1-7,-3-6 1,1 2 56,-4-1 1,5-2 52,3 5 0,3-4-4,1 0 1,5-2-82,-1-2 0,10-3 67,-1-1 1,8-4-78,-1 4 1,4-4 91,1 5-231,0-1 276,0 4-97,6 1 0,0-2 146,7-3 0,-5 3-78,0-3 0,5 2 119,3-2 0,2 2-37,-1-6 1,2 4-30,6-4 1,1 5-88,3-5 0,-3 0-101,3-4 1,-3 0-289,-1 0 0,4 0 164,0 0 0,-4 1-413,-4 3 0,-5-2 267,5 2 0,-6-3-561,1-1 0,-6 4 365,-2 1 0,-5 0-1288,1-1 1810,-2 3 0,-2 6 0,0-1 0</inkml:trace>
  <inkml:trace contextRef="#ctx0" brushRef="#br1">25046 2369 7689,'7'-8'-237,"-3"-1"197,-2 1 0,-1-3 2187,3 3-606,-2 2-862,3 6 1,-1 11-210,1 6 0,-1 10-140,-4 6 0,0 7-76,0 2 1,0 9-60,0-2 1,0 0-602,0-4 0,0-1 325,0 2 1,-4-5-352,-1-8 0,1-4-866,4-8 77,0-9 0,6-6-40,2-6 1,2-7 1260,-2-6 0,3-10 0,-4-9 0</inkml:trace>
  <inkml:trace contextRef="#ctx0" brushRef="#br1">25084 2617 7689,'8'0'0,"0"0"0,-4 0 920,5 0 0,-2 1-388,1 3 1,3-2 498,-3 2 0,3-3-452,2-1 1,0 4-538,4 1 1,-2-1-121,6-4 0,3 0-97,5 0 0,6-4-824,-2-1 0,1-4 680,0 1 1,0-8-2280,-5 0 2598,-6-1 0,1-1 0,-5-1 0</inkml:trace>
  <inkml:trace contextRef="#ctx0" brushRef="#br1">25605 2319 8488,'7'0'1139,"-2"0"0,-5 3-698,0 5 1,0 2-25,0 11 0,0 1-55,0 7 0,0 2-209,0 6 1,0 6 54,0 3 0,0 3-527,0 5 1,0-4 250,0-1 1,0-1-1200,0-6 0,1-5 609,4-4 0,-3-7-552,7-1 1,-1-7 1209,4-10 0,1-2 0,-1-6 0</inkml:trace>
  <inkml:trace contextRef="#ctx0" brushRef="#br1">26461 2394 7705,'-7'0'2650,"0"-2"-1863,3-2 0,1 3-355,-5-3 1,-1 2-387,-3 2 1,-2 6 56,-2 2 0,-4 4-109,-4 5 1,-3 4 80,-2 8 1,3-2-55,-3 6 1,-1 0 89,1 4 0,4-3-131,5-1 0,9-7-34,-2-1 0,9-1 99,0-3 0,4-3-201,4-1 0,4-8 152,9-1 0,1 1 61,2 3 1,8-4 0,-3 1 1,2-5-1314,-2 4 1,4-4 576,0 4 1,-4-5-193,-4 1 0,-5-1 870,5 1 0,-1 3 0,5 6 0</inkml:trace>
  <inkml:trace contextRef="#ctx0" brushRef="#br1">27304 2530 7705,'13'-37'0,"-1"5"902,0 3 1,-1 3-354,-2 1 0,0 0 40,-4 1 0,-1 8 147,-4 4-40,0 2-504,0 4 1,-6 3-152,-2 11 0,-5 2 39,-3 10 0,-3 7 86,-6 6 1,0 8 142,0 4 1,0 4-234,1 0 1,-1 6 323,0 3 1,2-3-98,2-1 1,4-7-56,9-2 0,3-5-145,5 2 1,1-13-172,3-4 1,7-10 51,6-3 0,5-4 113,-2-4 0,4-2-779,1 2 0,-5-8 342,1-4 0,-6-3-1327,2-2 1,-4-1 696,0-2 1,-6 2-416,-3-2 1,-4-4 1384,-4 0 0,-9-4 0,-6-1 0</inkml:trace>
  <inkml:trace contextRef="#ctx0" brushRef="#br1">27131 2778 8800,'1'7'1684,"3"-3"1,-1-2-871,5-2 0,2 0-294,6 0 0,4-2-1260,4-2 1,7-3 487,2-5 1,1 1-715,-1 2 0,2-2 581,-6 3 0,0-3 385,-5-1 0,-4-1 0,-2 1 0</inkml:trace>
  <inkml:trace contextRef="#ctx0" brushRef="#br1">27428 2729 7705,'-12'13'-57,"-1"4"1,5-3 837,0 2 0,4-1-275,-4 2 1,5 1 156,-1 2 0,2 4-249,2-3 0,0 2-22,0 2 1,0 4-511,0 0 1,4 0-477,1-5 0,3 1-2426,-4 0 3020,0 0 0,2 0 0,0-1 0</inkml:trace>
  <inkml:trace contextRef="#ctx0" brushRef="#br1">23099 3808 7705,'-7'6'2449,"1"0"-2077,6-6 0,3 0-98,5 0 1,6 0-66,11 0 1,5 0-367,3 0 0,9 0 189,3 0 1,-1-4-350,2 0 1,-8-5 233,0 5 1,-7 0-1071,-6 4 0,-10 0 79,-2 0 1074,-9 0 0,-4 0 0,-7 0 0</inkml:trace>
  <inkml:trace contextRef="#ctx0" brushRef="#br1">23173 3981 7705,'-8'4'680,"0"0"-46,5 1-167,-3 0 1,13-4-97,6 4 1,5-4-111,6-1 1,7 0-65,2 0 0,3 0-490,1 0 1,2-6 74,2-2 0,-3-3-102,4-1 1,-9-1-1009,-4 1 1,-3 0 1327,-1-1 0,-6-5 0,-1-1 0</inkml:trace>
  <inkml:trace contextRef="#ctx0" brushRef="#br1">23521 3597 7705,'12'7'-938,"0"2"703,1-5 1,1 6 1121,2-2 1,2 3-204,3 2 0,2-1-77,-2 0 1,-2 5-260,2 0 1,-2 3-152,2-3 0,-5 1-234,-7-2 1,0-1 117,-5 6 1,1-4-175,-5 3 1,-2-3 115,-2 3 1,-4 1-366,-9 4 0,-2 4-7,-6 0 0,0 0-96,0-4 0,1-5 79,-1 1 0,1-2 111,4 2 0,2-3-596,5-6 0,1-5 851,0-3 0,-6 3 0,-2 0 0</inkml:trace>
  <inkml:trace contextRef="#ctx0" brushRef="#br1">24513 3795 8463,'0'-12'666,"6"-1"0,2 6-274,8 3 0,0-1-122,4 1 1,1 0-237,4 4 0,4 0-106,0 0 0,0 0-131,-5 0 0,1 0-784,0 0 0,-6 0 531,-2 0 1,-3 0-711,-2 0 1166,0 0 0,-5 0 0,-1 0 0</inkml:trace>
  <inkml:trace contextRef="#ctx0" brushRef="#br1">24662 3733 7705,'-7'6'104,"-4"-5"52,3 3 1,1-1 123,-1 1 0,3-1 32,-3 5 1,5 0 110,-1 5 0,3-1-83,1 1 0,0 0-118,0 4 0,0 2 45,0 6 1,0 0-71,0 0 1,-2-1-95,-2 1 1,3 4 53,-3 0 1,-3 1-111,-1-1 0,1-1-15,-1 5 0,1-1-185,-2 1 0,2 1-54,3-5 0,3 0 93,-3-4 0,4 0 41,4-1 1,-1-4 61,5-4 1,2-3 106,6-5 1,-1 2-60,6-6 1,-4 4 68,3-4 1,1 0-172,4-4 0,-2 0-186,-2 0 1,2 0-790,-2 0 0,2 0 478,2 0 0,0-4-959,0 0 1521,0-6 0,-1-2 0,1-7 0</inkml:trace>
  <inkml:trace contextRef="#ctx0" brushRef="#br1">25543 3845 7212,'0'-13'-1109,"0"1"1851,0 0 0,-4 3 255,-1 1-331,-4 0 0,2 1-239,-6 3 1,1 2-152,0 2 1,-2 7-80,-3 6 0,2 5-101,-6 6 0,5 7 88,-5 2 1,5 4 24,-5 4 1,6 2-130,-2 2 1,2 9-106,-1 0 1,6 0 101,-2-1 1,7-6 13,1-1 0,3-10-163,1 1 1,7-14 61,5-2 1,2-10-167,7-3 0,-1-5-136,5 1 0,0-3-260,0-1 0,0-5-616,-1-3 0,0-3 736,-3-2 0,-4 1-226,-4-1 1,-2 1 677,-3 0 0,-2-6 0,-6-2 0</inkml:trace>
  <inkml:trace contextRef="#ctx0" brushRef="#br1">25369 4217 7705,'-8'0'1448,"-1"0"-428,7 0 209,-9 0-852,9 0 0,-2 0 107,8 0 0,5 0-362,7 0 1,2 0-399,3 0 0,2 0-649,-2 0 1,2-4 621,2 0 0,-4-5-706,-1 5 1,-4-4 358,0 4 0,-2-2-264,-2 2 914,-5 3 0,4-5 45,-9 6 1,3 2 32,-5 2 0,-4 0 602,0 8 0,-2-2-321,2 6 1,1 2 236,-5-1 0,5 5-183,-1-1 1,-1 2-11,1 2 0,-1 0-100,5-1 1,0 3-302,0 2 1,0-7-668,0 2 0,0-7 209,0-1-501,6-2 1,1-3 436,5-2 1,2-5 519,3-8 0,-4-3 0,5-6 0</inkml:trace>
  <inkml:trace contextRef="#ctx0" brushRef="#br1">25915 4043 7705,'-7'0'3681,"1"0"-2334,6 0-907,6 0 1,1 0-1257,5 0 1,1 2 550,-1 2 1,0-2-2609,1 7 2873,-6-7 0,4 15 0,-4-3 0</inkml:trace>
  <inkml:trace contextRef="#ctx0" brushRef="#br1">25915 4291 8103,'0'7'3632,"0"4"-3522,0-9 1,5 3-14,4-5 1,2 4-1229,1 0 0,0 0 270,1-4 861,-1 0 0,6 6 0,1 1 0</inkml:trace>
  <inkml:trace contextRef="#ctx0" brushRef="#br1">26622 3770 7705,'7'-5'1123,"-2"-2"-768,-5-5 1,0 3-96,0 1 0,2 7 214,2 1 0,-3 6-111,3 11 0,-2 9 36,-2 11 1,4 3-154,0 10 1,0-3-60,-4 7 0,0-2-421,0 2 0,0-3 203,0 2 0,0-7-871,0-5 1,0-4 480,0-3 0,-1-1-317,-3-9 1,2 3-237,-2-11-537,3-5 1511,1 0 0,5-20 0,2 0 0</inkml:trace>
  <inkml:trace contextRef="#ctx0" brushRef="#br1">27081 3969 8343,'0'-7'1034,"0"1"-718,-6 6 0,0 0-40,-7 0 1,-5 2-457,-2 2 1,-4 7-80,-1 5 1,-4 2-74,0-1 0,-4 1 11,4 2 0,-4 3 128,4-7 0,2 5 244,6-5 1,-1 1-168,5-5 1,5-4 283,4 1 0,5-5-90,-1 4 1,8-4 221,4 5 1,3-1-65,2 4 0,5 1 32,2-1 0,0 0 153,0 1 1,-3-1-81,4 1 1,-5-1-310,5 0 0,-6 1 103,1-1 1,0 1-699,0-1 1,-2-4 345,2 1 1,-2-5-943,-1 4 1,3-5 131,1 1 1027,-1-8 0,2-9 0,2-6 0</inkml:trace>
  <inkml:trace contextRef="#ctx0" brushRef="#br1">27490 3845 8024,'6'-7'2215,"-3"-3"-1591,5 6 0,-4-4-200,4 4 0,1-2-239,3 2 1,0 1-145,1-5 1,-1 4-130,1-4 1,-1 3 130,0-3 0,1 5-225,-1-1 1,1 3 191,-1 1 0,0 0-115,1 0 0,-5 5 102,0 4 0,-4-2 219,5 1 0,-5 0-4,4 5 0,-5-1-83,1 0 0,2 2-28,-2 3 0,4-4 28,-4 4 1,4 2-137,-4 2 1,2 2 109,-2 2 1,-2 0-290,2 0 0,-2 4 67,3 0 0,-4 5-26,3-1 0,-3-1 338,-1 1 1,-4-6-66,0 2 0,-4-1 91,4 1 1,0-7-70,4 3 1,-5-9-39,1 1 0,0-2 0,4 2 0,0-8-144,0 4 151,0-4-49,0 4 1,0-5-331,0 0 90,0-5 18,0 8 1,0-8 34,0 5 1,-4-4-6,0 4 1,-6-5 77,2 1 1,1 2-35,-1-2 0,0 4-199,-5-4 0,1 0-293,-1-4 1,1 2-814,0 2 0,-6-3 655,-3 3 0,-2-2-474,-2-2 1202,-6 5 0,0-3 0,-7 3 0</inkml:trace>
  <inkml:trace contextRef="#ctx0" brushRef="#br1">28222 3994 11560,'10'0'896,"2"0"0,-1 0-641,10 0 1,0-2-59,3-2 1,3 1-404,2-5 0,-2 4 226,6-4 0,-4-1-883,4-3 0,-9 1-50,1 3 0,-9-2-1971,1 6 1744,-4 0 1140,-6 4 0,-7 5 0,-7 2 0</inkml:trace>
  <inkml:trace contextRef="#ctx0" brushRef="#br1">28247 4155 7705,'0'7'1183,"0"-2"0,1-1-867,4 0 0,3 1 111,8-5 1,1 0-240,8 0 1,-3-2-298,7-2 0,2 1-973,2-5 0,3 0 629,2-5 0,-3 5 453,-2 0 0,3 0 0,-4-5 0</inkml:trace>
  <inkml:trace contextRef="#ctx0" brushRef="#br1">28967 3696 7705,'0'-13'1913,"0"1"1,5 4-1403,3 0 0,9 5-10,4-1 0,3 1-200,5-1 0,3 2-270,5-2 0,0 3-960,1 1 0,-3 0 647,-1 0 1,-4 0-1301,-5 0 1,-6 4 332,-2 0 1249,-9 6 0,-3-3 0,-5 5 0</inkml:trace>
  <inkml:trace contextRef="#ctx0" brushRef="#br1">29165 3733 7705,'-17'4'0,"1"0"0,-1 6 554,5-2 1,0 3 55,-1 2 1,1 0 94,-1 4 1,5-2-319,0 6 1,5 0-122,-1 3 0,-2 1-29,2 0 0,0 0-40,4 0 0,0-1-97,0 1 0,0 0 56,0 0 1,0 0-93,0-1 1,0 1 172,0 0 0,0-2 124,0-2 1,0 1-104,0-5 0,2 3-63,2-3 0,-2 4-185,7-5 0,-5 1 85,4-5 1,-4 0-363,5 1 0,-5-1 183,4 1 1,-1-1-393,1 0 0,3 1 152,-3-1 0,3-1-18,2-2 0,-1 0 178,1-5 0,-1 0 5,0-4 0,5 0 66,0 0 0,0 0-51,0 0 0,-2-1-440,6-3 1,-6 1 234,2-5 0,0 5-923,0-1 1,0 3 1271,-5 1 0,0-6 0,1-1 0</inkml:trace>
  <inkml:trace contextRef="#ctx0" brushRef="#br1">30033 3907 7705,'0'-13'0,"0"1"0,0 0 277,0-1 1,0 1-38,0-1 0,0 1 444,0 0 0,0-1-256,0 1 0,0-1 109,0 1 1,0 0-199,0-1 1,0 5-64,0 0-334,0 5 1,-5-3 125,-3 6 1,-3 0-54,-2 0 1,1 6 120,-1 2 1,-5 7-281,-2 2 1,0 6 11,0 2 1,-1 1-66,-4 7 1,2 0 65,2 5 0,-1 4-13,6 4 1,-4-2 141,8 1 0,-2-1-27,10 2 1,-4-3 44,4-6 0,5-5-36,7-4 1,5-7 136,3-4 1,3-5-76,6-4 0,-4-2 49,0-6 0,-1 0-138,5 0 0,-4-2-122,-1-2 0,-4 2-777,0-7 1,-2 2 446,-2-1 1,-1-3-595,-2 3 0,0-3 687,-5-2 0,1 1 406,-5 0 0,5-6 0,2-2 0</inkml:trace>
  <inkml:trace contextRef="#ctx0" brushRef="#br1">29897 4155 8249,'-7'0'1803,"2"0"-1091,5 0 0,1 0-362,3 0 0,3 0-334,5 0 1,1 0 192,-1 0 1,1 0-1,-1 0 1,5-2-13,-1-2 0,1 2 12,-5-7 1,0 6-1,1-1 1,-5-1-24,0 1-901,-5 0-1145,3 4-2383,-6 0 3896,0 0 1,-5 5 364,1 3 1,-4 5 719,4 3 1,-4 2-246,4 3 0,-2 2-9,2-2 1,3 2-157,-4 2 0,4 0-493,1 0 1,0-2 32,0-2 0,0 1-112,0-5 0,6-1-744,2-4 0,-1-1 423,1-2 1,2-4 564,6-5 0,3-5 0,6-2 0</inkml:trace>
  <inkml:trace contextRef="#ctx0" brushRef="#br1">30331 3969 7705,'7'-7'754,"3"0"-59,-6 3 1,1 2 246,-1-2-208,-2 3-497,9 1 0,-8 0-1336,5 0 800,-5 0 363,8 0-64,-10 5 0,5 2 0,-6 6 0</inkml:trace>
  <inkml:trace contextRef="#ctx0" brushRef="#br1">30356 4080 7212,'0'13'-295,"0"-5"912,0 0 0,1-4-161,3 5 1,-2-5 108,2 4 0,-1-4-208,1 5 1,-1-5-639,5 4 1,-4-4-354,4 4 0,-4-5 634,5 1 0,-1 3 0,4 0 0</inkml:trace>
  <inkml:trace contextRef="#ctx0" brushRef="#br1">30753 3783 7705,'0'7'1887,"0"-2"-1452,0 1 1,0 1 55,0 5 1,0 6-259,0 3 0,0 7-130,0 6 1,0 5-274,0 3 0,0 1 196,0-2 0,0-3-210,0 4 0,0-5 138,0-4 1,0-7-872,0-5 0,0-6-723,0 2 73,5-9 1567,2-3 0,0-5 0,-1 0 0</inkml:trace>
  <inkml:trace contextRef="#ctx0" brushRef="#br1">30865 4204 7705,'8'0'-58,"0"0"1,-4 0 1988,5 0-1354,-1 0 0,4 0-418,1 0-1,-1 0 39,0 0 1,2-4-493,3 0 0,-2-6 252,6 2 0,-1-3-2506,5-1 2549,-6-1 0,10 1 0,-3 0 0</inkml:trace>
  <inkml:trace contextRef="#ctx0" brushRef="#br1">31137 3919 7705,'-12'11'99,"0"-3"1,1 8 148,2-4 0,-2 9 346,3-1 1,1 5-175,-1 4 1,1 1-11,-1 3 1,2 3-110,6-3 1,0 2-460,0-2 1,0 0 25,0-8 0,4 1-71,1-10 1,4 0-206,-1-8 0,9 2-1342,4-6 1750,2 0 0,2-15 0,0-3 0</inkml:trace>
  <inkml:trace contextRef="#ctx0" brushRef="#br1">31485 3820 9106,'1'-7'1212,"3"3"0,-1-2-900,5 2 0,-3-4-265,3 4 0,4-2-235,5 2 0,1 1 217,-2-5 0,-2 5-164,3-1 0,0 3 167,0 1 1,0 1-275,-5 3 1,-1 3 119,-3 6 1,2 0 102,-6 4 1,2 2 47,-2 6 0,-3 0 139,3 0 0,-2 5 15,-2 3 1,0 3-56,0 1 1,0 0 156,0 1 0,0-1-31,0 0 1,4 0 9,0 0 0,1-4-122,-1 1 1,-2-7-42,2 2 0,-3-1-16,-1 1 1,0-7-170,0 2 1,0-7-10,0-1 1,4-2 111,1-1 1,-1-5-201,-4 0 144,0-5 1,-6 2-233,-2-5 1,1 0-106,-1 0 1,0 0-227,-5 0 0,1 0 24,-1 0 1,-3 0-350,-1 0 0,-3 0 39,3 0 1,-6-5 885,-2-3 0,-6-3 0,-6-2 0</inkml:trace>
  <inkml:trace contextRef="#ctx0" brushRef="#br1">28979 5159 7705,'5'-7'672,"4"3"1,3 3-333,5 1 1,-1-1-100,9-4 0,-2 4 242,11-3 0,0 3-109,7 1 0,-6 0-600,2 0 0,-4-2-188,0-2 0,-2 3-492,-7-3 0,-4 2-1154,-4 2 1297,-8 0 763,-2 0 0,-6 0 0</inkml:trace>
  <inkml:trace contextRef="#ctx0" brushRef="#br1">29264 5122 7470,'0'8'772,"0"1"-280,0-7 1,0 9 8,0-2 0,-5 3-172,-4 5 1,3 2-8,-3 6 0,1 1-75,-4 3 0,-1 3-67,1 5 1,-1 0-154,1 0 0,0 0 93,-1 1 0,2 3-148,3 0 0,-2-3 51,6-5 1,0-6 27,4 2 1,0-8 31,0-5 1,1-3 85,4-5 1,1 2-12,7-6 1,5 0 3,2-4 1,4 0-318,1 0 0,5 0 119,3 0 1,2 0-1085,-2 0 0,2 0 561,-1 0 1,0-1-1872,-1-4 2430,3 4 0,-4-5 0,5 6 0</inkml:trace>
  <inkml:trace contextRef="#ctx0" brushRef="#br1">29971 5209 6752,'6'-7'3851,"-3"7"-3355,5 8 0,2 9-108,6 4 0,-2 9-130,2 7 0,-2 0-260,-1 5 0,-5 0 92,0 0 0,-5-1-50,1-4 0,-3-5-126,-1-3 0,0-7-257,0-1 1,0-10-1374,0 1 783,0-2 44,0-3 1,2-2-154,2-5 680,-3-5-1,9-2 363,-6-6 0,0 1 0,0-1 0,1 1 0,-1 0 0,-4-1 131,0 1 0,0-1-100,0 1 863,0 5 0,0-4-381,0 3 1,1 2 263,3 2 1,3-1-296,5 1 1,2-5-379,3 5 1,-2-4-64,6 4 0,-1-4-89,5 3 1,4-4-844,0 0 0,0 3 491,-4-3 0,-2 1-785,-2-4 1,1 1 243,-6 2 941,-5-2 0,1-1 0,-6-7 0</inkml:trace>
  <inkml:trace contextRef="#ctx0" brushRef="#br1">30430 5221 7705,'0'-8'57,"0"0"387,0 5-11,0-2 1,0 6-53,0 3 0,0 7-117,0 6 0,0 9 11,0-1 0,-4 8-78,0 0 0,-1-2 23,0 3 1,4 3-24,-3 4 0,-2-1-336,2-7 1,-5 3-126,0-3 1,4-3-409,1-1 1,-2-3 185,2-1 0,0-4-350,4 0 0,0-6-379,0 1 1215,0-7 0,5-4 0,2 1 0,6 1 0</inkml:trace>
  <inkml:trace contextRef="#ctx0" brushRef="#br1">30716 5407 8106,'7'-6'2136,"-1"0"-1403,-1 6-656,2 0 1,5 0 120,0 0-893,1 0 1,-1 4 483,1 0 0,-1 2-1275,0-2 1486,-5-3 0,4 10 0,-4-4 0</inkml:trace>
  <inkml:trace contextRef="#ctx0" brushRef="#br1">30765 5507 7705,'-7'5'238,"-2"-2"505,5 5 535,0-5-853,4 8 0,1-6-350,3 4 0,3 0 24,5-4 0,1 0-875,-1-1 0,5-2 484,-1 2 0,1-3 292,-5-1 0,6 6 0,1 0 0</inkml:trace>
  <inkml:trace contextRef="#ctx0" brushRef="#br1">31175 5159 7705,'-7'2'461,"3"2"0,2-1-73,2 5 1,0 6 183,0 6 1,0 9-82,0 4 0,0 5-118,0 3 0,4 3 80,1 6 0,0-1-103,-1 1 1,-2-2-515,2-2 0,1-1-227,-1-8 0,2 2-376,-2-10 1,3-4 133,5-5 0,2-10-655,3-2 1,2-6 1287,6-7 0,5-13 0,2-8 0</inkml:trace>
  <inkml:trace contextRef="#ctx0" brushRef="#br1">31745 5333 7705,'-9'-11'750,"-4"3"0,4 1-1020,-8 3 0,-4 2-14,-3-2 0,-4 10 1377,-9 6 0,2 0-449,-6 5 0,2 2-608,2 2 1,1-2-197,3 2 1,3-6-211,5 2 1,2-4-135,2 0 1,3-1 267,6 1 0,5-1 50,3 0 1,2-3-131,2-1 280,0 0 1,0 5 125,0-1 1,6 5 247,2-1 0,3 2-53,2-1 1,0-4 181,4 4 0,-2-3-182,6-2 1,-3-1-73,6-3 0,-2-1-928,7-3 1,-1-2 427,1 2 0,1-7-1028,3-1 1315,3-6 0,1 3 0,8-5 0</inkml:trace>
  <inkml:trace contextRef="#ctx0" brushRef="#br1">31894 5283 7705,'7'0'2254,"3"-1"-1001,-6-3 496,0 3-1244,2-11 0,0 7-400,7-3-50,-1-3 1,2 5-41,3-2 1,-4 1-14,4 3 0,-2 2-151,2-2 0,-4 3-59,4 1 0,-3 5-24,-2 4 0,-4 2 330,1 1 1,-7 5-181,3-1 1,0 6 443,-1-1 0,0 2-120,-4 2 1,0 0-5,0 0 1,0 1-118,0 3 1,0-1-57,0 5 0,0-4-138,0 4 1,0-2 56,0 2 1,0 2-58,0-6 1,0 5-7,0-1 1,0-2 329,0-2 1,0-3-85,0-1 0,0-1-97,0 1 1,0-1-33,0-4 0,4 0-61,1-4 0,3-5-92,-4 6 1,4-10 75,-4 5 0,2-7-400,-2 4 0,-3-5 167,4 4 1,-4-4-322,-1 4 1,-1-5 169,-4 1 0,3 2 142,-7-2 1,5 0 29,-4-4 0,0 0-6,-5 0 0,0 0-153,-4 0 0,2 0 93,-6 0 0,-4 0-447,-4 0 0,-11-5 277,-1-4 1,-6 2 486,-2-1 0,-7 0 0,0-4 0</inkml:trace>
  <inkml:trace contextRef="#ctx0" brushRef="#br1">3039 3733 8199,'7'-5'-1541,"0"3"925,-3-2 616,-2 3 0,3-5 0,1 5 0,-5-5 0,5 6 0,-6 0 0,1 0 0,3 0 0,-3 0 0,5 0 0,-6 0 0,1 0 0,3 0 0,-2 0 0,3 0 0,-5 0 0,0 0 0,0 0 0</inkml:trace>
  <inkml:trace contextRef="#ctx0" brushRef="#br1">3027 3659 8199,'-7'-6'0,"-4"3"-380,3-5 447,-3 0 0,2-5-527,1 1 0,5 0 260,-1-1 1,3 5-157,1 0 188,0-1 77,0-3 86,0 0 3,-6-1 0,5 5 62,-3 0 0,-2 4-83,2-5-224,0 7 247,4-4 0,-5 6 0,-2 0 0</inkml:trace>
  <inkml:trace contextRef="#ctx0" brushRef="#br1">2928 3311 8010,'0'-12'423,"0"0"1,-4 3 297,-1 1-479,1 0 0,3-3 1002,-3 3-254,2-4-30,-3 11-500,5-4 0,0 6-108,0 3 1,0 9-3,0 7 0,1 4-123,3 0 1,-2 7 80,2 2 0,1 4-66,0 4 0,-1-1-234,-4 6 0,0 5-295,0 7 0,0 4 45,0 4 1,0 3-218,0-32 1,0 0-1,-2-2 1,0 0 288,0 1 1,-1-1 0,-5 32-127,4-1 1,-4-6 36,4-15 0,-1-4-481,5-7 370,0-4 1,2-15 5,2-3 1,-1-7-617,5-1 550,-5-3 1,6-2-207,-4-3 0,4 1 40,-1-5 0,5-5 596,3-3 0,-2-12 0,4 2 0</inkml:trace>
  <inkml:trace contextRef="#ctx0" brushRef="#br1">3374 3609 8005,'9'-32'230,"-1"3"1,-1 5 387,1 3 1,-1 3 479,-3 6-253,-3-1-322,5 6-296,-6 2 0,0 6-203,0 3 0,-6 3 64,-2 6 0,-7 0-34,-2 4 0,-5 2-276,2 6 0,-4 0 194,-1 0 0,1 1-485,-1 3 1,-4-3 259,0 3 1,0-3-2,4-1 0,0-2 43,1-2 0,3 1 144,0-5 1,6-1 9,-2-3 0,8-2-6,1-3 1,3 3 166,-3-3 1,5-1-39,-1 1 0,3-4 235,1 5 0,0-5-82,0 4 0,0-4 180,0 4 0,0-3-89,0 3 1,0-4 94,0 4 1,1-4-61,3 5 1,-2-5-81,2 4 1,-1 0-22,1 5 1,-1-1-27,5 1 0,-4 3-181,4 1 1,-4 5 111,5-2 0,-1 2-179,4-1 0,1 3 111,-1-4 0,1 4 170,-1 0 0,2-3-127,2 0 0,-1-6 48,6 1 1,-4 2-107,3-1 0,1-1 68,4-3 1,-5-1 134,1 1 0,0 0-104,4 4 0,-6-5-363,-3 1 0,-2-2 144,-1-7 0,-5 4-153,0-4 43,-5 6 108,2-9-347,1 5 131,-5-6 10,5 0 166,-6 0-667,0 0 205,-6 0-886,5 0 0,-5-2 138,6-2 1,-1 3 1305,-3-3 0,-3-3 0,-5 0 0</inkml:trace>
  <inkml:trace contextRef="#ctx0" brushRef="#br1">3101 4874 8005,'-8'0'915,"0"0"-23,5 0-169,-8 0-471,10 0 1,-5 6-67,6 2 0,-4 4 41,0 5 1,0-2-191,4 6 1,0 3 135,0 5 0,1 6-153,3-2 1,-2 4 81,2 4 0,-3-1-416,-1 6 0,0-5 26,0 5 0,0-6-125,0 1 0,0-7 25,0 0 0,0-7 104,0 2 0,0-8-21,0-5 1,0-2-140,0-2-287,0 1 323,0-6 408,0-2 0,11-5 0,3 0 0</inkml:trace>
  <inkml:trace contextRef="#ctx0" brushRef="#br1">2680 6052 8005,'-2'-7'1368,"-2"3"51,3-3-479,-5 6-301,6-4 0,6 5-211,2 0 1,7 4 30,2 0 0,9 1-65,-1-1 1,4-2-335,0 2 1,1-3-58,3-1 1,3 0-173,-3 0 0,1-1-322,-1-3 1,2-2 320,-6-2 0,0 1-1468,-4 3 0,-6 3-248,-3-3 1886,-7 2 0,-9 8 0,-7 1 0</inkml:trace>
  <inkml:trace contextRef="#ctx0" brushRef="#br1">2816 6077 8005,'-12'7'68,"-1"0"28,1-3 1,4-1 899,-1 5 1,7 0-379,-3 5 1,4 5-199,1 2 0,0 4-193,0 1 0,4-1 209,0 1 0,5 4-130,-5 0 1,1 4-281,-1-4 1,-2 6-106,2-2 1,-3 2-131,-1 3 1,0-5-633,0 0 0,0 0 435,0 4 1,0-5-1044,0-3 0,0-5 641,0-3 1,-4-3 807,0-6 0,-6-5 0,3-1 0</inkml:trace>
  <inkml:trace contextRef="#ctx0" brushRef="#br1">2866 6573 8005,'1'-8'0,"3"0"1987,-2-1-525,9-3 1,-5 0-766,7-1 1,1 5-257,2 0 0,3 4-132,6-5 1,0 5-468,0-4 0,4 1 192,0-1 1,4 2-1322,-4 6 0,3-4 388,-8 0 0,3 1-131,-11 7 0,-5 7 1030,-7 6 0,-8 10 0,-3 0 0</inkml:trace>
  <inkml:trace contextRef="#ctx0" brushRef="#br1">2890 6871 8005,'-12'8'0,"0"0"1971,-1-5-726,6 3-425,2-6 0,6 0-303,3 0 1,9 0 137,7 0 0,4-4-249,1-1 0,4-4-371,0 1 1,5-2-139,-1 2 1,-3-3-118,-1 2 1,3 2-2989,1-1 3208,-3 0 0,6 1 0,-4 1 0</inkml:trace>
  <inkml:trace contextRef="#ctx0" brushRef="#br1">3015 7355 8494,'0'-13'312,"-6"6"0,5 3 91,-4 8 0,5 9 26,5 7 1,-4 5-123,3 4 1,2 1-248,-2 4 0,4 1 70,-4-2 1,0 3-480,-4 1 1,0 1 228,0-1 1,0 0-689,0 0 0,-1 2 212,-3 2 0,-3-2-535,-5 2 1131,-1-2 0,1-2 0,-1 0 0</inkml:trace>
  <inkml:trace contextRef="#ctx0" brushRef="#br1">2667 8508 8429,'0'7'1942,"2"-2"-1492,2-5 0,3 0 414,5 0 1,7-1-345,6-3 1,1-3-152,7-5 1,5-2-209,3-3 0,7 4-178,2-4 1,-5 0-856,5 5 1,-5-3 642,1 7 1,-3-2-485,-6 2 0,-7 2 272,-5 6 0,-3 2-1064,-10 2 1,2-2 185,-10 7 1319,-5-1 0,-11 10 0,-8 1 0</inkml:trace>
  <inkml:trace contextRef="#ctx0" brushRef="#br1">2853 8483 7842,'-11'-1'2475,"3"-3"-2437,-3 2 7,4-3 0,0 12 351,3 5 1,3 6-66,1 7 0,0 5-88,0 3 0,5 3 96,3 1 0,2 2-59,-2 2 0,3-2-368,-2 2 1,-4-2 119,-1-2 0,2-4-436,-2 0 0,4-1 269,-4 1 1,0-3-559,-4-5-183,6-6-595,-5-1-630,5-11 1549,-6-1 1,-2-12 551,-2-2 0,3-5 0,-3-3 0,-3-3 0,0-6 0</inkml:trace>
  <inkml:trace contextRef="#ctx0" brushRef="#br1">2853 8806 7842,'0'-13'589,"0"1"0,0 4-139,0-1 0,0 5 285,0-4 35,6 5 1,-1-4-287,4 3 0,3 3 218,0-3 1,2-2-276,7 2 0,4-2-116,4 2 1,5 2-387,-1-7 1,3 5 119,1-4 0,0 1-546,1-1 1,-1-2 403,0 6 1,-4-4-1320,0 4 1,-1-1 599,1 5 0,-3 0-1346,-5 0 2162,0 6 0,0 1 0,0 5 0</inkml:trace>
  <inkml:trace contextRef="#ctx0" brushRef="#br1">2196 4738 7578,'0'-13'-131,"0"1"634,0-1 188,0 1-114,-6 5-188,-1 2-207,-5 5 0,1 5-136,3 3 0,-3 3 73,2 2 1,2 1 15,-1 2 1,0 4-185,-4 4 0,0 2 72,4 3 0,-3 3-189,3 5 0,1 6 60,-1 3 0,4 3-315,-5 5 1,7 1 235,-3 3 0,4 1-47,1-5 0,0-2 55,0-6 1,6 2 101,2-3 1,3-2 53,1-2 1,5-2 224,-1-2 0,1-9-411,-5-3 1,1-13 37,-1 0 0,1-6-764,-1 2 487,0-5 446,1 2 0,-6-5 0,-2 0 0</inkml:trace>
  <inkml:trace contextRef="#ctx0" brushRef="#br1">633 5259 8423,'0'-7'1695,"5"0"-1459,3 3 1,5 2-127,3-2 0,0 3 94,4 1 0,1-4-415,4 0 0,-2-2 230,-2 2 0,2 1-896,-2-5 1,1 4 224,-1-5 1,-3 3 651,-6-3 0,6-7 0,1 2 0</inkml:trace>
  <inkml:trace contextRef="#ctx0" brushRef="#br1">844 4899 8097,'-13'8'66,"1"0"0,-1-5-580,1 1 0,1 3 93,3 2 0,1 2 1361,3 1 1,2 6-402,-2 3 1,3 2 64,1 2 1,1 4-146,3 0 1,2 5-177,2-1 0,3 7-231,-3 1 0,3 5 116,2-5 0,-5 6-102,0-1 1,-1 0 96,1 0 0,-2-1-355,-6-7 0,0 0 116,0-9 1,0 3-92,0-7 1,0-3 165,0-10 0,-1-4 238,-4 1 1,3-7-217,-7 3 0,5-4 37,-4-1 1,4-1-467,-4-4 1,-1 3 208,-3-7 0,4 1-197,-1-4 0,1-1 118,-4 1 1,1-1-490,2 1 1,0-4 76,5-1 0,-5-5 106,5 1 1,0-4 583,4-3 0,0 1 0,0-3 0</inkml:trace>
  <inkml:trace contextRef="#ctx0" brushRef="#br1">943 5308 8097,'11'-8'1207,"-3"0"-404,3 5-191,-4-3-81,5 6 0,-1 6-127,-2 2 1,-2 3-154,-3 2 1,-3 0-1,3 4 0,2-3-15,-2 2 0,0-2 15,-4-2 0,1 2 0,4 3 0,-4-8 104,3 4-355,-3-9 0,-1 7 0,0-4 0</inkml:trace>
  <inkml:trace contextRef="#ctx0" brushRef="#br1">1005 5147 8097,'0'-12'808,"0"-1"1,0 1-788,0-1 1,4 5 104,0 0 1,6 5-901,-2-1 1,3 3-133,1 1 1,1 0 215,-1 0 690,-5 0 0,10 0 0,-4 0 0</inkml:trace>
  <inkml:trace contextRef="#ctx0" brushRef="#br1">1141 5184 8097,'0'13'218,"0"-1"1,-1 0 262,-3 1 0,2-1 116,-2 1 0,3-1-143,1 0 0,0 2 66,0 3 1,0-4-114,0 4 0,0-3-446,0-2 1,0 1 146,0-1-602,0-5-322,5-2 687,2-5 1,6-5-91,-1-3 0,-1-3 33,-3-2 0,3 1-26,-2-1 0,0 5 75,0 0 0,2 1 228,-3-1 0,2-3-91,-2 2 1,3 4 263,-3 1 0,-1 2-60,1 2 0,-4 0-189,5 0 1,-7 2 551,3 2 1,-3-1-159,2 5 1,-2 0-328,2 5 1,-3-5 27,-1 0 0,0 0-834,0 5 0,0-1 387,0 1 1,0-5-2866,0 0 1652,0-5 1550,0 8 0,6-10 0,1 5 0</inkml:trace>
  <inkml:trace contextRef="#ctx0" brushRef="#br1">1414 5296 8097,'-5'7'0,"2"0"458,-5-3 0,4-2-53,-5 7 0,7-5 618,-3 4-616,-2 0 0,5 3-1442,-7-2 858,7 2-1013,-4-4 800,6 0 390,6-2 0,-5-5 0,5 0 0</inkml:trace>
  <inkml:trace contextRef="#ctx0" brushRef="#br1">1526 5060 8097,'5'-12'0,"-3"3"-138,2 1 0,-3 0-296,-1-4 1,0 3 461,0 1-36,6 0 0,-1-5-376,4 1 1,2 4 383,-3-1 0,-1 1 0,1-4 0,0-2 0,5-3 0,-1 4 0,1-4 0,-5-1 0,0 2 0,-1-1 0,1 5 0,-2 3 627,-6 1 17,5 5-34,-3-2 0,3 12-164,-5 5 0,-1 6-136,-3 7 1,2 4-43,-2 0 1,3 5 173,1-1 1,0 7-82,0 2 0,0-1-60,0-4 1,0 0-476,0 1 0,0 2 183,0-3 1,1-3-506,3-9 1,-2-6 96,2-2-329,-3-9 193,5-2 1,-5-12-414,3-2 1,-2-3 287,-2-2 0,0 1 660,0 0 0,-6-1 0,-2 1 0,-3 1 0,-2 3 0,1-4 0,0 4 0,-1 1 0,1-1 425,-1 0 0,1 1 566,-1 3 375,7-3-715,0 5-520,6-9 1,6 9-35,2-7 0,4 5 103,5-4 1,-2 4-736,6-4 1,-6 4 323,1-5 1,-2 6-1024,-1-1 440,-1-3 625,0 6 1,-5-3 350,-3 8 0,-2-1-133,-2 5 1,-6 0 280,-2 5 0,1-1-159,-1 1 0,5-1 101,-1 0 0,3 1-53,1-1 0,0-4 994,0 1-446,0-7-559,5 4 1,2-6-871,5 0 0,1 0 434,-1 0 1,1 0-2527,-1 0 2754,-5 0 0,4 0 0,-4 0 0</inkml:trace>
  <inkml:trace contextRef="#ctx0" brushRef="#br1">1786 5221 8200,'0'9'161,"0"-1"1,-4 4 155,0 5 1,0-1 48,4-3 0,0 3 228,0 1-267,5-1 1,2-5 289,6-2-355,-1-4 0,2-6-195,3-3 1,-4-7 62,4-6 0,-3-5-225,-2 1 1,-4-2-11,1-2 0,-3 5-118,3-1 0,0 4 277,-4-3 0,-1 7 58,-4-3-191,0 10 0,-2-5 35,-2 11 0,-4 3-149,-9 5 0,2 7 76,-6 14 1,5 3 97,-5 5 0,5 2-225,-5 2 0,10-2-322,-1 2 0,7-2-290,1-2 0,8 0 314,5 0 0,7-11 171,5-5 0,8-11 371,4-6 0,8-3 0,3-1 0,6 0 0</inkml:trace>
  <inkml:trace contextRef="#ctx0" brushRef="#br1">2382 7144 8200,'7'-21'151,"-3"0"1,1 2 110,0-2 0,-1-1 26,-4 6 0,0-1-26,0 5 0,0 4 687,0-1-572,0 1 0,-2 1 64,-2 3 1,1 3-179,-5 1-17,0 0 1,-5 7-313,1 5 1,-2 2 130,-2 6 0,2 7-465,-3 6 1,-1 8 246,2 5 1,-5 3 59,5 5 0,-1 1-202,5 3 1,1 4 508,2 0 1,0 7-312,6-30 1,2 0-1,-2-1 1,2 0 41,0 1 1,2 1-1,-1-3 1,1 0 206,1-1 1,0-2-1,5 27-13,5-11 0,2-19-342,3-14 0,2-9 71,6-8 1,0-5-1055,-1-4 0,-3-2 43,0-1 1143,-12 5 0,8-10 0,-10 4 0</inkml:trace>
  <inkml:trace contextRef="#ctx0" brushRef="#br1">1030 7479 8200,'-13'0'0,"1"0"389,-1 0 136,1 0 64,5 5 0,3-3-147,8 2 1,9-3 68,7-1 1,5 0-100,4 0 0,-1 0-399,5 0 0,-2 0-18,2 0 0,2-4-51,-6 0 1,4-6-960,-4 2 0,0-3 588,-4-2 1,-1 1-971,1 0 0,-7-1 1397,-5 1 0,-1-6 0,-5-1 0</inkml:trace>
  <inkml:trace contextRef="#ctx0" brushRef="#br1">1253 7206 8200,'-8'1'0,"-1"3"0,5-1 333,-4 5 1,1-2-7,-1 6 0,-3-1 129,3 10 0,1 1-98,-2 7 1,7 3-97,-3 5 0,4 1 123,1 4 1,1 2-139,4 5 0,2 1-212,5 0 1,0-1 65,1 1 1,-5-1-266,0 1 0,-5-6 5,1-2 1,2-5-229,-2-4 0,0-3 268,-4-5 0,0-6-3,0-2 0,-1-5-1241,-4-4 937,4 3 1,-6-9-889,3 2 861,3-3 0,-6-1 51,3 0 1,2-5 401,-2-3 0,3-9 0,-5-2 0,-1-6 0</inkml:trace>
  <inkml:trace contextRef="#ctx0" brushRef="#br1">1414 7665 8200,'0'8'534,"0"0"0,0-4 42,0 5 1,0-5-132,0 4 0,0 0-311,0 5 1,0-5 111,0 0 1,0 0-818,0 5 0,0-1-196,0 1 0,0-1-1719,0 0 2486,0 1 0,6-1 0,1 1 0</inkml:trace>
  <inkml:trace contextRef="#ctx0" brushRef="#br1">1451 7553 8200,'0'-12'0,"0"-1"-398,0 1 0,0-2 66,0-2 1,0 2 202,0-3 0,5 3-31,-1 2 1,5 4 159,0-1 0,2 3 0,1-3 0,-4 4 0,1 5 0,-5 0 0,4 0 0,-5 1 0,1 3 0,-1 5 0,1 7 0,-3-1 0,3 6 0,-2-5 580,-2 5 1,-2-4-147,-2 3 0,3-3 557,-3 4 0,1-2-381,-1 2 1,2 2-93,-2-2 1,3-2-434,1 2 1,0-6 16,0 1 0,0-2-566,0-2 0,0 1 262,0-1-956,0-5 870,5-1 0,2-16-14,6-2 0,-1-8 7,0 4 1,1-5 393,-1 5 0,1-2 90,-1 1 0,-4 5-94,1-1 1,-5 2 265,4 7 1,-4 0 162,4 4 43,-5 0 1,3 1-173,-6 4 0,0 1 70,0 7 0,0-1-73,0 1 1,0-1-510,0 0 1,0 1-218,0-1 1,0-3-901,0-1-124,0-5 663,0 2-1716,0-5 2411,0-5 0,5-2 0,2-6 0</inkml:trace>
  <inkml:trace contextRef="#ctx0" brushRef="#br1">1811 7677 8200,'8'-11'1130,"1"3"-886,-7-3 1,5 9 279,-2-2 278,-4-3 0,4 7 200,-5 0-623,0 6 0,-4 10-425,0 1 1,0-1 107,4-3 0,-1-1-1481,-4 1 963,4-1-1134,-4 0-133,5-5 577,0-1 0,4-12 1146,0-2 0,6-14 0,-4-4 0</inkml:trace>
  <inkml:trace contextRef="#ctx0" brushRef="#br1">1836 7441 8200,'-1'-8'0,"-4"0"-54,4 5 0,-4-8 188,5 3 1,0 1-502,0-1 1,0-1 201,0-3 1,1-5-78,3 1 1,2-6 181,2 1 0,3-2 93,-3-2 1,3 4 130,2 1 0,-1 0 254,0 0 1,-3 2-252,-1 5 1,-1 1 531,1 0-131,3 5 1,-5 3-158,2 8 1,2 8-148,-6 9 0,0 8 9,-4 4 0,1 8 86,3 5 0,-2-2-104,2 1 0,-3 1-31,-1 3 1,0-3-246,0-1 0,2-6 97,2-2 0,-1-3-430,5-9 1,-4-4 63,4-13-140,-5-2 1,7-9 188,-6-5 0,4-1-827,-4-7 0,2-2 296,-2 1 0,-3 1 170,3 3 0,-4 2 452,-4 3 0,-1-3 67,-4 3 0,-2 1 36,3-1 0,-3 4-21,-1-5 0,-1 7 1316,1-3-785,-1 4 997,1 1-423,5 0-482,2 0-868,16 0 0,1-4 248,9 0 0,2-6-128,-2 2 1,-3 1 102,-2-1 0,-2-1-338,-1-3 0,-2 4-200,-3-1 540,3 7 0,-11-4 30,0 6 1,-3 2 183,-9 2 1,2 4 35,-7 9 1,4-2 30,0 5 1,1 0 87,-1 0 1,7 2-150,1-5 1,4 4-92,1-5 1,1 1 53,4-5 1,3-5-159,8-3 1,0-3 5,4-1 0,0-1 24,0-3 1,2-3 110,-5-5 0,-1-1-44,-3 1 475,-1-1-325,-5 1 1,-1 4-267,-6 0 0,-6 6 113,-2 2 1,-5 3-626,-3 9 1,1-2-24,-6 6 1,0 4-218,-3 0 0,-3 5 834,-2 4 0,-4-1 0,-8 5 0,-5-4-376,-7 4 1,-9 0 375,27-15 0,-1 1 0,-1 0 0,-1-1 44,-3 1 1,-1 0 0,1-3 0,-1-1-228,-3 0 0,-1-1 0,2 0 0,0 0 281,0 0 1,1 1 0,0 0 0,1 0 84,0 1 0,1 1 0,5 1 0,2 0 135,-28 15 1,13-1 269,4 1 0,12-7-150,8-1 0,7-10-209,10-7 1,8-5 378,8 1 1,9-3-583,3-1 0,11-1 68,6-3 1,7-4 190,10-9 0,8 2-155,-27 5 1,0-1 0,0 1-1,-1 0-138,1-3 0,0 1 0,1-1 1,0 1 68,3-1 1,1 1 0,-1 0 0,1-1-18,2 1 1,-1 0-1,1 1 1,0 1-484,-2-1 1,-1 1-1,2 2 1,1 1 223,-3-2 1,0 2-1,4 2 1,0 1-366,-4 2 0,0 0 0,-1 2 0,-1 0 580,20 4 0,3 0 0,-9 9 0,-7 5 0,-7 4 0</inkml:trace>
  <inkml:trace contextRef="#ctx0" brushRef="#br1">14576 3932 8456,'-12'0'0,"0"0"-851,-1 0 1,-3 0 509,-1 0 1,-4 0 340,5 0 0,-2 0 0,1 0 0,4 0 103,-4 0 0,-1 0 84,2 0 1,-1 0 230,5 0 1,-1-2 271,1-2 1,-1 3-282,1-3 1,4-2 136,-1 2 0,7-2 327,-2 2-831,2 3 102,2-5 1,6 2-12,2 0 1,4 0 38,5 4 0,2 0-60,6 0 0,0 0-88,0 0 1,5 0 122,3 0 0,3 0-141,1 0 0,6 0 73,2 0 1,9 0-103,4 0 0,5 0-139,8 0 1,-32 0 0,2 0 153,4 0 0,1 0 0,0-2 0,1 0-244,1 0 1,-1 0-1,1-1 1,0 2 213,3 0 0,1 2 0,2-1 1,-1 0-12,-1 0 1,0 0 0,1 0 0,0 0 64,-5 0 1,-1 0 0,2 0 0,0 0-78,1 0 1,-1 0 0,-2 0 0,0 0 66,-2 0 1,1 0 0,0-2-1,0-1-41,0 1 1,-1 0-1,1 0 1,1 0-153,-2 2 1,1 0 0,-5 0 0,0 0 91,1 0 0,-1 0 0,-2 0 0,0 0 52,1 0 0,-1 0 1,0 2-1,-1 0-48,4 0 0,-1 0 0,-2 3 0,0-1-18,3-2 0,-1 0 0,0 2 0,1 0 38,1-2 1,1 0 0,3 1 0,1-2 19,3 0 1,1-2-1,-4 1 1,1 0-220,2 0 0,1 0 1,-3 0-1,-1 0 261,-1 0 0,1 0 1,-1 0-1,-1 0-49,0 0 1,-1 0 0,-3 0 0,-1 0 94,0 0 0,1 0 0,0 0 0,0 0-12,1 0 0,1 0 0,2 0 0,0 0-19,4 0 1,-1 0 0,-2 0-1,0 0-87,-1 0 0,-1 0 1,-1 0-1,0 0-87,0 0 0,-1 0 0,1 1 0,0 0 36,2 1 0,-1 0 1,-1-1-1,0 1 62,2 1 1,-1 2-1,2-2 1,-1 1 23,-1 0 1,1 0 0,-1 2 0,1-1-30,-2-1 1,-1 0 0,-3 1 0,0 0 170,-3-1 0,0 0 0,32 6 336,-7-6 0,1 0-158,3-4 0,-8 4-48,0 0 1,-5 1-107,-4-5 1,2 1 68,3 3 1,-7-3-104,2 4 0,-7 0-215,-1-1 0,-2 2 617,-2-2 0,-4-3-686,0 3 1,-5 2 465,1-2 1,-5 0-315,-3-4 0,1 0 153,-5 0 1,-1 0-234,-3 0 0,-1 0-219,1 0 73,-1-5 272,-5 3 0,4-9 0,-4 4 0</inkml:trace>
  <inkml:trace contextRef="#ctx0" brushRef="#br1">3746 6077 8340,'9'4'0,"-1"0"1158,-5 1-111,8-5 437,-4 0-971,5 0 1,0-6-40,1-2 1,-1-3-28,1-2 1,-1 0-125,0-4 0,0 2 103,-4-6 0,6 2-166,-6-2 1,6-2-64,-6 2 0,3-4 96,1-4 0,3-1-56,-2-3 0,2-4 23,-7 0 1,2-2-106,-2-6 0,2-1 26,-6-4 0,4-3-272,-4-1 0,2-5-296,-2 1 0,-3-3-37,4-1 0,0 0-243,-1 0 1,0 2 298,-4 2 1,-1 4-204,-3 8 1,1 9 157,-5 8 1,4 4 361,-5 5 0,5 3 156,-4 9 0,4-2-108,-4 6 1,3-4 178,-3 4 0,5-2 554,-1 2-898,3 3 0,0-5 59,-4 6-1081,4-5 66,-4 3 380,5-3 1,-2 5-381,-2 0 0,1 4 480,-5 0 0,4 6 168,-4-2 1,-1 4 475,-3 5 0,-6-3 0,-1 4 0</inkml:trace>
  <inkml:trace contextRef="#ctx0" brushRef="#br1">3808 8086 8340,'6'13'0,"-1"-5"-4,4 0 390,2 1 372,-4-3 1,5 4-266,0-6 0,-3 0 245,-1-4 1,0 0-231,5 0 1,-1-1 18,1-3 1,-1 1-193,0-5 0,1 0 113,-1-5 1,1-1-119,-1-2 1,2 2-52,2-3 1,-2-2-122,3-1 1,-4-3 57,0 3 0,-2-4-83,-3 4 1,3-5 117,-3-4 0,8 1-124,0-5 1,-1 4 51,-6-4 0,4 0-157,-4-4 1,7 0 8,-8 0 0,6-5 38,-6 1 1,-2-6-36,-2 2 1,2-4 91,-2 0 1,0-5-449,-4 0 1,0-1 214,0 1 0,-4 3-249,0-2 0,-5 3 110,5 5 1,-5-4 52,0 4 1,2 6 28,-1 2 1,4 4-191,-4 0 0,1 1 150,-1 3 1,-2 7 29,6-3 1,-5 5 190,5-1 1,-5-2-97,0 2 0,4 2-100,1-2 0,-2 6 173,2-2 1,-4-1-24,4 2 1,-5-1-297,5 5 24,-5 0 1,6 1 288,-5 2 1,4 4-252,-5 5-327,6 0 291,-8 0-179,10 0 0,-4 1-260,5 3-459,0-2 713,0 3 1,0-3-91,0 2-382,0-3 303,0 5-343,0-6 996,0 0 0,5 5 0,2 2 0</inkml:trace>
  <inkml:trace contextRef="#ctx0" brushRef="#br1">5496 5730 9515,'-7'0'2800,"1"0"1,6 7-2298,0 5 0,0 7-72,0 10 1,0 4-125,0 9 0,4 5-155,0 11 1,5 5-448,-7-26 1,0 0 0,2 4 0,0 0 231,-2 2 1,0 0-1,1 1 1,-2-1-312,0 3 0,-2-1 0,1-1 0,0-1 222,0-1 1,0-1-1,0-1 1,0 0-502,0-2 1,0-2-1,0 22 174,0-8 1,0-10-503,0-7 0,0-7-240,0-6 516,0-4 0,2-4 705,2-8 0,-3-13 0,5-5 0</inkml:trace>
  <inkml:trace contextRef="#ctx0" brushRef="#br1">5446 5804 8340,'0'-18'0,"1"3"292,3-5 0,-1 4 503,5 0 1,1 1-276,3-2 0,1 9-301,-1 0 0,6 5 58,3 3 0,1 5-228,-2 4 0,4 9 75,-4 6 0,-2 3-262,-1 6 0,-3 0 104,-2 4 1,-5 6-229,-3 2 0,-4-1-141,-4 2 1,-4 2 150,-9 2 1,3 1-296,-2-10 1,-2-1 196,1-7 0,-3 0-1438,3-8 1788,1 2 0,-2-13 0,-2 4 0</inkml:trace>
  <inkml:trace contextRef="#ctx0" brushRef="#br1">5781 5978 9358,'8'0'-85,"0"0"1,-3 0-645,3 0 2210,0 5 1,5-2-621,-1 5 0,0 1-368,1 3 1,-2 2-381,-3 2 1,2 1-1124,-6 8 0,0-3 300,-4 7 1,0 1 450,0-1 0,-4-1 736,0-8 1,-5-2-78,5-5 20,-5-7 1,3-3-183,-2-11 1,2-2 540,6-10 1,0-1-238,0-4 1,6 0-89,2 1 1,5-1-845,3 0 0,-2 0 297,2 0 0,2 2-1328,-1 2 0,1-1 747,-2 6 1,-2-5-2431,3 4 3104,2 1 0,-5 4 0,4-1 0</inkml:trace>
  <inkml:trace contextRef="#ctx0" brushRef="#br1">6141 6077 8340,'-6'25'0,"3"-4"360,-5-1 0,5-5 580,-1 2 0,3-7 1103,1-2-1447,5-5 0,6-3-591,6-9 0,4-2 69,-5-1 0,5-6-698,-5-3 1,5 2 502,-4-2 0,-1 5-510,-3-5 0,-5 6 307,0-1 1,-5 2-338,1 1 804,-3 1 1,-2 5-171,-3 3 1,-7 3 585,-6 1 1,-9 1-283,1 3 1,-2 3 184,2 5 0,1 5-123,4-1 0,-2 2-565,5-1 1,2-3-90,7 2 1,-2 2-99,6-1 0,0-1-1041,4-3 0,5 2 656,4-3 0,3 3-334,5-6 1132,-4-4 0,16 1 0,-3-6 0</inkml:trace>
  <inkml:trace contextRef="#ctx0" brushRef="#br1">6376 6102 8340,'2'8'59,"2"0"1,-3-3 865,3 3 0,-2-4 293,-2 4-540,5-5 1,-2 3-177,5-6 1,1 0-772,3 0 1,0-6-78,1-2 1,-1-9-315,1-3 0,3-2 268,1 1 1,-1-1 231,-3 5 0,-5-3-74,0 3 0,-4 1-414,5 3 987,-7 1 0,-3 1-242,-11 2 0,-2 4 374,-7 5 1,2 0-135,-2 0 1,-1 5-223,6 4 0,-5 2-1009,4 1 1,2 1 509,7-1 1,-2 2-430,6 2 0,0-2 813,4 3 0,-6 2 0,0 0 0</inkml:trace>
  <inkml:trace contextRef="#ctx0" brushRef="#br1">6649 6003 8340,'6'7'0,"-3"2"0,5-5 0,-4 5 1161,4-5 1,0 1-196,5-1 0,5-2-7,2 2 1,4-4-1336,1-4 0,1-4 296,3-9 1,-2 2-1324,7-6 1,-7-4 855,2-4 1,-4-1-292,-4 1 1,1 2 283,-6-6 1,-3 1 74,-5-1 1,-7 4 510,-1 8 1,-5-2-61,-8 2 1,-5 5 321,-2 3 0,-4 2 309,-1 7 1,5 0 474,-1 4 0,6 5-435,-2 4 0,8 9-93,0 6 1,1 7-140,-4 6 1,3 0-91,1 0 1,5 7-45,-1 6 0,-1 2-76,1 10 1,0 5-248,4-29 0,0 2 0,-2 0 1,-1 1 89,2 3 1,-2-1-1,-1 0 1,0 0-742,2-2 1,0 0-1,-2-3 1,0-1 69,-1 29 1,-3-15-51,4-10 0,-6-9 233,2-11 0,1-9 444,-1-8 0,0-3 0</inkml:trace>
  <inkml:trace contextRef="#ctx0" brushRef="#br1">5198 6846 7896,'-32'12'0,"3"0"420,9-4-294,7-3 1,9-5 963,8 0 1,10 0-469,11 0 0,11 0 83,9 0 0,5 0-209,3 0 1,9 0-527,9 0 0,-32 0 0,0-1 386,2-1 1,1 0 0,3-1 0,1-1-121,1-2 1,1-1-1,0 3 1,-1 0-148,-1 0 0,-1 0 0,-2 2 0,0 1 19,-6-1 0,0 0 1,-2-1-1,0-1-119,1 0 0,-1 0 0,0-1 1,0-1 118,2 0 0,0-1 0,-1 1 0,-1 0-158,0 0 0,0 0 0,0-2 0,0-1-99,2 1 1,1 0-1,1-1 1,0 1-180,1 1 0,-1 2 1,-3 1-1,0 1-393,26-1 0,-2 2 324,-6 2 0,-2 0-1726,-6 0 1,1 4 2122,-6 1 0,2 3 0,-2-4 0,5-1 0,2-2 0</inkml:trace>
  <inkml:trace contextRef="#ctx0" brushRef="#br1">7791 6114 7773,'-6'-7'4411,"5"1"-2710,-3 1 93,2 4-1405,2-4 0,6 5-1316,2 0 1,4 0 383,5 0 0,-3 5-2747,2 3 3290,4 3 0,-7 7 0,5 2 0</inkml:trace>
  <inkml:trace contextRef="#ctx0" brushRef="#br1">7766 6462 7773,'-9'12'1098,"1"0"1,5-3-111,-1-1-823,3-5 0,6 2 1516,4-5 1,3 0-802,5 0 1,2 0-1969,6 0 1,4-4 701,0 0 1,0-2 385,-5 2 0,-4 3 0,-2-5 0</inkml:trace>
  <inkml:trace contextRef="#ctx0" brushRef="#br1">9329 5705 8651,'0'-7'1076,"0"2"0,0 6-657,0 3 1,1 4 8,3 9 1,-2 4-150,2 8 0,1 0 48,0 8 0,-1-1-159,-4 9 1,4 1-133,0 3 1,0 6-236,-4 3 1,-1 1 350,-3-1 1,2-4-175,-2-9 1,-1-2 36,0-6 1,1-10-49,4-7 0,0-5 79,0-2 1,0-5 333,0 0-166,0-5 12,0 3 1,2-6 147,2 0 1,3-5-245,5 1 0,0 0 2,1 4 0,1 0 10,2 0 1,-2 2-137,3 2 1,0-3 68,0 3 1,4 2-286,-5-2 1,2 0-274,-1-4 0,-4 0-343,4 0 1,-3 0-949,-2 0 1,5-1 890,-1-3 0,1-3-737,-5-6 1620,-5 1 0,4-6 0,-4-1 0</inkml:trace>
  <inkml:trace contextRef="#ctx0" brushRef="#br1">9825 6362 7782,'0'13'-638,"0"-1"0,0 1-1,0-1 3144,0 0-1516,0 1 0,6-6-483,2-3 0,4-8-755,5-5 0,-2-3 199,6-5 0,-1-2-546,5-6 0,-1 1 403,-4-1 0,0 1-242,-4 4 0,-4-2-55,1 5 180,-1-5 1,-10 8 291,2-2 1,-10 7 245,-6 5 0,-2 3 165,-7 1 0,1 0-210,-5 0 0,0 10 323,0 2 1,2 9-193,2-1 1,3 5 404,6 4 1,-1-1-245,1 5 0,1-4-48,3 4 1,2-4-248,6 4 1,6-10-146,2 2 0,3-6-586,1-2 1,8-2 402,5-11 0,1-3-1023,7-9 0,0-3 533,4-14 0,0 1-1224,1-14 1667,-1 4 1,0-14-1,0 4 1</inkml:trace>
  <inkml:trace contextRef="#ctx0" brushRef="#br1">10483 5792 9009,'0'-7'2170,"-5"3"-1412,1 8 1,-4 8 169,4 9 1,-4 9-192,3 8 1,0 7-294,1 13 1,2 3-532,0-24 1,0 0-1,1 31 246,1-31 0,0 0 1,0 33-792,0 0 0,0-7 467,0-10 0,1-14-1338,3-10 169,-2-9 0,9-13 624,-3-3 0,-2-8-131,-2-4 0,1-8 71,-1-5 770,6-3 0,-9-6 0,5-2 0</inkml:trace>
  <inkml:trace contextRef="#ctx0" brushRef="#br1">10210 6238 7782,'-13'7'0,"1"0"1269,-1-3-379,7-2 191,0 3 1,7-5-516,4 0 0,8 0 257,12 0 1,5-1-314,8-3 1,4-3-258,4-6 0,2 1-1187,2 0 1,-5-2 651,1-3 1,-2 8-1464,1-4 1606,-2 9 1,-11-7-1,-2 4 1</inkml:trace>
  <inkml:trace contextRef="#ctx0" brushRef="#br1">11971 5842 7782,'2'-13'11,"2"1"0,-3-1 269,3 1 1,-2-1 180,-2 1-1,0 0 0,1 1 256,3 2-387,-3-2 1,6 10-58,-2-3 1,-4 8 36,3 4 0,2 9 88,-2 3 1,4 9-138,-4 4 1,0 5-167,-4 3 1,-1-1 98,-3 5 1,1 5-292,-5 4 1,-5 0-25,-3-5 0,-2-1 156,1-2 1,-1-1-138,-2-7 0,2-8-99,5-9 0,1-10 4,0 1 0,-1-8-107,1 0 0,3-2-408,1-2 446,0-6 0,-3-1 38,3-5 0,-2-1 205,6 1 0,-2-2-54,2-2 1,3 1-75,-3-6 0,-2 4 110,2-3 1,-1-1 228,0-4 0,4 6-105,-3 2 1,2 4 190,2 0 0,0 1-114,0-1 0,0 5 297,0 0-277,6 5 0,5-2 18,6 5 0,0 5-57,0 3 0,2 3 19,6 2 0,0 3-45,0 1 1,-2-1-2,-2-3 0,2 3-367,-2 1 0,-2-1 149,2-3 1,-6 3-959,2 1 0,-4 1 541,0-2 0,-1-2-805,1 3 0,-2-4 1327,-3 0 0,3-1 0,-4 1 0</inkml:trace>
  <inkml:trace contextRef="#ctx0" brushRef="#br1">12257 6313 7782,'12'0'-1214,"-4"0"910,0 0 0,-3 0 1423,3 0 1,-4 0-441,4 0 1,-4 0-38,5 0 1,-7 5-252,3 4 1,0 2-306,-1 1 0,0 2-484,-4 2 0,0-1 319,0 6 1,0-4-247,0 3 1,0-3 256,0 4 1,-1-6-1257,-3 1 0,2-2 1324,-2-2 0,-3 1 0,1-1 0</inkml:trace>
  <inkml:trace contextRef="#ctx0" brushRef="#br1">12976 6114 7700,'0'-7'2072,"1"-2"-892,4 5 498,-4 0-1152,10-2 0,-4 5-540,5-3 1,2 2-419,3 2 1,-2 0 370,5 0 1,1 0 60,4 0 0,0 6 0,0 1 0</inkml:trace>
  <inkml:trace contextRef="#ctx0" brushRef="#br1">13509 6164 7782,'0'-8'597,"0"-1"0,0 5-558,0-4 1,0 4-76,0-4 1,7 1 85,6-2 0,5-2-1046,6 3 1,3 1 995,2-1 0,-3 0 0,4-5 0</inkml:trace>
  <inkml:trace contextRef="#ctx0" brushRef="#br1">13981 6077 7782,'7'13'605,"-3"-1"0,1-4-162,0 0 1,4-3 462,-1 3 1,-1-4-413,2 4 1,3-5-226,5 1 1,6-2-607,2-2 1,1-2-1573,7-2 1909,-5 3 0,7-10 0,-3 4 0</inkml:trace>
  <inkml:trace contextRef="#ctx0" brushRef="#br1">15283 5655 7782,'2'13'415,"2"-1"1,-3 1-19,3-1 0,2 7-93,-2 6 1,0 5 312,-4 8 1,0 4-181,0 4 0,-5 2 47,-4 2 1,-2-1-377,-1 1 0,-7 0-99,-6-1 1,0-1-35,-4-2 1,-1-5-14,1-8 1,0-4 161,4-8 1,2-3 68,2-6 1,-1-5-684,5-3 1,-3-2 235,3-2 0,1 0-93,3 0 1,1-2 108,-1-2 0,1-7 185,0-5 1,1-5-31,2 4 0,0-5-2,5 2 1,-6-5 179,2-4 0,2 3-68,2-3 0,3 4 79,1 4 0,1 3-61,3 6 1,0 1 335,9 3 1,-2 2-140,9 6 1,1 2 213,4 2 1,0 7-93,-1 5 1,1 5 36,0-5 1,0 5-892,0-4 0,0 3 332,-1-3 1,-3 4-498,0-5 1,-1 2 375,5-1 1,-6-4-1347,-2 4 1,1-3 1624,-2-2 0,1 0 0,-5 1 0</inkml:trace>
  <inkml:trace contextRef="#ctx0" brushRef="#br1">15457 6263 7782,'13'0'179,"-1"0"0,-4 2 896,0 2 5,-5 3 0,3 5-516,-6 0 0,0 2 27,0 3 1,0-4-208,0 4 0,0-3-578,0-2 0,-4 5 195,-1-1 0,1 1-240,4-5-217,0 1 56,0-6 0,2-2-1029,2-5 991,3 0 1,5-5 44,1-4 0,3-2 74,1-1 1,-1-1 319,-3 1 0,-1 5-105,0 3 1,1 3 162,-1 1 0,1 0 162,-1 0 1,0 1 168,1 3 0,3 3-75,1 5 1,-5 2-82,-3 3 1,-1-3-1018,4 2 1,-4 2 137,1-2 645,-1 1 0,4 1 0,1 1 0</inkml:trace>
  <inkml:trace contextRef="#ctx0" brushRef="#br1">16499 6449 6502,'13'0'-512,"-5"0"1694,0 0 0,-4-4-432,4 0 1,-3 0 476,3 4-847,-5 0 1,2 1-197,-5 3 0,0 3-530,0 6 0,0 0 275,0 4 0,-5-2-1069,-4 6 0,-2-1 672,-1 5 1,0-1-762,-1-4 1229,1 4 0,-1-5 0,1 6 0</inkml:trace>
  <inkml:trace contextRef="#ctx0" brushRef="#br1">17330 5569 7782,'-8'-13'2479,"0"1"-1041,5-1-1469,-8 7 1,10 7 398,-4 11 1,4 10 686,1 7 1,0 7-652,0 1 0,0 1-151,0 3 0,0 3-604,0 1 0,-4 4 271,0 0 1,-4 1-847,3 0 1,-3-1 556,4 1 0,-4-8-219,4-4 1,-1-12-236,5-10 34,-5-7 889,4-4 1,-5-10-134,6-4 1,1-2 176,4-1 0,-3 4-103,7-1 196,-1 1 0,4 1-101,1 3 0,-1 3 20,0 1 1,-3 5-126,-1 4 0,0 2 8,5 1 0,-6 0 109,-3 1 0,1 1-76,-1 2 0,1-2 141,-5 2 1,-2 1-54,-2-5 0,1 4-86,-5-8 1,-4 3 28,-5 1 0,-4-5-210,5-3 0,-5-1-101,5 1 0,-6-3-154,1 4 1,3-5-111,1-5 1,5 3 174,4-7 1,-2-3-958,6-4 1,1-2 123,7 1 1130,3 3 0,11-9 0,1 4 0</inkml:trace>
  <inkml:trace contextRef="#ctx0" brushRef="#br1">11314 5755 7782,'7'-24'324,"-3"4"0,1-2-42,-1 5 0,1 0 30,-5 5 1,4 4 122,0 0 184,0 5-367,-4-3 1,0 17-77,0 6 1,0 10 11,0 6 1,-1 7 12,-4 2 0,-1 6-156,-7 2 1,2-1-78,3 5 0,-3-7-636,3-2 0,1-3 382,-2 3 1,7-10-404,-3-2 290,4-6-5,1-8 1,1-6 186,4-9 1,-3-3 66,7-1 1,-5 2 503,4 2 1,-5 4-115,1 9 1,1 2 182,0 6 1,-1 1-190,-4 3 0,1 3 3,3 5 0,-2-4 26,2 0 1,-3 0-305,-1 4 1,0-5-332,0-3 1,6 1-448,2-1 1,-1 6 818,1-2 0,6 2 0,5 3 0</inkml:trace>
  <inkml:trace contextRef="#ctx0" brushRef="#br1">16164 5556 7782,'0'-8'132,"0"0"0,2 1 143,2-1 1,-2-3 678,7 2 0,-1 2-387,4-1 1,-2 1-402,2-1 1,-2 2 38,7 6 0,-8 0-265,0 0 0,-3 2 96,3 2 1,0 7-59,-4 6 1,-1 9-15,-4-2 1,-2 11-46,-2 2 1,-3 0-198,-5 5 0,4-4 97,-1-1 0,1 1 57,-4-1 0,3-5 97,1-3 1,5-3-120,-1-1 1,3-5 73,1 1 0,0-6-50,0 2 0,1-2 157,3 1 1,-1-1 201,5 6 1,1 0 396,3 4 0,0 1-321,1 3 1,3-2 101,1 6 0,-1-4-70,-3 4 0,-1-5-232,1 1 0,-2-2 134,-3 2 1,2-2-403,-6 1 0,0-1-97,-4-3 0,-4 5-372,0 0 0,-6 6-268,2-2 1,-3 1 389,-2-1 1,2 2-729,3-6 1,-3 0 143,3-5 1086,2 1 0,-5-5 0,4-2 0</inkml:trace>
  <inkml:trace contextRef="#ctx0" brushRef="#br1">17578 6263 12828,'9'0'361,"-1"0"1,0-5-400,5-4 1,3-3 96,1-5 1,3 2-257,-3-5 1,-1 4 129,-3 0 1,-1-2-218,1 1 0,-5 1 103,0 4 1,-5 3-164,1 1 1,-4 5 51,-4-1 0,-3 3 118,-5 1 1,-5 1 38,1 3 1,-5 3 1,4 6 0,-5 0 206,2 4 1,0 1-113,0 2 0,5 4 131,-2-3 1,3 2-44,2 2 1,5 0 34,3-1 1,2 1-162,2 0 1,2-2-237,2-2 1,4-3 47,9-6 1,2-1 143,6-2 0,1-4-585,3-5 1,3 0-38,5 0 743,0 0 0,6-5 0,1-2 0</inkml:trace>
  <inkml:trace contextRef="#ctx0" brushRef="#br1">18757 6176 7782,'-1'-8'0,"-4"0"0,3 4 1405,-7-5-938,1 1 0,-4 1 367,-1 3 0,0 4-248,-4 4 0,2 5-70,-6 7 1,5 5-133,-5 8 1,6-3-116,-2 3 1,3 0-355,2-4 0,5 1 115,3-10 1,-2 1 11,2-5 36,0 1 1,10-7-586,2-1 1,3-10-20,1-3 1,5-7-200,0-1 1,3-7 203,-3 3 1,1 1 104,-2-2 1,-2 6 371,3-2 0,-8 8-155,-1 0 96,1 6 23,3-2 0,-1 15 637,-3 2 0,-2 9-144,-6-1 0,0 4 73,0 1 0,0-2-819,0-2 1,5 1 204,4-6 1,-2 5-917,1-5 0,2 0 515,6-8 1,-1 2-968,6-6 1496,0 0 0,-2-4 0,-1 0 0</inkml:trace>
  <inkml:trace contextRef="#ctx0" brushRef="#br1">10284 7255 7782,'0'-19'0,"-4"1"333,0 6 1,-2 1 215,2 2 407,3-2 147,-5 10 187,6-4-642,0 5 0,2 2-252,2 7 0,-1 0 48,5 12 1,-4 5-165,4 7 1,-5 8-277,1 5 1,-3 4 105,-1 3 0,-5 4-858,-3 5 0,-3-2 481,-2-2 1,1 0-26,-1-8 1,2-5-539,3-12 175,-3-8 187,10-12 1,-5-13 116,6-9 1,6-3 102,2-5 0,3-2 18,1-6 0,6 6 456,3 2 1,-2 4-215,2 0 1,0 6 109,3 3 1,0 3 53,-3 1 0,-3 5-134,-6 4 1,0 3-35,1 5 0,-2 2 39,-3 6 0,-2-5 33,-6 1 0,-2-2 114,-2 2 0,-3 0 63,-5-9 1,-1 3 111,1-7 0,0-1 181,-1 2 1,-3-7 187,-1 3 0,-4-4-1900,5-1 0,-2 0 1352,1 0 0,4-4 68,-4 0 1,3-6-1207,2 2 1,1-3 390,3-2 1,-2 1-968,6 0 0,7 0 184,9 4 1340,6-3 0,18-1 0,2-8 0</inkml:trace>
  <inkml:trace contextRef="#ctx0" brushRef="#br1">10805 7789 8162,'-8'4'1441,"0"0"0,3 6-935,-3-2 0,4 3-45,-4 1 1,1 2-130,-1 3 0,1-4-18,3 4 0,2-3-96,-2-2 0,3 1-213,1-1 1,0-4-84,0 0-102,0-5-450,0 3 0,5-6 329,3 0 0,3 0-424,2 0 1,-1 0 301,1 0 1,3-4-58,1-1 0,3-3 84,-3 4 1,4-1 67,-5 0 1,1 4 382,-5-3 0,-4-2-162,1 2 561,-1 0 0,-1 3-168,-3-3 953,-3 2-565,-1-3 6,0 5-327,-5 0 1,2 0-252,-5 0-267,5 5-600,-2 2-308,5 6 1,1-5 520,3 0 1,-1-5-357,5 1 0,0-3 908,5-1 0,-1 0 0,1 0 0</inkml:trace>
  <inkml:trace contextRef="#ctx0" brushRef="#br1">10929 7838 7782,'0'-12'-1892,"-4"4"2568,0-1 0,0 5-133,4-4 0,0 4 346,0-4-123,0 5-330,-6-8-58,5 4 1,-6-4-57,3 3 0,2 1 94,-2 3 1,-1 1 231,1-5-516,-6 5 1,3-4-7,-5 3 1,3 2-149,1-2 0,0 8 43,-5 5 0,1 3 121,0 5 1,-1 2-45,1 6 0,4-1 4,-1 1 1,7 0-173,-3 0 0,4-6-52,1-2 1,0-3 27,0-2 1,1-1-128,4-3 0,1-2 105,7-6 1,-1-7-217,1-6 1,3-4 102,1-8 0,-1 4 43,-3 0 1,-1 1 15,1-5 1,-1 6 130,0 2 0,-3 3-262,-1 2 435,-5-1-28,8 1 0,-10 7 67,3 5 1,-1 5 166,1 7 1,-1 6-125,5 3 1,-5 2 25,1 2 0,3 0-31,1 0 1,-1-2-237,1-2 0,-4 1 5,5-5-298,-1-1 0,4-5-915,1-3 0,-1-2 615,1-6 1,-1 0-1423,0 0 2040,6-6 0,-4-6 0,4-7 0</inkml:trace>
  <inkml:trace contextRef="#ctx0" brushRef="#br1">11376 7689 7782,'-2'-8'689,"-2"0"0,3 4 307,-3-4 79,-3 5 0,0-3-468,-5 6 0,3 2-188,1 2 0,0 4-332,-5 9 0,1-2 66,-1 5 0,1-3-457,0 4 0,3-2 241,1 2 0,5 1-276,-1-6 1,3 1 185,1-5 0,0 0-229,0 1 1,5-1 94,4 1 0,2-5 279,1 0 1,5-4 76,-1 5 0,1-5 104,-5 4 0,5-4 363,-1 4 0,-3-1-211,-5 2 1,-4 2 50,4-3 1,-5-1-80,1 1 0,-2 0-304,-2 5 0,-5-5-266,1 0 1,-5-5-394,0 1 0,2 2-96,-1-2 0,4 0 353,-4-4 1,5-1-1022,-1-4 1,3 3 678,1-7 0,0-3 39,0-5 712,5-5 0,7 3 0,8-6 0</inkml:trace>
  <inkml:trace contextRef="#ctx0" brushRef="#br1">11537 7826 7782,'8'-4'305,"1"0"1,-5-1 461,4 5-463,-5 0 1,6 2 812,-5 2 1,1 3-496,-5 5 1,0 2 336,0 3 1,0-2-495,0 5 1,0-3-356,0 4 0,0-6-1324,0 1 1,0-1 792,0 2 1,0-3-586,0 2 1,0-6 86,0-2 919,0-5 0,-6 3 0,-1-6 0</inkml:trace>
  <inkml:trace contextRef="#ctx0" brushRef="#br1">11661 7702 7782,'7'-6'1098,"-2"-1"0,-5-5-480,0 0 1,5 3-129,-1 1 0,5 4-524,0-4 0,2 4-681,1-5 1,2 5-809,2-4 1,4 5 248,5-1 1274,-1-3 0,1 0 0,0-5 0</inkml:trace>
  <inkml:trace contextRef="#ctx0" brushRef="#br1">11996 7652 7782,'0'13'646,"-4"-1"154,0 0 1,-5 1 328,5-1 0,-5 1-510,0-1 0,0 2 59,0 2 0,-2-2-259,3 3 1,3 1-448,1-2 0,-2 1 52,2-5 1,0 0-119,4 1 34,0-1 1,5 1-49,4-1 0,2-5-117,1-3 0,5-1 91,-1 1 1,1-3 83,-5 4 0,5-4-11,-1-1 0,1 4 228,-5 0 1,0 2-21,1-2 0,-5-3 45,0 3 1,-3 2 10,3-2-170,-5 6-723,2-3 0,-6 5 359,-3 0 1,-3-1-861,-6-2 1,1 0 503,-1-5 1,1 6-453,0-2 0,3-2-35,1-2 1174,0-3 0,-5-6 0,1-2 0</inkml:trace>
  <inkml:trace contextRef="#ctx0" brushRef="#br1">13708 7801 7782,'-18'-7'262,"8"-2"143,-2 4 0,2 0 116,-2 1 0,0 2-146,-1-2 1,5 3 137,0 1 0,-1 0-111,-3 0 1,4 5 162,-1 4 1,2 3-188,-1 5 1,3 3 28,5 9 1,0-1-266,0 5 1,0-1 62,0 1 0,1 0-315,3-9 0,3 3 164,5-11 0,6-1-658,3-6 1,0-5 348,4-8 0,-3-5-417,7-7 1,-3 1 11,-1-6 1,-1-4-200,1-4 0,-6 0 534,-2 4 0,-3 1 155,-2-1 1,-5 6 303,-3 2 1,-2 3-177,-2 2 1,-3 5 422,-5 3 1,-1 2-290,-7 2 1,-4 0 85,0 0 0,-2 0-78,1 0 0,-1 5-564,5-1-375,-5 5 1,9-7 31,-4 2-205,9 3 1012,2 0 0,6 5 0,0 0 0</inkml:trace>
  <inkml:trace contextRef="#ctx0" brushRef="#br1">13807 7888 7782,'14'0'-132,"3"0"0,0 4 429,4 0 1,3 2 560,-4-2 1,4-3-44,0 3 0,5-2-354,0-2 0,4-6-577,-4-2 0,6-3 160,-2-2 0,3-4-1309,1-4 1,0-1 311,0 1 824,-5-2 0,-7-2 0,-7-7 0</inkml:trace>
  <inkml:trace contextRef="#ctx0" brushRef="#br1">14204 7578 7782,'-16'0'129,"-1"0"1,1 0 296,3 0 1,1 5 82,-1 4 0,2 2-146,3 1 1,3 6 213,5 3 0,0 8-199,0 4 0,5 8-86,3 4 0,2 5-75,-2 4 1,2 1-448,-6 3 1,0 2 267,-4-2 1,0-1-8,0 1 1,0-11-8,0-2 1,0-6 63,0-6 1,0 1-173,0-5 1,0 0 29,0-4 1,0-6-215,0-2 1,0-8 9,0 0 415,-5-7 0,2 4-249,-5-6 0,-1-2-123,-3-2 1,4-3-176,-1-5 0,1-2-432,-4-2 0,-1 1-256,1-6 0,-1 0 1078,1-4 0,-6-5 0,-1-2 0</inkml:trace>
  <inkml:trace contextRef="#ctx0" brushRef="#br1">15197 7355 7782,'-5'-13'0,"1"1"0,0-1 721,4 1 0,-1 1 256,-3 3 725,2-3-1084,-3 9 0,5 4-31,0 10 1,5 7-117,4 10 1,-3 10-128,3 10 1,-5 5-241,4 4 0,-5 3-96,1-3 1,-3 4-94,-1 4 0,0-7 108,0 3 0,0-8-694,0 0 1,0-13-711,0-4 383,0-19 0,6-1-40,2-17 0,5-10 485,3-3 0,-2-7-1054,2-1 1607,4-2 0,-4-5 0,1-5 0,-6-5 0</inkml:trace>
  <inkml:trace contextRef="#ctx0" brushRef="#br1">15594 7479 7782,'0'-17'0,"0"1"0,-2-1 505,-2 5 0,1 5-99,-5 3 1,0 2 25,-5 2 0,0 2-102,-4 2 0,-2 3-120,-6 5 0,1 6-117,4 3 1,-8 1 65,3-2 0,2 4-49,2-4 1,2 4 109,-2 1 1,-1-1-331,6 1 0,1-1 55,6-4 0,4 2 8,5-5 1,0 1 169,0-2 1,5-2 175,4 3 0,3-2 182,5 1 1,-2 0-146,5 4 0,1-5-161,4 2 0,-4-3 62,-1-2 0,1-1-216,4-3 0,0 2 80,-1-6 0,1 4-1199,0-3 1,4-1-94,0-4 0,4 0-1840,-4 0 3031,0 0 0,1 5 0,2 2 0</inkml:trace>
  <inkml:trace contextRef="#ctx0" brushRef="#br1">17194 7851 7782,'0'-13'123,"0"1"0,0-1 273,0 1 1,-4-4 60,0-1 1,-6 0-132,2 5 1,-3 0 246,-2-1 1,1 1-179,-1-1 0,1 7 20,0 1 1,-2 7-127,-3 6 0,3 3 88,-2 14 0,2 0-25,2 12 0,1-3-78,2 8 1,0-4-226,5 0 0,0-8 103,4-5 1,1-6-372,3-7 0,3-1 168,5-2 1,2-9-735,3-9 0,2-9 403,6-6 0,0-3-457,-1-6 0,-3 6 329,0-2 1,-5-1 271,5 1 0,-6 1 294,2 7 0,-8 5-152,0 8 158,-7-3 1,4 11-77,-6 0 0,0 11 704,0 9 0,0 4-253,0 0 0,0 1 207,0 0 0,0-4-454,0-1 1,0-3-393,0 4 0,1-6-409,3 1 1,-1-2-854,5-1 0,2-7-774,7-1 2238,-4-4 0,11-1 0,-5 0 0</inkml:trace>
  <inkml:trace contextRef="#ctx0" brushRef="#br1">17702 7652 9499,'-6'-5'1020,"-1"3"-692,3-2 1,-3 3-112,-6 1 1,1 5 828,-1 4 1,-3 3-420,-1 5 0,1-2-227,3 5 0,2-3-444,3 4 1,-2-5 89,6 5 1,0-6-139,4 2 0,3-4 111,5 0 0,0-1-2,9 0 1,1 1-43,-2-1 0,5-1 0,-4-2 1,-1 2 81,-3-3 0,3 2 135,1-2 0,-2 3-416,-7-3 0,2-1 127,-6 1 0,1-1-578,0 1 0,-5 3 328,0-2 0,-6-2-912,-6 1 0,-2-1 548,-3 1 0,4 2-727,-4-6 1438,-2 5 0,-1-7 0,-4 3 0</inkml:trace>
  <inkml:trace contextRef="#ctx0" brushRef="#br1">18769 7838 7782,'0'-25'0,"0"5"899,0-1 0,0 2-233,0-2 1,0-1 362,0 6-610,-5-1 1,-2 6-82,-5 3 1,-5 2 32,0 6 1,1 7-112,3 6 1,-3 6 181,-1 10 1,-1 7-112,2 5 1,2 4 33,-2-3 1,6-1-302,2-4 1,5-1-354,-1-3 1,2-8-125,2-8 1,3-9 292,5-4 0,2-5-209,11-8 0,1-10 83,7-14 0,-2-3-607,6-1 1,-6 0 306,-3-1 0,0 5 400,-8 0 0,5 7-1,-4 1 267,-1 1 361,-9 15 0,-1 1-324,-6 16 1,0 6 505,0 11 1,0 1-285,0 3 0,0 3 90,0 5 0,-2-5-111,-2-3 0,3-3-284,-3-1 0,2-5-1343,2 1 1,0-10 194,0 1-2956,6-8 2207,1 2 1823,5-12 0,0-6 0,1-7 0</inkml:trace>
  <inkml:trace contextRef="#ctx0" brushRef="#br1">19092 7776 7782,'7'6'1383,"-2"1"1,-5 5 152,0 0 0,0 5-754,0 0 1,-1 3-151,-3-3 0,2 3-389,-2-3 1,3 0-314,1-5 0,0-4-497,0 0 542,0-5 1,5 1-389,4-8 1,3-4 348,5-9 1,-2-1-309,5-2 1,-3-2 64,4 5 0,-5 1 180,5 3 0,-6 2 90,2 3 0,-4 2 256,0 6 0,-1 0 82,1 0 1,-1 7-117,0 6 1,1 1-491,-1 6 1,-4 1 169,1 4 0,-1-2 169,4-2 1,-3 2-29,-1-2 0,0-2-6,5 2 0,-1-6 0,0 3 0</inkml:trace>
  <inkml:trace contextRef="#ctx0" brushRef="#br1">20196 7429 7782,'0'-8'1888,"0"-1"-1291,0 7 0,3-8-39,5 6 0,6 5 172,11 8 1,5 2 440,3 1 1,6 0-809,6 1 0,-4-5-158,9 0 0,-3-5-476,3 1 0,-1-2 244,1-2 0,-3-6-1492,-6-2 0,-1 1 239,-11-1-2051,-6 5 3331,-10-3 0,-19 1 0,-8-2 0</inkml:trace>
  <inkml:trace contextRef="#ctx0" brushRef="#br1">20581 7516 7782,'-13'12'0,"5"1"572,0-1 0,3 0-132,-3 1 0,4 9 801,-4 3 1,4 8-590,-5 0 1,2 3-257,-1 1 0,-1 0-191,4 0 0,-3-5-555,4-3 0,-2-4-185,2-5 1,3 2-484,-3-5 1,2-5-2379,2-3 3396,0-7 0,0 4 0</inkml:trace>
  <inkml:trace contextRef="#ctx0" brushRef="#br1">20506 7851 7782,'6'-7'1487,"-1"0"-1044,3 3 1,3 2 436,-2-2 0,3 3-379,5 1 1,2 0-683,6 0 0,0 0 163,-1 0 1,0 0-1521,-4 0 1,3 1 594,-7 3 0,-1-1 229,-7 5 1,-3 2 713,-10 7 0,-7-2 0,-9 5 0,-2 0 0,-2 0 0,-4 4 0,0-4 0,-5 0 409,1 0 0,-2-4-305,2 0 0,4-2 1006,9-2 0,2-3 553,5-1-1091,6-5 0,3 2-241,8-5 0,10 0-114,11 0 1,5-1-358,7-3 0,5-3 185,-1-6 0,6 1-877,-1 0 1,-2-1 406,1 1 0,-5 1 425,1 2 0,-2-2 0,-2 5 0</inkml:trace>
  <inkml:trace contextRef="#ctx0" brushRef="#br1">2915 10654 8013,'0'7'647,"0"-1"-416,0-1 1,-1-4 201,-3 3 1,2 3-145,-2 1 1,3 5 41,1 3 0,0 5-89,0 8 1,0 4-29,0 8 0,1 5 17,3 7 0,-2 4-183,2 5 1,-3 4-605,-1 0 1,0 0 363,0-4 1,-1-4-385,-3 0 0,1-7 290,-5-1 0,1-6-285,-1-7 0,2-5 115,6-3 0,0-5-252,0-3 187,0-8 1,1-8 520,4-5 0,1 0 0,7-5 0,-1-2 0</inkml:trace>
  <inkml:trace contextRef="#ctx0" brushRef="#br1">3387 10964 8077,'-4'-13'366,"-1"1"1,-4 4-60,0-1 1,-2 7-431,-1-3 1,-6 4 156,-3 1 1,1 6-121,-5 2 0,7 4 82,-7 5 1,3-2-111,-3 6 1,1-1 34,-1 5 0,0 0 37,0 0 0,6 0 138,2-1 1,2 1-75,-1 0 0,6-6 31,-2-2 1,3-3-24,1-2 1,2 0 188,6 1 0,0-1-86,0 1 1,0-1 129,0 0 0,6 1 35,2-1 0,3 1 126,2-1 0,3 2-27,1 2 0,5-2-135,-1 3 0,2-4-116,2 0 0,-5-1 130,1 1 1,0-1-389,4 0 0,-2-1 103,-2-2 0,1 2-588,-6-3 1,6-1-136,-1 1 0,1-4-416,-1 5 1,1-1 1147,-6 4 0,6 1 0,-2-1 0</inkml:trace>
  <inkml:trace contextRef="#ctx0" brushRef="#br1">4714 10666 7994,'-7'0'164,"-4"0"0,4 4 79,-5 0 0,-1 10-87,1-2 0,-6 13-48,-3 0 1,-3 14-30,-5 2 0,-4 13-297,12-24 1,0 2 0,-2 3-1,-2 1 339,-2 3 0,0 1 0,0 0 0,-1 0-306,1-1 0,0 0 1,-1 0-1,0 0 220,-3 2 0,0 0 0,0 0 0,0 0-85,0 0 1,0 0 0,2-1 0,0-1 29,0-4 0,0 0 0,3-1 1,0-2-163,-1-3 1,0 0 0,2 0 0,2 0 58,-19 21 1,6-5-214,12-12 0,0 2 93,3-6 1,1-6 475,7-6-551,4-4 0,9 0 432,0-1-114,0 1 0,5-7 0,2 0 0</inkml:trace>
  <inkml:trace contextRef="#ctx0" brushRef="#br1">4168 11708 8081,'8'-6'789,"1"-2"1,-5 3-307,4 0 1,2 0-246,6 1 1,1-2 677,8 2 1,-2 3-327,10-3 1,0 2-394,5 2 0,-1 0 38,0 0 0,4-4-617,1 0 1,-1-2 315,-4 2 0,-4 2-1083,0-7 1,-5 7 47,1-3 1101,-3-2 0,-1 6 0,0-4 0</inkml:trace>
  <inkml:trace contextRef="#ctx0" brushRef="#br1">4454 11733 7936,'-13'7'0,"5"4"252,0-3 1,3 3-85,-3 1 0,5 6 735,-1 3 1,3 2-221,1 2 0,0 5-140,0 3 0,0 3-442,0 1 0,0 1 95,0-1 1,-4 3-373,0-3 1,0 3 197,4-7 0,0-1-837,0 1 0,-5 0 474,1 4 0,0-7-701,4-5 0,0-5-711,0-8 1753,0 0 0,0-5 0,0-1 0</inkml:trace>
  <inkml:trace contextRef="#ctx0" brushRef="#br1">4404 12229 10456,'7'0'1352,"4"0"-1008,-3 0 1,3 0-160,2 0 1,4-2 34,4-2 1,4 1-652,4-5 1,-2 1-196,7-1 1,-1-3-1566,4 3 2191,-5 2 0,-2-5 0,-5 4 0</inkml:trace>
  <inkml:trace contextRef="#ctx0" brushRef="#br1">4404 12502 7885,'-8'6'628,"-1"-1"-853,7-4 190,-4-1 1,7 0 482,4 0 1,7 0-72,9 0 0,8-6 62,4-2 0,-2-3-410,3-1 0,0-1 72,7 1 0,-5 0-356,6-1 0,-11-1 181,6-2 1,-3 2-1338,-1-2 1411,-3 7 0,0-7 0,2 2 0</inkml:trace>
  <inkml:trace contextRef="#ctx0" brushRef="#br1">21920 7813 7895,'-4'-8'-495,"0"0"2038,0 5-1036,4-2 0,0 6 156,0 3 0,0 4-180,0 9 0,1 6-56,3 6 0,-1 4-202,5-4 0,-5 6 18,1-2 0,-1 3-141,1 1 0,-2-7 76,2-5 0,1-2 368,-1-6-330,6-6 0,-3-5 224,5-6 0,1-11-329,-1-6 0,1-6 46,-1-6 1,0-2-554,1-2 1,-1-3 282,1 3 0,-1 3-1028,0 1 1,-1 3 589,-2 1 1,2 2-1573,-3 2 0,-1 3 2123,1 6 0,0-1 0,5 1 0</inkml:trace>
  <inkml:trace contextRef="#ctx0" brushRef="#br1">22144 8024 7895,'-7'13'237,"-3"-1"-158,6 1 812,0-1 0,5 0-333,3 1 0,7-5-56,6 0 0,4-5-145,-5 1 1,6-2-275,-1-2 0,2-2 21,2-2 1,0-4-79,0-9 0,-1 2-264,1-6 1,-4 1 236,0-5 0,-5 0-359,5 0 0,-7 2 206,-2 2 0,0-1-104,-3 6 0,-4-5 110,-1 4 0,-2 5 264,-2 4 0,-6-1-72,-2-3 1,0 5 67,-5 3 0,4-1 158,-8 0 0,2 1-87,-2 4 1,2 2-131,-5 2 1,3 4 46,-4 9 1,5-2 98,-5 5 1,2 1-103,-2 4 1,-1 1-48,6 3 0,-2-1-109,1 5 0,5-4 80,-1 4 0,2-4-20,7 4 1,-4-6 50,4 2 1,0-4 123,4-4 0,1-1-117,3-7 1,3 0-134,5-8 0,2-1 107,3-4 0,1 0-452,2 0 1,4-4-216,-4-1 1,0-4-475,0 1 1,-3-2 14,4 2 0,-6-3 1093,1 2 0,4-2 0,-1-1 0</inkml:trace>
  <inkml:trace contextRef="#ctx0" brushRef="#br1">22751 7975 7895,'-6'-13'-249,"1"1"853,-1 0 0,3 0-154,-5 4 1,3-1 298,-3 4 1,4 1-147,-4 4 1,4 2-200,-5 2 1,1 4 35,-4 9 0,-1 6-98,1 6 0,-1 5 91,1-1 0,4 3-81,-1 2 0,5-5-501,-4 0 1,5-6 195,-1 2 1,3-8-235,1-5 1,7-3-302,5-5 1,2-2-650,7-6 1,-1-10-778,5-2 0,0-13 961,0 0 1,-1-4 952,1 0 0,0-3 0,0-5 0</inkml:trace>
  <inkml:trace contextRef="#ctx0" brushRef="#br1">23062 7541 7895,'0'-21'0,"0"0"0,0 6 588,0-1 0,0 6-173,0 2 1,-5 6 386,1 2 0,0 13-199,4 12 1,-4 5-69,0 7 1,-4 6-150,4 2 0,-2 5-118,2 4 0,2 6-13,-2 6 0,2-31 0,-1 1 17,-1 30 0,0 3-757,4-7 1,0-2 373,0-14 0,0-8-822,0-17 0,5-9-111,3-7 0,-1-7-543,2-6 1,-1-6 601,4-11 1,-1 1 984,-3-1 0,-2-6 0,-6 0 0</inkml:trace>
  <inkml:trace contextRef="#ctx0" brushRef="#br1">22851 7987 7895,'-20'0'2514,"4"0"-1086,2 0-554,7 0 1706,2 0-1940,21-5 1,-1 2 1,14-5 1,-2 3-569,-3-3 0,3 1-577,1-1 0,-1-3-1099,2 3 1,-3 1 1062,-1-1 0,-1 1-687,1-2 1,-1 0 360,-4 5 0,0-2-796,-4 2 1661,-8 3 0,9-5 0,-10 6 0</inkml:trace>
  <inkml:trace contextRef="#ctx0" brushRef="#br1">23186 7925 7895,'-4'19'265,"-1"-2"1,0 1-37,1-2 1,2 5 913,-2-4 0,3 5-497,1-2 1,0 5-53,0 4 0,0-7-187,0 3 0,4-9-171,0 1 1,7-5-115,2-3 0,0-4-176,8-5 1,-4-5-100,3-4 1,2-7-358,7-5 0,-7-2-478,3-2 0,-4 0 432,-1 0 1,0 1 135,-4-1 0,-7 1-265,-1 4 742,-5 2 0,-10 7 196,-6 2 0,-5 3 266,-6 1 1,-1 4-158,0-3 1,-1 7 366,-3 1 0,4 5-323,0 0 1,2 2-41,6 1 1,-3 5-1223,3-1 1,2 1 514,7-5 1,1 2-590,3 2 0,2-2 25,-2 3 0,8-9 905,4-4 0,9-2 0,2-2 0</inkml:trace>
  <inkml:trace contextRef="#ctx0" brushRef="#br1">23508 7875 7895,'13'0'488,"-5"0"155,0 0 1,5 2 283,3 2 1,1 3-394,-5 5 0,-4 2-132,1 3 1,-3 3-160,3 9 0,-4-1-143,-5 5 0,0-6 77,0 2 1,0-2-276,0-3 0,0 0 106,0-4 0,-4-6 65,0-6 105,0-5 0,4-3-165,0-8 0,0-7-308,0-2 1,5-9 136,4 1 0,2-2-193,1 2 0,2-4 147,2 0 1,4 0-755,4 4 1,1-4 411,0 0 1,0 5 545,0 3 0,0 0 0,-1-4 0</inkml:trace>
  <inkml:trace contextRef="#ctx0" brushRef="#br1">24538 7900 7895,'0'-16'480,"0"-1"0,0 1 1196,0 3-1136,0-5 1,-2 6 4,-2 0 0,-3 5-144,-5 7 0,-6 5-96,-3 3 0,-2 9-126,-2 4 1,0 6 53,1 2 0,0-1-377,3-8 1,5 2 179,8-5 1,-2-5-379,6-3 0,5-2 204,8 1 1,7-3-495,5-5 0,4 2 257,3 2 0,4-3 45,5 3 1,-5 3 70,-3 1 0,-3 4 170,-1 0 0,-6 6 355,-2 3 0,-9-2-186,-4 1 1,-2 1 291,-2 4 1,-6 0-203,-2 0 0,-5-6-442,-3-3 1,2-2 184,-2-1 1,2-7-1216,1-1 1,1-4 460,0-1 0,1-7 841,2-5 0,-2-6 0,4-7 0</inkml:trace>
  <inkml:trace contextRef="#ctx0" brushRef="#br1">24811 7888 7895,'0'16'692,"0"1"1,0 5-205,0-1 1,0 2 505,0 2 0,0 5-337,0 3 0,1 10-121,3 7 1,-1 6-271,5 10 0,-4-28 1,-1 0-356,1 5 0,0 1 1,2 2-1,-1 2 122,0 3 1,-1 1-1,-1-2 1,-1 1-210,1 0 1,-2 1 0,0-3 0,0 0-390,-1-3 0,0-1 1,0-3-1,0 0 147,0 28 1,0-20-1303,0-17 1,1-17 498,3-12 0,-1-11-91,5-9 1312,-5-9 0,8-12 0,-4 0 0</inkml:trace>
  <inkml:trace contextRef="#ctx0" brushRef="#br1">24860 8062 7895,'0'-9'352,"0"1"1,2 1-177,2-1 0,-1-3 969,5 3 1,2 2-484,6 2 0,-1-2-327,6 2 0,0-4-307,3 4 0,0 0 102,-3 4 1,-4 1-111,-4 3 0,-2 3 79,-3 6 0,-4 4 3,-8 4 0,-8 4 1,-9 4 0,-8-2-267,-4 6 1,1-1 70,-1 1 0,2 0 120,-3-8 1,6 1 20,7-9 110,3-6-60,11-6 0,14-12 21,14-5-119,8 0 0,13-17 0,2 3 0</inkml:trace>
  <inkml:trace contextRef="#ctx0" brushRef="#br1">25344 8012 7895,'0'-12'524,"0"-1"0,0 5 271,0 0 1320,0-1-1549,0 2 1,-1 2-66,-3 5 1,-3 11 79,-6 5 1,-3 12 62,-1 5 1,1 3-311,3 1 1,2-1-92,3-3 0,-2-3-761,6-5 0,0-6 417,4-2 1,6-5-698,2-3 0,7-5 399,2-8 0,5-9-361,-2-7 1,4-4 102,1-1 0,-1 1-10,1-1 0,-4 0 564,0 0 0,-6 0-68,1 1 1,-3 3 649,-5 0 0,-3 10-313,-5-1 1393,0 8-1101,0-2 0,-5 13 302,-3 5 0,1 6-146,-1 7 0,1 0-76,-2 0 1,-2-5 167,3 1 0,1 0-271,-1 4 1,5-2-665,-1-2 0,3 1 216,1-6 0,-2 5-1506,-2-5 1243,3 1 0,-3-10-1271,8-3 1,-2-3 322,7-1 1,-1 0 111,4 0 1,1-5 1111,-1-3 0,1-3 0,-1-2 0</inkml:trace>
  <inkml:trace contextRef="#ctx0" brushRef="#br1">25716 8111 6139,'6'-7'2790,"-5"2"-800,10 5-836,-9 0-57,3 5 0,-5 2-501,0 6 0,0-1-147,0 0 1,0 5-683,0-1 0,2 1-685,2-5 0,-2-3-821,7-1 1,-1-1 949,4 1 1,1 2-1019,-1-6 1807,6 0 0,7-10 0,7 0 0</inkml:trace>
  <inkml:trace contextRef="#ctx0" brushRef="#br1">26076 8186 7895,'7'12'1153,"3"0"-743,-6 1 0,4-5 206,-4 0 0,4-4-193,-3 5 1,4-5 167,-1 4 0,8-5-206,0 1 1,6-10-386,-1-6 0,6-6-188,2-7 1,5 1-133,-6-1 1,1-4-10,-4 0 1,-1 0 208,-4 4 1,-7 6 771,-9 2-519,-3 4 0,-12 1 2,-5 4 1,-12 4 18,-5 8 0,-3 9 39,-1 7 1,0 4-76,0 1 0,5-1 29,3 1 0,7 0 205,1 0 0,6-2-92,-2-2 1,9 2 107,4-2 0,4-3-86,4-2 1,4-2-219,9-1 1,1-5 134,3 0 1,1-4-1378,-6 5 0,5-7 1178,-5 2 0,6 3 0,-2 0 0</inkml:trace>
  <inkml:trace contextRef="#ctx0" brushRef="#br1">27069 8434 7706,'-6'-13'5768,"3"1"-4394,-5-1 1,0 5-1667,-5 0 0,1 1-13,-1-1 0,-3-2-1794,-1 6 0,-1 0 2099,2 4 0,2 0 0,-4 0 0</inkml:trace>
  <inkml:trace contextRef="#ctx0" brushRef="#br1">9329 8855 7707,'0'-19'0,"0"-3"0,0 5 0,0-1 387,0 2 1,0 6 643,0-2 175,5 2-703,-3 3 0,7 3-156,-4 8 0,3 7 54,-4 6 1,6 6-77,-2 2 0,-3 1-33,-1 7 0,-1 2-51,1 6 0,-2-1-147,2 6 1,-3-1-22,-1 5 1,-1 1-286,-3 2 0,-2 1-125,-2 8 0,-3-7 236,3 7 1,-2-9-124,2-4 1,1-5 45,3-6 0,2-8 205,-2-5-24,3-6 122,1-12 108,5-2 0,4-5-47,7 0 1,-2 0 82,2 0 1,2 0 114,-1 0 1,5 5-410,-1-1 0,-2 0 112,2-4 1,-2 0-546,2 0 0,2 0-236,-2 0 1,-2-6-530,2-2 1,-1-3-34,5-1 0,-6-1 1256,-2 1 0,2-12 0,1-2 0</inkml:trace>
  <inkml:trace contextRef="#ctx0" brushRef="#br1">9837 9537 7707,'-6'25'0,"-4"-4"542,6 0 0,0-6 222,4 1 10,0-2 1,5-7-283,3-3 0,5-3-344,3-1 0,0-9-269,4-4 0,1-7-296,4-1 0,4-7-80,0 0 0,-5-1 334,-3 4 1,-6 0-363,2 0 1,-5 2-197,-4 2 693,3 3 1,-15 7-37,0 3 1,-11 2 371,-6 6 1,-2 7 6,-2 6 0,0 5-140,1 6 1,-4 1 249,3 0 1,-1 0-157,9 0 1,2 4 79,7-1 0,-2 6-69,6-6 0,0 1-203,4-4 0,6-4-192,2 0 1,8-8-360,5 0 0,2-6 103,2-7 1,1-11-366,3-6 1,3-6-396,5-6 0,-4-3 1131,1-5 0,-7-6 0,3-1 0</inkml:trace>
  <inkml:trace contextRef="#ctx0" brushRef="#br1">10495 8979 7707,'-6'-12'1500,"4"1"-479,-7 3-330,7 2 1,-8 9-284,6 5 0,-2 6 219,2 11 0,3 6-230,-3 7 0,2 4 382,2 8 1,2 1-351,2 3 0,-1 4-50,5 8 0,-4 0-1105,4 0 0,-4-3 520,5-13 0,-7-3-2002,3-10 1140,1-11-416,-4-8 1,3-14 432,-5-8 1,-1-4 1050,-3-9 0,-3-2 0,-5-6 0</inkml:trace>
  <inkml:trace contextRef="#ctx0" brushRef="#br1">10210 9513 7707,'-13'-7'0,"5"-3"735,0 6-198,5-6 1,-1 9 410,8-3 1,3 1-160,5-1 0,6 3-312,3-4 0,8 3-22,4-3 1,3 3-135,1-7 1,6 1-753,2-4 1,2-1-435,-2 1 0,2 5-794,-5 3 1,-6 3 1658,-8 1 0,-1 0 0,-3 0 0</inkml:trace>
  <inkml:trace contextRef="#ctx0" brushRef="#br1">11599 9227 7707,'-8'0'696,"-1"0"-51,7 0 64,-9 0 1,5 6-244,-2 2 0,1 10-16,3 7 0,3 2-46,-4 11 0,4-4 50,1 7 1,0 2-390,0-2 0,0 1 72,0-5 1,0-1-658,0-3 1,0 1 383,0-5 0,1-1-1173,4-7 1,-3 1 604,7-6 0,-1 5-961,4-5 1665,1 1 0,5-5 0,1 1 0</inkml:trace>
  <inkml:trace contextRef="#ctx0" brushRef="#br1">11711 9128 7707,'0'-12'210,"0"-1"0,0 1-1,0 0 1,0 3 347,0 1 1,-4 0-187,-1-5 1,0 1-22,1 0 0,1-1-153,-5 1 1,1 3 167,-1 1 0,-3 1-128,2-1 0,2-2 77,-1 6-79,0 0 0,-5 7-13,1 5 0,0 0-119,-1 9 0,5 2 63,0 2 0,-1 6-72,-3 2 0,-3 4 16,2-4 0,-2 6-179,7-2 1,-2 4 14,2 4 0,-2 8-39,6 4 0,0 7-272,4-2 1,0 6 373,0 2 0,2-30 0,0-1-95,2 31 0,1-5-40,-5-8 1,1-4 53,3-8 0,-3-1 79,4-11-32,-4-6-47,-1-5-146,0-11 248,5-1 1,-3-8-225,2-2 0,-1-3-14,1-5 0,-1-2-47,5-3 0,-1-1 29,1-2 1,3-4 71,-3 4 0,-1 0 80,2 0 0,-5 3 8,4-3 0,-4 4 223,4 0 0,-4 2 38,5 2 1,-5 1-122,4 2 0,-4 0 55,5 5 0,-5-1-57,4 5 0,-4 0-52,4 0 0,-1 6 8,2 2 0,-3 7 90,-1 2 0,-4 9-32,3-1 0,-3 8 3,-1 0 0,0 3 52,0 1 1,-1 2-45,-3 2 0,3-4-360,-4 0 1,0 1 123,1-5 1,0-2-348,4 2 1,4-6 192,0-3 0,4 0-318,-4-8 0,6-5-10,-2-6 0,3-4-121,2-1 1,3-1 399,1-4 0,1-1 342,-2-7 0,-2-5 0,4-1 0</inkml:trace>
  <inkml:trace contextRef="#ctx0" brushRef="#br1">2593 13395 7707,'-13'0'86,"1"0"45,0 0 0,3-2 660,1-2 505,5 3-896,-2-10 0,10 11 310,3 0 0,10 1-271,7 7 1,1 1-15,7 3 0,1-1-107,3-3 1,1 2-413,4-6 0,-4 4-251,4-4 1,-4 1-243,-1-5 1,-1 0-290,-3 0 1,-2-2 404,-6-2 1,-2 3 470,-2-3 0,-3-3 0,-6 0 0</inkml:trace>
  <inkml:trace contextRef="#ctx0" brushRef="#br1">2816 13506 7707,'-8'24'-88,"-1"-4"1,3 2 469,-3-5 0,2 9 564,3-1 1,3 4-25,-3 0 0,-2 2-412,2 7 1,0-3-761,4-1 0,0 0 207,0-5 1,0 0-421,0-4 0,0-1 373,0 1 1,0-5-1408,0-4 0,-1-4 1497,-4-3 0,-1-4 0,-7-5 0</inkml:trace>
  <inkml:trace contextRef="#ctx0" brushRef="#br1">2717 13891 7707,'12'0'0,"-4"0"177,1 0 0,-1-5 262,4 1 1,1 0 387,-1 4 0,2 0-328,3 0 0,-4 0-688,4 0 1,1 0 176,-2 0 0,2 0-875,-1 0 0,-3 0 573,2 0 0,-6 2-372,-2 2 0,-5 3 686,1 5 0,-14 6 0,-4 1 0</inkml:trace>
  <inkml:trace contextRef="#ctx0" brushRef="#br1">2692 14201 6476,'-7'5'1328,"2"-3"-592,5 9 0,1-10-141,3 3 1,4-3 235,9-1 0,-1 0-333,9 0 1,-1-5-110,9-3 0,1-1-135,8-3 1,2 2-1044,5-6 1,1 1 380,0-2 1,-1 3-2507,1-2 2747,-6 2 1,10-4 0,-3-1 0</inkml:trace>
  <inkml:trace contextRef="#ctx0" brushRef="#br1">4119 13308 8782,'-9'0'1782,"1"0"0,4 0-1538,-4 0 1,4 0 383,-5 0 1,2 7-192,-1 5 1,-7 7-393,3 10 1,-5 8 34,0 9 1,-2 13-206,7-26 0,-1 0 0,-2 7 0,0 2-286,-1 1 1,-1 0 0,-1 5 0,-1 0 260,-2-1 0,0 1 0,-1 1 1,-1 1 38,-3 2 1,-2-1-1,1-1 1,-1-1-50,-1 2 1,0-2 0,0-7 0,-1-2 57,3-4 1,0-1 0,2-3 0,0-1-160,2-2 1,1 0 0,-21 26-302,2-5 0,1-6 165,11-3 1,1-4-1245,8-4 439,7-2 225,8-12 977,5-7 0,0-1 0,0-4 0</inkml:trace>
  <inkml:trace contextRef="#ctx0" brushRef="#br1">4069 14225 7707,'-7'-5'318,"-4"4"1,6-6 456,-4 3-254,-2 2 1,10-5 516,-3 3-656,2 3 1,4-5 101,2 6 1,8 0-123,9 0 0,4 4-41,4 1 1,2 4-113,7-1 1,-5-1-274,0 2 1,-6-7-289,2 3 0,3-4-385,1-1 1,-3 0-1179,-1 0 0,-7 0 196,-1 0 1719,-6-6 0,9-1 0,-5-5 0</inkml:trace>
  <inkml:trace contextRef="#ctx0" brushRef="#br1">4267 14263 7707,'-6'12'0,"-4"2"421,6 2 0,-4 0 136,3 4 0,-3 1 66,4 4 0,-2 4 128,2 0 1,3 5-288,-3-1 0,2 7-129,2 1 1,-4 5-139,0-5 1,0 2-139,4-2 0,-1-2 100,-3 2 1,2-2-357,-2-2 0,-2-5-6,2-3 0,-1-5-271,1-3 1,2-3-1854,-2-6 1682,3-5 1,2-1-1448,3-6 2092,-2 0 0,9-6 0,-4-1 0</inkml:trace>
  <inkml:trace contextRef="#ctx0" brushRef="#br1">4230 14771 7707,'7'6'327,"0"-4"629,-3 7 27,3-7 0,5 8-433,1-6 1,1 0-21,2-4 1,3 0-156,6 0 0,6-5-350,2-3 0,8-10 54,5-7 0,2-1-811,1-7 0,1 4 177,0-4 1,-3 5-237,-6-1 0,-1 8 791,-11 5 0,-6-3 0,-5-1 0</inkml:trace>
  <inkml:trace contextRef="#ctx0" brushRef="#br1">12430 9525 5980,'-7'0'0,"-4"0"0,4 0 0</inkml:trace>
  <inkml:trace contextRef="#ctx0" brushRef="#br1">12319 10381 7707,'0'-20'-110,"0"4"1,-2-2 109,-2 1 0,3-5 723,-3 2 0,2-4-184,2 0 1,0-5-125,0 0 1,4-7-81,0-1 1,1-2-114,-5-6 0,1-5-41,3-4 0,-3 0-157,4 5 1,-3-5 186,2 0 0,-1-4-14,5 5 0,-3-5-76,3 4 0,0 2 224,5 6-302,4 4 1,-1 10 0,4 4 5,2 6-24,-4 10 0,6 6-3,-4 6 1,-2 0-208,-1 0 1,-3 6 141,-2 2 0,-4 5-75,1 3 0,-7 2-75,2 3 1,-2 3-97,-2 1 1,-6 1-43,-2 8 1,-3-3 179,-1 2 0,-5-2 163,1-7 0,-1 1-75,5 0 0,3-2 323,1-2-233,0-3 0,1-6 158,3 1-11,2-6-176,8-2 1,5-5 58,5 0 1,5 0-31,-4 0 0,3 0 3,-3 0 1,4 2-14,-5 2 0,1-3 202,-5 3-202,-5 3 1,-2 0 91,-5 5 0,-1-3-122,-3-1 1,-4-1 5,-9 1 0,2 3-396,-6-3 0,2-1 180,-2 2 0,-1-3-461,6 3 1,-2 0 309,1-4 1,4-1 0,-4-4-895,3 0 672,2 0-458,5 0 1054,1 0 0,6 0 0,0 0 0,0 0 0</inkml:trace>
  <inkml:trace contextRef="#ctx0" brushRef="#br1">12740 9860 7707,'9'0'-67,"-1"0"0,-4 4 733,4 0 0,-5 6-210,1-2 1,2 3 161,-2 1 1,0 2-311,-4 3 1,0-2-244,0 6 0,0-5-94,0 5 0,0-1 95,0 5 1,0-1-930,0-4 1,0-2 527,0-5 0,0-1-1608,0 1 1943,0-1 0,0-5 0,0-2 0</inkml:trace>
  <inkml:trace contextRef="#ctx0" brushRef="#br1">13385 9798 10927,'13'0'-1099,"-1"0"1,2 0 508,3 0 1,2 0-496,6 0 1085,-1 0 0,7 0 0,0 0 0</inkml:trace>
  <inkml:trace contextRef="#ctx0" brushRef="#br1">13931 9723 7707,'13'6'0,"-1"-5"600,0 3 0,1-2-164,-1-2 0,1 0 220,-1 0 0,0 0-106,1 0 1,-1 0 68,1 0 0,0 0-1344,4 0 0,2 0 480,6 0 1,0 0-1495,0 0 0,0-6 1739,-1-2 0,7-3 0,0-1 0</inkml:trace>
  <inkml:trace contextRef="#ctx0" brushRef="#br1">14514 9674 7707,'11'8'-864,"-2"0"1,2-5 2489,-3 1 1,3-2-703,1-2 1,-3 0 14,-1 0 1,0 0-432,5 0 0,0 0-389,4 0 0,-3 0-314,2 0 1,-1-5-385,2 1 0,-2-1-2534,6 1 3113,-6 2 0,8-9 0,-3 4 0</inkml:trace>
  <inkml:trace contextRef="#ctx0" brushRef="#br1">15482 10430 8112,'-12'7'1590,"-1"-1"0,5-8-1168,0-2 1,3-3-169,-3-5 1,5-6-53,-1-3 0,3-3 7,1-5 1,0-3 28,0-5 1,0-2-63,0-2 1,4-3-66,0-6 0,2-1-330,-2-3 0,-3 2 261,3-6 1,3-1-292,1-7 1,4-2 196,-6 33 1,0 0 0,0-2 0,0 1-70,0 1 0,1 0 0,11-33-17,2 2 1,4 15-39,1 10 1,1 10 104,3 15 1,-3 1 196,3 10 1,-9 8-27,-3 10 0,-5 5-86,-3 6 0,0 5-149,-5 0 0,1 4 101,-5-4 1,-6 6-153,-2-2 1,-3 0 297,-2 4 0,1-8-268,0 4 0,-1-5 80,1-4 1,-1 0 18,1-3 1,5-4 115,3-4-142,3-6 1,2 2 34,3-5 0,4 1 1,9-5 0,2 0-3,6 0 1,0 4 10,0 0 1,-5 0 193,1-4 0,-6 4 9,2 0 1,-8 5-131,0-5 0,-7 5 124,2 0 1,-8-2-28,-4 1 1,-4-1-239,-5 1 0,-2 3 117,-6-3 1,0-1-290,0 1 1,-4-3 124,1 3 0,-1-4-706,4 4 0,4-5 154,0 1 0,6-3 28,-1-1 1,2 2-179,2 2 856,5-3 0,-4 10 0,4-4 0</inkml:trace>
  <inkml:trace contextRef="#ctx0" brushRef="#br1">15991 9909 7707,'6'-12'628,"0"0"-368,-6-1 1,1 2 465,3 3-417,-2 2 0,5 6 421,-3 0 0,-1 3-272,5 5 0,-5 1 49,1 7 0,-1 4-259,1 0 1,-3 0-322,3 0 0,-2-3 228,-2 3 1,0-4 263,0 0-2870,0-2 1199,0-2 717,0-5 1,4-3 130,0-8 0,5-3 124,0-5 1,2-5 167,1 1 0,1-5 129,-1 5 0,0-1 224,1 5 0,-1-1-181,1 1 1,-5 4 761,0-1-622,-5 7 1,7 2 42,-6 8 0,0 3 12,-4 1 0,-4 1 34,0-1 1,-2 0-125,2 1 1,3-1-218,-4 1-42,4-1 57,1-5-153,0-2 0,6-10 70,2-3 0,7-3 128,1-2 0,1 5-27,-5 0 0,5 1 115,0-1 0,0 1 9,0 3 0,-7 2 107,2-2 0,-2 7-60,2 1 0,-1 6-79,-3-2 1,2 3-371,-6 1 0,0 1 176,-4-1 0,4 0-873,1 1 0,-1-5 472,-4 0 0,1-3-1153,3 3 1675,-2-5 0,3 2 0,-5-5 0</inkml:trace>
  <inkml:trace contextRef="#ctx0" brushRef="#br1">16871 9041 7707,'0'-20'955,"0"-1"1,0 2 165,0-2-350,6 3 1,1 6-302,5-1 0,5 6-101,-1 3 0,1 3-239,-5 1 1,5 0-218,-1 0 0,1 5-108,-5 4 1,-1 2 237,-3 1 0,-2 6-23,-6 3 1,0 3-1,0 5 0,-6-1-169,-2 5 0,-8 2-40,-5 6 1,2-3-60,-2 4 1,4-4 134,-3 0 0,5-5 180,-2 0 0,7-7-73,2-1-38,5-6 0,-1-8-89,8-3 0,3-2 60,6-6 0,0-2 37,4-2 0,-3 3-10,2-3 1,-2-2 106,-1 2 1,-1 0-92,0 4 325,1 6 0,-1 2 117,1 8 0,-7-1-165,-1 6 1,0 0-32,-1 4 0,0 1-91,-4 3 0,0-2 6,0 6 0,0-1 32,0 1 1,0-1-38,0-3 1,-1-3 18,-3 3 0,1 1-481,-5-1 1,0 0-549,-5-4 0,1 0 471,-1-1 0,1 1-692,0 0 0,-4-1 483,4-4 1,-3-3 621,7-9 0,-3 3 0,-2-4 0</inkml:trace>
  <inkml:trace contextRef="#ctx0" brushRef="#br1">17913 9066 7707,'-1'-23'0,"-3"2"0,2 3 1114,-2 6-559,3 5 0,6 3 101,4 8 1,-2 12-97,1 9 1,0 12-192,5 1 1,-7 8-32,-1 4 0,-4 1-223,-1 7 1,0 0-19,0 4 1,-6 1-222,-2 3 0,-7-6-107,-2 2 1,1-6-11,4-2 0,1-13-588,2-16 266,-2-11 326,10-9 0,-5-10 268,6-4 0,6-7-16,2-5 0,3 2-158,2-2 0,0 6 366,4-1 1,-2 3-191,6 5 1,-5-2-83,5 6 0,-6 1-15,2 8 1,-4 1 37,0 7 1,-5 1-35,0 2 0,-5-1 265,1 6 1,-4 0-82,-4 3 1,-3 0 29,-5-3 1,-5 1-75,1-6 0,-6 1-94,1-5 0,2 0-27,-2 1 1,2-5-134,-2 0 0,-1-5-184,5 1 1,1-2 159,4-2 0,3 0-780,1 0 1,5-2 412,-1-2 1,4-3 564,4-5 0,9-6 0,6-1 0</inkml:trace>
  <inkml:trace contextRef="#ctx0" brushRef="#br1">18211 9798 6526,'7'12'-591,"3"1"2956,-6-1-420,5-5-976,-2 4 1,6-10-443,-1 3 1,1-4-191,-1-4 0,6-4-462,3-8 0,2-4 167,2-5 0,0 1-352,-1-1 1,-3 1 294,0 4 1,-2-2-247,2 5 1,-8 1-244,-4 3 129,-6 6 1,-5 2 155,-10 5 0,-2 1 17,-7 3 1,1 3 278,-5 6 1,0 0-39,0 4 1,2-2 125,2 6 1,-1-2-61,5 2 1,1 2-206,4-2 0,3 2-106,1 2 0,5 0-296,-1 0 1,4-1 24,4 1 1,4-4 174,9 0 1,2-8-436,6 0 1,5-2 736,4-7 0,1 6 0,3-4 0</inkml:trace>
  <inkml:trace contextRef="#ctx0" brushRef="#br1">19849 9711 7707,'0'-12'30,"0"-1"73,0 1 0,0-1 176,0 1 0,-5 4-2,1-1 0,-5 3 84,0-3 1,-2 0-60,-1 5 1,0-1-46,-1 5 0,-1 0 56,-2 0 1,1 10-78,-6 2 0,4 15 73,-3 2 0,5 5-112,-2 3 1,5 0-177,3 1 1,4-3-185,5-1 1,0-4 170,0-5 0,1-7-70,3-6 1,5-5 64,7-7 1,4-11-713,4-6 0,1-6 315,0-6 1,-2-1-198,-2-3 0,1-2 272,-5 6 1,-1 0 260,-3 4 1,-2 2 214,-3 2 0,2 3-156,-6 6 147,5 5 0,-7 4-114,2 12 0,-3 0 362,-1 12 1,4 0 35,0 3-259,1 7 1,-1-5 0,0 3 64,-1-3 1,4-1-529,1 0 1,3-1-860,1 1 1,5-5 606,-1-4 1,6-2 541,-1-2 0,8 1 0,3-1 0</inkml:trace>
  <inkml:trace contextRef="#ctx0" brushRef="#br1">21325 9500 7707,'0'-25'-268,"0"5"-33,0-1 0,0-4 787,0-4 0,0-1-103,0 1 0,0 3 260,0-3 1,0 4-236,0 4 0,0 4 733,0 4-765,0 6 1,1 4 21,3 12 0,-2 6-132,2 14 0,-3 8-57,-1 9 1,-1 7-77,-3 5 1,-3 3-198,-6 1 1,1-4-126,0 0 0,-5-3 199,1 7 1,-1-10-672,5 2 0,-1-9 333,1-8 1,4-10-342,-1-7 453,6-5 0,-2-13 70,5-6 1,4-6 124,0-2 0,6-2-138,-2-3 1,3 4 399,2-4 1,0 3-273,4 2 0,-3 5 101,2 3 1,-1 2-59,2 2 1,-3 6 64,2 2 0,-3 5 247,-5 3 1,2-2-169,-6 3 0,0 0 222,-4 0 1,0 4-151,0-5 0,-2 1 24,-2-5 0,-3 1-44,-5-1 1,-2-4-190,-2 0 0,2-5 165,-3 1 1,-1-2-456,2-2 1,-2 0-292,1 0 0,4 0 321,-4 0 1,3-6-445,2-2 0,4 0 281,-1-5 0,7 4-265,-2-8 1,2-1 246,2 2 0,6-5-960,2 4 1382,3-5 0,7 3 0,1-6 0</inkml:trace>
  <inkml:trace contextRef="#ctx0" brushRef="#br1">21846 9785 7707,'-8'0'1478,"-1"0"-698,1-5 1,-8 4 109,-1-4 0,-1 10-409,2 3 0,0 7 185,-4 2 1,-1 5-263,-4-2 0,2 4-131,2 0 1,3 0-111,6-3 1,3 1-533,1-6-14,5 1 1,-1-10 347,8-3 0,1-3-765,7-1 0,-1-5 373,10-4 1,-5-6-400,5-1 0,-5-5 325,5 4 0,-6 1 163,2 3 0,-3 5 128,-2 0 0,0 4 128,1-4 251,-1 5 1,1-3-216,-1 6 0,-5 2 505,-3 2 0,-3 3-260,-1 5 0,0 0 321,0 1 1,0 1 105,0 2-747,0-2 1,0 8-261,0-5 27,0-1 0,0-4-889,0 1 1,0-5-193,0 0 1019,0-5 0,6 3 416,2-6 0,3-6 0,2-1 0</inkml:trace>
  <inkml:trace contextRef="#ctx0" brushRef="#br1">22218 9773 7707,'0'-12'285,"0"-1"-238,0 1 1,0-1 696,0 1 0,-1 5-249,-3 3 0,-3 3-56,-6 1 1,-1 9-174,-2 4 0,-3 7-115,-6 1 1,4 2-249,0 2 1,6 1 121,-1 3 1,2-7-62,2 3 1,5-8 108,3-1 1,2-2-479,2-2 0,2-3 155,2-1 0,3-5-87,5 1 1,0-3 184,1-1 0,1 4 95,2 1 0,-2-1 120,2-4 1,-2 4 307,-1 0 1,-1 4-47,0-4 0,-3 6-128,-1-2 1,-5-1 98,1 1 1,-3 1-49,-1 3 1,-1 1-334,-3-1 1,1-1-691,-5-3-835,-1 3-1235,-3-9 1464,5 3 1381,2-5 0,10-11 0,2-3 0</inkml:trace>
  <inkml:trace contextRef="#ctx0" brushRef="#br1">22379 9922 7707,'13'0'148,"-1"0"1,1 0 743,-1 0 117,0 0 1,-5 5-445,-3 4 0,2 2 51,-2 1 1,0 0-230,-4 1 1,-1-1 299,-3 1 1,2-1-622,-2 0 0,-1 1-550,0-1 1,0-1-1086,1-2 1,1 0 285,-5-5-1106,5 1 2389,-8-5 0,4-6 0,-5-1 0</inkml:trace>
  <inkml:trace contextRef="#ctx0" brushRef="#br1">22541 9785 7707,'1'-11'188,"3"3"0,-1-3 187,5 3 0,-1 1-187,1-1 0,7 4-669,-2-5 0,6 5-52,-2-4 1,5 4-565,-2-5 1097,4 7 0,6-15 0,2 3 0</inkml:trace>
  <inkml:trace contextRef="#ctx0" brushRef="#br1">22826 9761 7707,'-1'12'0,"-4"0"0,-2 2 681,-5 3 0,4-3 43,0 2 0,-1-2 191,-3-2 1,4 1-126,-1-1 1,7 0 106,-3 1-872,4-1 0,1 1 44,0-1 0,6-5-204,2-3 0,4 2 178,5-2 1,-3 4-123,2-4 0,-2 4 37,-2-3 1,1 4-38,-1-1 0,1 3 131,-1 2 1,-4-1-61,0 1 0,-5-1-118,1 1 170,-2-1 1,-2 0-592,0 1 1,-6-2 252,-2-3 1,-3 3-1004,-1-3 0,-5-1 250,0 1 1,-3-3-699,3 3 1745,-5-5 0,8 8 0,-4-4 0</inkml:trace>
  <inkml:trace contextRef="#ctx0" brushRef="#br1">23756 9847 7707,'0'-20'15,"0"-1"1,0 6 149,0-2 1,-4 0 501,0 0 0,-6 2-242,2 7 1,-3 2 64,-1 6 0,-1 0-140,1 0 0,-1 11 213,1 6 0,1 6-84,3 6 1,-3-1 8,2 5 0,4-2-361,1 2 0,2-2 82,2-7 1,0-4-315,0-4 0,2-3 145,2-5 0,3-3-673,5-5 0,6-5 370,3-3 1,-2-9-343,2-3 0,-2 0 198,2 0 0,-3 0-257,-6 0 0,-5 2-189,-3 5 597,3 1 1,-7 1 318,0 3 1,-5 2-98,-8 6 0,-1 0 9,-2 0 1,2 1-50,-3 4-134,-2-4 0,5 9-580,-2-6-595,8 5 1383,2-2 0,12 6 0,0-1 0</inkml:trace>
  <inkml:trace contextRef="#ctx0" brushRef="#br1">23843 9909 7707,'17'0'343,"-1"0"1,2 0 44,-1 0 1,1 0-43,2 0 0,4-1 270,-4-3 0,4 0-185,1-9 0,4 4-695,0-8 1,4-2 208,-4-2 1,1-2-1260,-1-2 1,-3-3 323,3 4 990,-3-4 0,-7 9 0,-1-6 0</inkml:trace>
  <inkml:trace contextRef="#ctx0" brushRef="#br1">24153 9587 7707,'-14'0'43,"-2"0"104,2 0 0,-4 0 308,6 0 0,5 6 96,3 2 0,-2 7 39,2 1 1,0 8-149,4 1 0,1 1-100,4 7 1,-4 4 4,3 5 1,-1 0-101,1 0 1,-3 2-18,3 5 0,-2 1-33,-2 0 1,4-6-99,0-3 1,0-2-435,-4-2 0,0-10 270,0-2 1,0-7-839,0 3 0,0-6 41,0 1 285,0-2 1,-5-7 171,-4-3 0,1-1-314,-4 1 0,2-3 275,-6 4 1,-4-4-141,0-1 1,-4-4 583,-1 0 0,1-6 0,-7-2 0,0-8 0</inkml:trace>
  <inkml:trace contextRef="#ctx0" brushRef="#br1">24947 9661 7707,'-4'-8'1995,"0"0"-801,0 5-545,4-2 0,1 5-224,3 0 1,5 0-6,7 0 1,3 0-163,6 0 0,0-5-487,0 1 1,4-5 200,0 0 1,4-2-346,-4-1 0,4 0 332,-4-1 1,0 2-3316,-4 3 1752,-6-3 1604,-1 10 0,-11-5 0,-2 6 0</inkml:trace>
  <inkml:trace contextRef="#ctx0" brushRef="#br1">25158 9599 7707,'-15'13'-802,"3"-1"1,-4 1 1611,8-1 0,-2 2-281,2 2 1,-1 4 179,4 4 1,0 5-262,1 0 0,2 6-144,-2-2 0,3-1-107,1 1 0,0-6-659,0 2 0,0-7-171,0-1 242,0-1 0,1 0-879,3-4 0,-2-6 1270,2-2 0,-8-5 0,-3 3 0</inkml:trace>
  <inkml:trace contextRef="#ctx0" brushRef="#br1">25084 9971 7707,'7'-12'953,"4"4"-579,-3 0 0,4-1 361,5-3 1,-2 1-292,6 3 0,-1-2-362,5 6 1,0-4 21,0 3 0,-5-3-787,1 4 0,-6 0 35,2 4 0,-3 0-349,-2 0 1,-5 5 390,-3 4 1,-8 3 605,-4 5 0,-9-2 0,-4 5 0,-6 1 0,-2 4 0,-4-4 0,4-1 0,-1-3 0,1 3 0,2-4 336,-2 0 0,7-2 869,2-2 1,5-3 69,-2-1-441,9-5-509,2 2 1,13-5-92,6 0 1,10-4-38,10 0 0,3-6-184,1 2 1,2-3-155,2-1 1,-2 0-140,2 4 0,3-3-1163,2 3 1,2 2 174,1 2 1079,-10-3 1,8 6 0,-8-5 0</inkml:trace>
  <inkml:trace contextRef="#ctx0" brushRef="#br1">26547 9823 7707,'-1'-17'-101,"-3"1"1,1-5 650,-5 4 1,4-1-147,-4 2 1,3 4 1010,-3-1-524,5 6-447,-8 7 1,6 7-82,-3 6 0,-2 4 5,6 8 1,-4 4 18,3 0 0,-3 1-83,4-1 0,-2-4-300,2 0 0,3-2 82,-3-6 0,2-1-286,2-3 1,6-6 222,2-3 1,3-4-958,2-4 1,5-4 457,2-9 1,2-2-343,-1-6 1,1 4 279,-5 1 1,-2 4 204,-7 0 0,3 2 250,-3 2 0,-2 3-219,-2 1 490,-3 5 0,-1 3-218,0 9 1,0 2 476,0 1 0,0 6-96,0 3 0,0-2 29,0 2 1,0-5-520,0 5 0,2-6 92,2 2 0,-3-4-611,3 0 507,3-1 0,0-5-1943,6-3 2094,-1-3 0,6-1 0,1 0 0</inkml:trace>
  <inkml:trace contextRef="#ctx0" brushRef="#br1">27193 9686 7707,'-13'0'1556,"5"0"-835,0 0 0,-1 2 311,-3 2 1,-5-3 53,1 3 0,-2 3-529,1 1 0,4-1-459,-4 2 1,3-1 44,2 4 0,1 1-282,3-1 0,2 0 174,6 1 1,1-1-636,4 1 0,1-2 185,7-3 0,1 3-235,2-3 1,-1 2 296,6-2 1,-4 3 112,3-3 1,-5 3 274,2 2 1,-3-1-50,-2 1 0,1-2 20,-1-3 1,-4 3 47,1-3 1,-7 3-165,2 2 1,-2-1-349,-2 0 1,-2 1-518,-2-1 1,-3 1-129,-5-1 0,-6-4 331,-3 1 772,-2-7 0,-2 9 0,0-4 0</inkml:trace>
  <inkml:trace contextRef="#ctx0" brushRef="#br1">28011 9500 7707,'-12'0'520,"0"0"790,-1 0-315,6-5-636,2 3 1,12-3 420,5 5 1,7 4-299,10 0 1,7 0 23,5-4 1,6 0-312,-1 0 0,-2-5-354,1-4 0,-3-2-948,3-1 1,-5 0 736,2-1 0,-9 1-711,-4-1 0,-9 6-23,-3 3 1104,-9 3 0,-2 1 0,-6 0 0</inkml:trace>
  <inkml:trace contextRef="#ctx0" brushRef="#br1">28284 9525 7707,'-12'12'0,"4"5"0,-1-1 0,2 8 618,-1 1 0,-2 2 16,6 10 0,-4-2 106,4 6 1,-2-2-261,2-2 1,2 2-145,-7 2 0,7-8-766,-3 0 0,4-7 357,1-5 1,0-2-529,0-2 527,0-9-2605,0 9 1393,0-16 1286,0 5 0,0-12 0,0-1 0</inkml:trace>
  <inkml:trace contextRef="#ctx0" brushRef="#br1">28210 9810 7707,'0'-19'867,"0"2"1,0 4 112,0 0 0,0 5-463,0 0 0,5 5 161,4-1 0,3 1-234,5-1 1,2 3-405,6-4 0,-1 4 36,1 1 1,0 0-409,0 0 1,0 0-336,0 0 1,-1 0-1620,1 0 2286,0 0 0,5 0 0,2 0 0</inkml:trace>
  <inkml:trace contextRef="#ctx0" brushRef="#br1">29128 9785 7707,'0'-17'0,"0"3"397,0-3 1,0 3 321,0 2 478,0 0-760,0-1 1,0 12-16,0 5 0,-2 11-21,-2 6 1,3 8-155,-3 4 0,-2 3 0,2 1 0,-1-4-38,0 0 1,4-5 46,-3 1 1,3-3-35,1-2 0,0-4 195,0-4 1,1-7-84,3-5 0,3-8-107,5-5 0,6-9-465,3-6 0,2-7 217,2-6 1,0 0-1176,0 0 1,0 1 635,-1 3 0,0 2-568,-3 7 1,-3 0 430,-6 4 0,-1-3 697,-3 7 0,3-1 0,-4 5 0</inkml:trace>
  <inkml:trace contextRef="#ctx0" brushRef="#br1">29562 9885 7707,'-12'7'555,"-1"-2"-299,1-5 0,4 4 170,-1 0 1127,6 6-555,-2-3-469,5 5 1,1-5-176,3-3 1,5-2-252,7-2 0,5-10 71,8-2 0,-2-9-718,7 0 0,-3-2 124,2-2 1,-1-1-207,-3-3 0,-4 7 222,0-3 1,-6 4 72,-7 1 1,-1 2 117,-2 5 1,-5 5-29,-8 0 1,-3 5 365,-6-1 1,-5 4-122,-2 4 1,0 3 399,0 5 0,-1 5-71,-4-1 1,2 7 69,2-3 1,-1 5-49,6 4 1,-1-3-70,5 3 1,1-3-276,2-1 1,4 0 115,5 0 0,0-6-492,0-2 1,7-4 199,5 0 1,6-6 150,7-3 1,4-4-1847,0-4 1860,5 2 0,-8-14 0,5 2 0</inkml:trace>
  <inkml:trace contextRef="#ctx0" brushRef="#br1">30133 9686 7707,'-18'0'0,"4"6"1072,-3 2 0,-2 3-435,-2 1 1,-1 6 555,2 3 1,-2 4-570,5 4 1,1-3-165,3 3 0,6 1-363,3-1 0,4-5-382,4-8 1,5-3-9,7-5 0,3 1-307,6-4 0,1-4-835,3-9 1,3-2 654,5-11 0,0 1-390,1-5 1,-5-1 358,0-3 685,-6 3 0,9-16 0,-4 4 0</inkml:trace>
  <inkml:trace contextRef="#ctx0" brushRef="#br1">30505 9376 7707,'0'-44'-864,"0"3"1,0 9 1970,0 7 0,-2 7-411,-2 10 1,2 4 229,-7 8 0,1 8-407,-4 9 1,-1 8-139,1 4 1,1 10 140,2 6 0,0 1-169,5 4 0,-5 2-420,5 2 0,0 3 231,4 1 1,-4-6-878,0-2 1,0-4 512,4-5 1,0-6-803,0-6 0,5-15-605,4-2 604,2-10 0,0-6 1003,-3-8 0,3-4 0,-4 0 0</inkml:trace>
  <inkml:trace contextRef="#ctx0" brushRef="#br1">30232 9798 7707,'-21'-4'492,"1"0"1,6-2 1886,1 2 450,1 3-2145,11-10 1,2 8-265,11-5 0,8 1-97,9-2 0,2-2-1322,7 3 0,3-3 658,0-1 1,5-1-1724,-5 1 1,5-1 2063,-5 1 0,6 0 0,-3-1 0</inkml:trace>
  <inkml:trace contextRef="#ctx0" brushRef="#br1">30629 9686 7714,'-17'25'313,"1"0"0,-1 0 286,5-1 1,1 5-45,3 0 1,2 0 361,6-4 0,0-6-512,0-2 1,1-1-174,4-3 0,6-4-181,5-9 0,6-1 123,-1-3 0,2-4-849,2-9 0,-1 2 37,-4-6 1,2 1-437,-5-5 0,3 1 422,-3 4 1,-5 0 214,-3 4 0,-7 2 723,3-2 1,-5-1-202,-5 5 0,-6-3 155,-5 6 1,-5 4-271,5 1 1,-6 2 989,1 2 1,-3 6-270,0 2 0,-1 3-160,0 1 1,6 2-548,2 3 1,3-3-501,2 2 1,5-2-1009,3-2 1,3-3 770,1-1 1,5-5 752,3 1 0,14-3 0,5-1 0</inkml:trace>
  <inkml:trace contextRef="#ctx0" brushRef="#br1">30827 9661 7733,'9'11'-92,"-1"-2"0,-5 2 754,1-3 0,1 4-200,-1 5 1,2-2 66,-2 6 0,-3-1-17,4 5 0,-3 1-3,2 3 1,-2-4-271,2 0 0,-3-2-86,-1-6 0,0-1 32,0-3 216,0-1-44,0-5 0,-1-3-96,-3-8 0,2 1-195,-2-5 1,3-4-101,1-5 0,5-1-242,4 2 1,6-4-170,1-4 1,8-1-402,1 0 0,1 0-801,7 0 1,0 1 189,4-1 1258,-5 0 0,9 0 1,-2 0-1</inkml:trace>
  <inkml:trace contextRef="#ctx0" brushRef="#br1">31596 9835 7805,'7'-19'0,"0"-3"156,-3 5 0,-1-5 291,5 1 1,-5 4 421,1 0 0,2 3-341,-2 2 0,0-1-37,-4 1 0,-1 5-159,-3 3 1,-3 3 57,-6 1 1,-3 5-160,-1 3 0,-5 5-70,1 3 0,2-1-98,-1 6 1,3-6-196,-4 2 0,6-1-301,-1-3 0,7 2 266,5-7 0,3-1-149,1 1 0,7-5 91,5 1 0,6-1-335,7 1 1,0-1 167,-1 5 0,-3-4 140,0 5 1,-6 3 209,2 5 1,-5 0 261,-4 0 1,2 1 416,-6 3 1,-1 2-362,-7-2 1,1 2 112,-5 2 0,-2-2-135,-7-2 1,4 1-196,-4-5 0,5-1-591,3-3-1042,-2-7 144,4 0 0,2-7 662,5-4 0,7-3-257,9-8 1025,4-4 0,10-4 0,2-1 0</inkml:trace>
  <inkml:trace contextRef="#ctx0" brushRef="#br1">31894 9798 7805,'13'0'618,"-1"0"1,-1 5-154,-3 4 0,2 3 249,-6 5 1,0 3-278,-4 9 1,0 8 277,0 9 0,-1 8-249,-3 3 1,-7 4-404,-6 1 0,1 6 125,9-34 0,1 2 1,-2 3-1,0 0 42,-1 3 0,1-1 0,0-1 1,1 0-411,3 0 0,0-1 0,-1-2 0,0 0 129,3-2 1,0 0 0,-2 30-833,4-11 0,5-13 247,4-16-975,2-6 1,1-13 87,0-6 1523,1-6 0,-1-12 0,1-1 0</inkml:trace>
  <inkml:trace contextRef="#ctx0" brushRef="#br1">31956 9909 7805,'0'-24'0,"0"-1"0,0 4 749,0 1 1,2 4-233,2 0 0,3 3 381,5 5 0,5-1-465,-1 4 0,5 1-235,-5 4 1,6 6-181,-1 2 1,-3 9-266,-1 3 1,-4 4 112,0 0 0,-6 3 171,-3 2 1,-6 2-311,-6 6 0,-6-3 73,-10-1 1,-3 0 25,-2 4 1,-2-5-16,-7-3 1,1-3 78,0-1 0,0-6-223,0-3 0,6-3-1048,6-5-38,6-2 1419,12-6 0,13 5 0,8 2 0</inkml:trace>
  <inkml:trace contextRef="#ctx0" brushRef="#br1">32465 10356 11096,'-7'-12'1658,"1"-1"1,5 1-1513,-3-1 1,3 5-1321,-4 0 1174,4 5 0,-4-8 0,-2 4 0</inkml:trace>
  <inkml:trace contextRef="#ctx0" brushRef="#br1">7977 11423 7825,'0'-20'0,"-6"-2"637,-2 6 1,1-2-171,-1 1 1,4 8-80,-5-4 1,1 9 61,-4 0 1,-2-2-177,-3 2 0,2 2-97,-6 6 0,5 3 45,-5 5 1,1 0-242,-5 1 1,4 5 104,0 2 0,5 9-19,-5 4 0,6 3 42,-2 1 1,4 6 9,0 3 0,6 3 2,3 5 1,3 1-228,1 3 0,5 1 71,4-5 0,3 0 102,5-5 0,2-6-266,6-6 0,-3-12 103,3-13 0,-2-5-476,10-7 1,0-8 33,4-9 0,-1-7-184,-3-14 0,3 1-740,-3 0 1,-4-4 1461,-4-1 0,0 0 0,-7 3 0,-3 2 0,-4 2 0</inkml:trace>
  <inkml:trace contextRef="#ctx0" brushRef="#br1">8349 10964 7825,'-18'-6'1244,"4"5"-933,-2-3 0,2 2 528,1 2 1,5 6-199,0 2 0,5 13 7,-1 4 1,3 8-192,1 0 1,0 8-128,0 4 1,0 5-286,0 4 0,4 8 94,-2-27 1,0 0 0,2 34-601,-4 1 0,-4-1 484,2-34 0,0 0 0,-1 1 0,2-1-665,1 27 1,0-4-222,0-13 0,1-2-425,3-6 0,3-1-430,5-3 1,6-4 1717,3-8 0,2-1 0,2-7 0,0-4 0</inkml:trace>
  <inkml:trace contextRef="#ctx0" brushRef="#br1">8758 11708 8852,'-12'0'600,"-1"0"1,1 0-366,0 0 0,-1 1 785,1 3 0,-5-1-446,1 5 0,-5 1 150,4 3 1,-5 2-178,2 2 0,2 4-189,1 4 1,3 1-480,2 0 0,1 3 152,3-4 0,2-2-140,6-9 1,6-2 153,2-3 0,4-2-462,5-6 0,2-10-136,6-2 0,-4-10-288,-1-3 1,0 0 247,0-4 0,2 3 200,-5 1 0,4 4 308,-5 1 0,2 5-22,-1-2 1,-8 7 725,4 2-545,-4 5 0,2 5 229,-2 10 1,-4 6 102,-5 7 0,0 0 346,0-1 0,0 1-150,0 0 0,0-2-186,0-2 0,0-3-1007,0-6 0,4 1 242,0-1-1174,1-5 1,0-1 752,3-6 1,3-10 769,2-2 0,5-9 0,1 2 0</inkml:trace>
  <inkml:trace contextRef="#ctx0" brushRef="#br1">9068 11683 7825,'0'12'0,"-4"1"436,0-1 0,-1 2 620,0 3 1,4-2 494,-3 5 1,-2 0-754,2 0 0,0 2-17,4-5 1,0 4-318,0-5 1,0-3-2517,0-5 1670,0 0 1,1-1-4341,4-3 4722,-4-3 0,10-1 0,-4 0 0</inkml:trace>
  <inkml:trace contextRef="#ctx0" brushRef="#br1">9143 11509 7825,'0'-16'1401,"0"-1"0,0-1-1141,0 2 0,0 2 211,0-2-422,5 2 49,2 1 1,6 5-1230,-1 0 0,0 5 643,1-1 1,1 3-483,2 1 0,-6 5 589,2 3 1,-4 5 380,1 3 0,0 5 0,-5 8 0,1 1 0,-5 3 0,0 3 863,0-3 1,-2-1-450,-2 1 0,3-6 1145,-3 2 0,-2 2-720,2-2 0,0-5-120,4-3 0,0-4-80,0 3-656,0-4 0,1-4-505,3-8 0,3-3 429,6-1 1,3-6-196,1-7 0,3 1 170,-3-5 0,4 5-782,-5 4 1,1-2-348,-5 6 1192,0 0 0,0 5 332,-4 3 1,1 3 378,-4 5 1,-1 1 322,-4-1 0,0 1-451,0-1 1,-4-4 106,-1 1-126,1-1-331,4-1-14,0-2 1,2-6-834,2-3 0,3-3 52,5-6 1,1 1-300,-1 0 1,4 3 385,1 1 0,0 4 134,-5-4 1,0 5 743,1-1 1,-1 2-291,1 2 0,-1 2 189,0 2 1,-3 1-180,-1 4 1,-1 2-163,1-3 1,-1 4-279,-3 5 0,-3-3-467,4 2 0,-4-1 839,-1 2 0,-6 2 0,0 6 0</inkml:trace>
  <inkml:trace contextRef="#ctx0" brushRef="#br1">7840 12502 7911,'-48'12'500,"2"0"1,15-5 1941,10-3-1087,11-2-945,5-2 1,6 0-50,3 0 0,9 0-68,8 0 0,7 0 171,6 0 1,1-4-99,3 0 0,4-5 8,4 5 1,1-4-5,-2 4 0,3 0 120,-2 4 0,4-5-174,3 1 1,5-1-98,8 1 1,-29 2-1,1 1-307,3-3 0,0 0 0,3 0 0,-1-1 210,2-1 1,1 0 0,5 1-1,2 2 9,2-2 0,1 1 0,1 3 0,1 0-308,-2-2 0,-1 2 1,-2 0-1,-1 2-83,-2 0 0,-1 2 1,-1 0-1,-1 1 136,-5 1 1,-1 2 0,0-1 0,-1 0-208,27 7 0,-5-2-243,-4-3 1,-7-1 323,-2-3 1,-5-3-737,-6 4 1,-5-4 715,0-1 0,-6 0-1288,2 0 1,-8 0 1557,-5 0 0,0-4 0,0 0 0,3 0 0</inkml:trace>
  <inkml:trace contextRef="#ctx0" brushRef="#br1">12356 11708 7790,'7'-13'557,"4"1"159,-4 0 1,1 5 1186,0 3-1399,-5 2 0,7 4-26,-6 2 1,1 4-104,-1 9 1,-2 2-124,2 6 1,-3-1-48,-1 1 1,-1 6-33,-3 2 1,-3 2-72,-6 3 0,-5 4-155,-2 4 0,-4 2-400,0 2 0,-5 2 337,0-2 1,-2-3-141,2-10 0,3-4 67,-3 0 1,4-11 1,5-1 0,0-12 107,4-5 0,2-2-185,-2-2 0,6-2 114,2-2 0,1-7-125,-1-5 1,-2-2-273,6 1 0,-2 2 337,2-6 1,3 5-149,-3-5 1,-2 2 130,2-2 1,0-1 257,4 6 0,0-1-185,0 5 423,0-1 0,5 2-94,4 3 0,2 2 40,1 6 1,2 0 320,2 0 0,4 2-260,4 2 1,1 3 18,0 5 0,0-3 8,0-1 0,2 0-348,-2 5 1,5-1 91,-9 0 1,5 1-744,-5-1 0,1 1-607,-1-1 1,-3 4 668,-6 1 1,0 4-645,1-5 1279,-6 6 0,4-2 0,-4 4 0</inkml:trace>
  <inkml:trace contextRef="#ctx0" brushRef="#br1">12753 12316 7790,'-7'-6'493,"-4"5"0,8-5-175,-5 6 1,5-1 503,-1-3 311,3 2-777,1-3 0,1 5-100,3 0 0,-1 0-184,5 0 72,0 5 1,5 2-105,-1 6 1,-1-1 70,-3 0 1,2 1-34,-6-1 0,0 2-121,-4 2 0,4-2-102,1 3 0,-1 1-120,-4-2 0,0 1-52,0-5-687,0 1 467,0-7-2449,0 0 2986,0-17 0,0-3 0,0-11 0</inkml:trace>
  <inkml:trace contextRef="#ctx0" brushRef="#br1">12802 12167 7790,'0'-13'939,"2"1"-519,2-1 1,-3 1 349,3 0 1,-1 3-281,1 1 0,-1 1-202,5-1 1,1-3-962,3 3 1,2 2 482,2 2 0,-2-1 190,3 0 0,2 1 0,0 4 0</inkml:trace>
  <inkml:trace contextRef="#ctx0" brushRef="#br1">13050 12824 7790,'0'-12'-290,"0"-1"1,0 1 0,0-1 0</inkml:trace>
  <inkml:trace contextRef="#ctx0" brushRef="#br1">13361 12960 7790,'-13'-1'1298,"1"-3"-845,-1 3 1,1-10 508,0 2 1,3-2-451,1-1 1,5-5 152,-1 1 0,3-10-171,1 1 0,0-14-57,0-2 0,0-7-351,0-6 0,5-5-162,-1 24 0,1-1 0,0 0 1,1-2-19,0-3 0,0-1 0,0 0 0,0-1-114,0 1 1,1 1-1,1-1 1,2 0 30,0 0 1,0 1 0,1 2 0,0 1-14,10-28 0,3 8-85,-4 17 0,0 5 149,0 11 1,-3 6 201,3 2-61,-4 9 1,1 3 246,-4 5 0,-6 1-401,-3 3 0,-3 3 563,-1 5 1,0 6-683,0 3 0,-5 7 124,-3 0 0,-8 8-192,0 2 0,-5-1 101,5 4 0,-6 2 87,1-2 1,3-1 323,1-7 0,4 2-124,0-6 0,6-2-43,3-6 1,4-7-2,4-6 0,5-5-25,7 1 0,5-4 6,8-4 1,-2-2-302,6-2 0,-4-2 64,4 6 0,-5 0 118,1 4 0,-4 0 201,-5 0 0,-2 1-127,-5 3 0,-6 3 374,-3 6 0,-3-1-162,-1 1 1,-7 3 43,-5 1 0,-2 3-7,-7-3 0,1 3-59,-5-3 0,0 1-138,0-2 0,0-6-205,1 3 1,3-5-683,0 0 0,5 2 455,-5-6 1,6 0-937,-2-4 0,9-1 120,4-4 1242,3 4 0,-5-15 0,-1 2 0</inkml:trace>
  <inkml:trace contextRef="#ctx0" brushRef="#br1">13869 12638 7790,'0'7'1198,"0"4"1,0-8 673,0 5-1577,0-5 1,6 2-90,2-5 0,3 2-272,1 2 0,1-2 131,-1 7 1,3-5-210,-2 4-1,2 0 101,-7 5 0,-1-1 180,1 1 0,-5 3-81,1 1 1,-2 5-60,-2-2 1,-6 4-63,-2 1 0,-3-1 91,-2 1 0,1-5-618,0-4 0,-1-4 272,1-3 0,-1-4-633,1-5 1,4-3 401,-1-5 0,5-7-868,-4-14 1420,5-3 0,-8-10 0,4-2 0</inkml:trace>
  <inkml:trace contextRef="#ctx0" brushRef="#br1">13944 12340 7790,'0'-8'422,"0"0"0,4 0 630,0-5 1,6 3-258,-2-2 1,3 2-349,1-6 1,6 2-1311,3 2 0,-2-1 863,2 1 0,0 0 0,3-1 0</inkml:trace>
  <inkml:trace contextRef="#ctx0" brushRef="#br1">11636 11646 7790,'0'-25'0,"0"0"195,0 0 0,0-1-111,0-3 1,4 3 712,1-3 0,3 3-274,-4 1 1,4 6 458,-4 2-638,6 9 0,-5 4-12,4 8 0,-4 8-107,-5 9 0,-5 14 0,-4 6 1,-8 7-181,-8 6 0,0-3-85,-4 3 0,1 2 26,-1 2 0,7-4 48,-2-5 1,7 0-380,1-8 0,2-4 161,1-4 1,6-11-188,3-1 1,8-7-127,5-6 0,2-1 205,1-3 1,5-1 45,-1 5 1,1 0 57,-5 5 1,1 0 406,-1 4 0,0 2-278,1 6 0,-6 0 309,-3 0 0,-3 5-153,-1 3 1,0 4 233,0 5 0,0-2-333,0 5 0,0-2-321,0 6 0,0-6-320,0 7 1,6-9 301,2 0 1,4-2 340,5-2 0,-3-5 0,4-2 0</inkml:trace>
  <inkml:trace contextRef="#ctx0" brushRef="#br1">14849 11435 7790,'9'-23'513,"-1"2"1,-1 3-638,1 6 68,3 5 0,-6 4 989,4 11 1,-4 6-359,-5 11 0,2 6 27,2 7 1,-3 3-206,3 4 1,2 8-18,-2-4 1,0 5-1,-4 0 0,1-2-285,4 6 0,-4-4-79,3 4 1,-3-3 80,-1 7 1,-1-10-1036,-3 2 1,3-4 558,-4-9 0,4 0-1389,1-3 1,1-11 682,4-2 1,-3-14 1084,7-3 0,-4-5 0,8-3 0,2 0 0</inkml:trace>
  <inkml:trace contextRef="#ctx0" brushRef="#br1">15904 12067 7790,'-4'-8'124,"-1"0"0,1 0-69,4-5 1,2 1 427,2-1 1,3 1-15,5 0 0,2 1 51,2 2 0,2 0-223,3 5 0,1 1-79,-5 7 1,3 4-101,-3 9 1,-2-2 53,-7 6 0,-1-2-80,-3 2 1,-2 2 83,2-2 0,-4 2-109,-4 2 1,1-6-250,-5-2 1,3 1-278,-3-2 0,4-3-1975,-4-5 1803,5-5 1,-4 2 630,3-5 0,-3-11 0,-5-3 0</inkml:trace>
  <inkml:trace contextRef="#ctx0" brushRef="#br1">16028 11695 7790,'0'-12'949,"0"0"1,0 3-34,0 1 1,1 4-481,3-4 0,3 4-419,6-5 1,0 7-257,4-3 1,2 4 235,6 1 1,-4 0-1363,-1 0 1,1 0 183,4 0 1181,0 0 0,-1 0 0,1 0 0</inkml:trace>
  <inkml:trace contextRef="#ctx0" brushRef="#br1">16437 11981 7790,'13'-4'647,"-1"-1"1,-2 0-39,2 1 0,-2 2 43,6-2 1,3 1-320,2-1 1,3 3-116,0-3 1,1 2-736,0 2 0,-2-4 423,-2 0 1,1 0-1584,-5 4 0,-2 1 1677,-7 4 0,-2 1 0,-6 7 0</inkml:trace>
  <inkml:trace contextRef="#ctx0" brushRef="#br1">16487 12129 7790,'-6'7'2643,"5"-1"-1019,-5-1-1151,6-3 1,6 3-806,2-5 0,9-4 268,3 0 0,4-1-3136,1 0 3200,-1 4 0,7-10 0,0 4 0</inkml:trace>
  <inkml:trace contextRef="#ctx0" brushRef="#br1">17256 11695 7790,'0'-12'383,"0"0"0,0 3-191,0 1 0,-2 4 1097,-2-4-773,3 5 1,-5 7-6,6 8 1,0 13-391,0 0 0,2 8 41,2 0 1,-3 2-164,3-2 1,-2 3 87,-2-3 1,0-2-172,0 2 0,1-5 75,3 1 0,-2-3-815,2-1 1,-3-2 73,-1-2 750,0 2 0,6-9 0,1 4 0</inkml:trace>
  <inkml:trace contextRef="#ctx0" brushRef="#br1">17640 12129 11657,'-1'13'624,"-3"-1"1,1 1-388,-5-1 0,0 5-577,-5-1 1,1 6 272,-1-1 1,1 2-1320,0 2 0,-1-1 316,1-4 1070,-1-2 0,1-5 0,0-1 0</inkml:trace>
  <inkml:trace contextRef="#ctx0" brushRef="#br1">18174 11869 8085,'0'7'1605,"0"-2"1,1-5-1135,3 0 1,3 0-451,6 0 0,-1 0-983,0 0 1,6-1 594,3-3 1,-2 1-1663,2-5 2029,0 5 0,4-8 0,-1 4 0</inkml:trace>
  <inkml:trace contextRef="#ctx0" brushRef="#br1">18571 11857 7790,'7'0'1613,"0"0"-1093,-3 0 0,-1-2-127,5-2 0,-4 3 261,4-3 1,-4 2 180,5 2-786,-1 0 0,6-4-1404,2 0 0,-2 0 775,3 4 1,2-4-707,1 0 1,3-2 1285,-3 2 0,9-3 0,-3-5 0</inkml:trace>
  <inkml:trace contextRef="#ctx0" brushRef="#br1">19104 11757 7790,'7'2'1418,"-3"2"-401,-2-3-372,3 10 1,-2-9-236,5 2 1,-4 1-905,5-1 0,-5 1 362,4-5 0,-4 0-1104,4 0 1236,1 0 0,3 0 0,1 0 0</inkml:trace>
  <inkml:trace contextRef="#ctx0" brushRef="#br1">19613 11485 7689,'0'-7'4586,"0"1"-3745,0 6 0,1 7-423,3 5 1,-2 6 384,2 7 1,-3 5-321,-1 4 1,0 6-40,0 1 1,-1 4-121,-3-3 0,1 3-716,-5-3 0,5-7 56,-1-6 0,2-8-113,2-5 0,2-7-271,2-5 0,7-14-14,6-6 0,9-12-30,-1-5 0,8-3 302,0-1 1,-3 1 172,-1 3 1,-3-1 68,-1 5 0,0 1 260,0 8 99,-6 7 356,-7 8 0,-6 7 247,-6 7 0,0 0-403,0 12 0,-6 0-116,-2 3 0,-3 1 12,-1 0 1,3 0-1117,1 0 1,0 1 547,-5 3 0,5-3 333,0 3 0,-6 3 0,-5-1 0</inkml:trace>
  <inkml:trace contextRef="#ctx0" brushRef="#br1">15755 13233 7700,'-2'11'-1229,"-2"-2"1301,3 2 1,-5-4 1501,6 5 171,0-5-1231,0-2 1,2-5 158,2 0 0,-1 0 124,5 0-365,0 0 0,5-4-162,-1 0 0,0-1-76,1 0-79,-1 4 1,1-4 33,-1 5 0,-4 0-68,1 0 76,-1 0 0,3 5-134,-3 3 1,-1 3 45,-3 2 0,-2 5 65,2 2 0,1 4-32,-1 1 0,0 3 97,-4 1 0,0 6-86,0-2 1,-1 3 13,-3 1 0,1-1-183,-5-3 1,4 1 76,-4-5 0,3 3-111,-3-7 1,4-3-2,-4-10-174,5-5 0,-4-1 98,3-6 0,1-2-655,-5-2 1,4-4 78,-4-9 0,3 2-106,-3-6 1,4 1 103,-4-5 0,5-5 285,-1-3 1,2-5-1233,2-3 1692,0-3 0,-5-6 0,-2 1 0</inkml:trace>
  <inkml:trace contextRef="#ctx0" brushRef="#br1">15854 12886 7700,'0'-12'2570,"0"-1"-1729,0 1 1,1-1-329,4 1 1,1 0 58,7-1 0,5 5-1304,2 0 1,5-1 475,4-3 1,3 4-816,5-1 0,-4 7 1071,0-2 0,0-3 0,5 0 0</inkml:trace>
  <inkml:trace contextRef="#ctx0" brushRef="#br1">16536 13072 10915,'2'7'-308,"2"-3"0,-1-1-42,5 1 1,2-3-19,6 3 0,-2-1-431,2 1 0,-2-1 799,-1 5 0,-1 1 0,0 3 0</inkml:trace>
  <inkml:trace contextRef="#ctx0" brushRef="#br1">16574 13283 7814,'-6'12'2417,"5"-3"-1209,-3-1-584,2-5 1,8 2-224,2-5 0,4 0-718,5 0 0,-2 0 231,6 0 1,-1 0-1094,5 0 1179,0 0 0,0 6 0,0 1 0</inkml:trace>
  <inkml:trace contextRef="#ctx0" brushRef="#br1">17305 13022 9137,'-6'0'1819,"0"2"-1513,6 2 0,0 4 362,0 9 1,4 2-224,0 6 0,5 5-237,-5 3 0,0 3-199,-4 1 0,4-4-223,0 0 1,2-1-678,-2 1 1,-3-4 566,3-8 0,2-3-498,-2-6 1,6-1-73,-2-3 894,3-2 0,7-6 0,1 0 0</inkml:trace>
  <inkml:trace contextRef="#ctx0" brushRef="#br1">17690 13233 7700,'-1'7'1949,"-3"-3"-811,2-2 497,-3-2-1161,5 0 0,5 0-493,3 0 0,8-2 77,0-2 1,10-3-738,-1-5 0,3-1-211,-3 1 0,3 0-1882,1-1 2772,6 1 0,-9-1 0,4 1 0</inkml:trace>
  <inkml:trace contextRef="#ctx0" brushRef="#br1">18211 13171 7700,'12'-5'415,"2"3"133,3-2 1,-3 2 633,2-3 1,-2 4-557,-2-3 1,5-2-483,-1 2 1,5-1 10,-4 1 1,3 1-1131,-3-5 0,5 1 644,-1-2 1,2 0-484,2 5 0,0-5 132,-1 5 0,-3-4-175,0 4 1,-2 0 856,2 4 0,1-2 0,-6-2 0,2 3-145,-1-3 0,-3 2 145,2 2 0,-6 0 583,-2 0 0,0 0-113,5 0 333,-1 6 0,1-5-305,-1 3 0,2-2-230,2-2 0,-2 0-486,3 0 1,1 0 219,-2 0 0,6 0-367,-1 0 1,-2 0 212,2 0 0,-2-2-166,2-2 1,2 3 36,-2-3 0,-2 2 60,2 2 0,-6-1 125,2-3 1,0 2 31,0-2 1,0 3 112,-5 1-94,0 0 0,1 0 58,-1 0-56,1 0 43,-7 0 0,5 5 0,-4 2 0</inkml:trace>
  <inkml:trace contextRef="#ctx0" brushRef="#br1">19687 12824 7700,'13'0'709,"-1"0"-149,1 0 0,-1 0-185,0 0 0,-3 1 328,-1 4 0,-5 7-229,1 9 0,1 3-49,-1 5 1,-5 3-170,-7 5 0,-3 5-261,-2-1 0,2 0 65,3-4 1,-2-9-193,6-3 0,0-9-1293,4 1 1123,0-9 1,6-9-386,2-12 0,8-5 257,5-6 0,-2-5 57,2 0 1,-4-4 109,3 4 0,-3-4 355,4 4 0,-6 1-108,1 8 0,-2-1 230,-2 8 506,-5-2 0,3 15-373,-6 0 0,-4 11 279,-4 10 1,-6 4-183,2 4 1,-3-3-33,-1 3 0,1-3-87,2-1 1,0-4-398,5-1 0,-1-5 129,5 2-271,0-9 1,6-4-21,2-8 0,3-4 136,2-9 1,5-1-139,2-2 0,0-4 73,0 4 0,-1-2 136,2 1 1,1 3-68,-5 6 0,1 1 685,-2 2-419,-2 4 0,3 10 82,-9 4 1,1 7-119,-4 5 1,0-2-232,-1 2 1,-2-1-245,2 5 1,-3 0 190,-1 0 0,4-4-1477,0-1 0,5-3 1625,-5 3 0,5-4 0,-2 2 0</inkml:trace>
  <inkml:trace contextRef="#ctx0" brushRef="#br1">20891 11547 7700,'5'-7'863,"2"-4"0,5 8-406,1-5 1,-1 1-133,1-2 1,-1-2-295,0 3 1,5-3 71,0-1 0,5-1-57,-2 1 1,0 0-18,0-1 0,-3 2-160,3 3 0,-6 4 5,-1 8 1,-2 14 97,-7 11 0,-3 12-70,-9 9 0,-2 2 45,-10 10 1,-5-1-317,11-26 0,-1 0 0,-2 0 1,-1 0 264,2 3 0,-1-1 0,0-3 1,0-1 25,-16 29 0,4-7 63,8-9 1,7-9 179,6-8 42,5-8 0,3-9-89,9-8 1,2-2-203,1-2 1,0 5 97,1 3 0,-2 7 448,-3 2 1,2 6-408,-6 2 0,1 4 356,0 4 0,-3 7-78,7-3 1,0 5 64,8-1 1,-3-2 41,2 2 0,2-8-82,-1-4 0,1-3-363,-2-1 1,-2 0 59,2 0 1,-6-1-415,-2 1 1,-5 1 216,1 3 1,-4-1-487,-4 5 0,-3-5-27,-5 0 0,-2-1-263,-3-3 1,8-4 297,-4-4 0,5-2 620,0-2 0,-3-5 0,4-1 0</inkml:trace>
  <inkml:trace contextRef="#ctx0" brushRef="#br1">22417 12179 8219,'0'8'1413,"0"1"0,0 4-988,0 8 1,0 8-67,0 4 0,-2 7-114,-2 1 1,1 5-388,-5-5 0,5-5 161,-1-7 0,1-4-255,-1-5 0,3-6-699,-3-5-146,2-7 1,2-6 1080,0-8 0,-5-14 0,-2-1 0</inkml:trace>
  <inkml:trace contextRef="#ctx0" brushRef="#br1">22330 11931 7663,'1'-12'417,"3"-1"0,3 5-299,5 0 0,2-1-297,3-3 0,6 4-151,6 0 0,7 1-233,1-2 0,0 0 563,5 5 0,2-12 0,0 3 0</inkml:trace>
  <inkml:trace contextRef="#ctx0" brushRef="#br1">22876 11943 7663,'0'20'0,"-5"2"778,1-6 1,-5 6-204,0-1 0,-2 2 102,-1 2 0,-5 0 82,1 0 0,-1 0-286,5 0 1,5-2-461,3-2 1,2-3 41,2-6 0,3 0-85,5 1 0,2-2-31,11-3 0,-5 2-20,5-6 0,0 4 26,4-4 1,-5 6-12,1-2 0,-6-1-166,2 1 1,-4-1 81,0 1 0,-2 3-141,-3-2 0,2 2 91,-6 1 1,-1 2-265,-8 2 1,-6 0-197,-5 4 1,-6 1-370,1 4 0,-2-3-199,-2 3 1228,0-9 0,0 13 0,0-10 0</inkml:trace>
  <inkml:trace contextRef="#ctx0" brushRef="#br1">24377 12192 7663,'-13'-6'42,"1"-2"0,-1 1 168,1-1 1,-2 1 178,-2-2 0,0 4-79,-4 5 1,3 1-76,-3 3 0,3 5-42,-4 7 0,6 9 56,-1 8 0,2 4-32,1 5 0,2 0-26,3 4 0,3-3-32,5-6 1,0-7-44,0-5 1,1-3-104,3-10 1,4-2 28,9-10 0,-2-11-385,6-6 0,4-6 191,4-6 1,0-3-471,-5-5 1,1 0 288,0 0 0,-2 1 67,-2 3 0,1 3 66,-5 5 0,-5 1 32,-4 4 708,-5 2-468,3 11 1,-6 7 562,0 8 1,0 9-281,0 3 0,0 8 12,0 1 0,0 5-63,0-1 1,5-2-381,3-2 1,3 1-367,2-1 0,-1 1-518,1-1 0,5-4 5,2 0 0,0-2 955,0-6 0,-5 5 0,3-3 0</inkml:trace>
  <inkml:trace contextRef="#ctx0" brushRef="#br1">25964 11497 7663,'2'-11'96,"2"3"-96,-3-3 0,6 11 997,-3 0 1,2 12-133,2 13 1,3 7 19,-3 9 1,-1 7-324,2 6 1,-7 7-407,2 1 1,-4 4-131,-1-31 0,-2 0 0,0 1 0,-1 0 120,-8 30 0,-2-4-547,-2-4 0,2-7 296,-3-2 0,4-10-304,0-10-296,6-9 274,-4-2 171,10-16 0,0-8 1,5-10 0,9-6 336,0 1 1,8-2-223,-1-2 1,4 4 150,0 0 0,5 8-54,0 0 1,-1 6 75,-7 7 0,1 0-41,-6 0 1,1 6 114,-5 2 1,-5 4 197,-3 5 0,-2-2-142,-2 6 1,-5-2 78,1 2 1,-5-2-58,0-2 0,-3-4-178,-5 4 1,2-3 103,-5-2 0,3-4-222,-4 1 0,1-2-10,-5 1 1,0 3-38,0-3 1,0-2-275,1-2 1,3 1 147,0-1 0,2 1-1208,-2-5 1026,3 0 1,11-2-554,3-2 0,6 1 1024,6-5 0,11-6 0,13-5 0</inkml:trace>
  <inkml:trace contextRef="#ctx0" brushRef="#br1">26485 12229 7663,'0'-13'546,"0"1"1,0 0 487,0-1 1,-1 6-252,-3 3 1,-3 3-288,-5 1 1,-6 11-176,-3 5 0,-2 8 237,-2 5 1,4 1-159,0 3 0,6 1-441,-1-5 0,7 0 71,5-4 1,3-6-342,1-2 0,1-9-25,3-4 0,3-2-298,6-2 0,3-7-280,1-6 1,5 0 399,-1-8 1,-2 4 101,2-3 1,-6 1 82,1-2 1,-2-1 300,-2 5 0,1 1 18,-1 3 173,-5 6 330,-1-4 0,-6 16-321,0-1 0,0 7 527,0 5 0,-6 4-307,-2 4 0,2-3 84,2 0 1,1-2-74,-1 2 0,3 1-603,-3-6-74,2 1-635,8-5 1,1-5-1107,5-3 1,5-4 2014,-1-4 0,1-8 0,-5-8 0</inkml:trace>
  <inkml:trace contextRef="#ctx0" brushRef="#br1">26957 12117 7672,'0'-12'1009,"-4"3"-627,0 1 1,-1 4 293,5-4 219,0 5-227,-5-3 1,2 6 246,-5 0-436,5 6 1,-6 1 33,4 5 0,-3 1 179,4-1-430,-6 0 1,5 1-56,-3-1 0,-2 1-192,6-1 1,0-4 83,4 1 1,-5-5-8,1 4-535,0 0 413,4 5 1,0-1-132,0 1 1,0-5 24,0 0 1,0-4 136,0 4-45,0 1 137,0 3 0,0-4-40,0 1-43,0-7-489,0 9 183,0-9-79,0 3 268,0-5 1,0 2 55,0 2 0,2-3-63,2 3 1,-2-1 219,7 1 1,-2-1-26,1 5 0,2-4 139,-6 5 0,5-5-71,0 4 0,-2-4-68,1 4 0,-1-3 49,1 3-57,3 0 0,-6 0-285,4 1 207,-4-1-205,-5 4 0,0 1-8,0-1 0,-5-4 27,-4 1 1,-2-2 11,-1 1 1,0 2-90,-1-6 0,1 4-635,-1-4 1,1 4 368,0-4 1,-1 1-638,1-5 1,1-2 565,3-2 1,2-4-426,6-9 1030,0 3 0,6-14 0,0 1 0</inkml:trace>
  <inkml:trace contextRef="#ctx0" brushRef="#br1">27217 12216 7684,'13'-4'409,"-1"0"1,-4-1 1395,1 0-776,-1 4-290,4-4 1,-5 6-289,-3 3 0,-2 3 14,-2 5 0,-2 5-153,-2-1 0,2 6 8,-7-1 1,2-2-209,-1 2 1,-2-2-217,6 2 1,-1-2-714,1-2 0,2-3 533,-2 2 1,3-2-2377,1-2 1108,0 1-361,0-1 1913,0-5 0,0-7 0,0-7 0</inkml:trace>
  <inkml:trace contextRef="#ctx0" brushRef="#br1">27279 12092 7684,'0'-12'0,"0"-1"0,0 1 0,0 0 0,0-1 0,6 2 0,2 3 0,3 2 1780,2 6 0,5 0-2032,2 0 1,0 0 93,0 0 1,1 0-1407,4 0 1564,-1 0 0,7 6 0,1 1 0</inkml:trace>
  <inkml:trace contextRef="#ctx0" brushRef="#br1">27689 12080 7684,'-2'12'688,"-2"1"0,-1-5 23,-4 0 1,-2 0 310,3 5 1,-7-1-111,-2 1 0,-3 3-417,3 1 0,-3 3-122,3-3 1,1 4-115,3-5 0,2 5-581,3-5 1,2 1 258,6-5 0,2-3-222,2-1 0,4-1 167,9 1 1,-2-1-79,5-3 1,-3-1-61,4 5 0,-6-4 34,1 4 1,-2-3 439,-1 3 0,-1-4-134,0 4 0,-1 1 107,-2 3 0,-4-4-43,-5 0 1,0 1-1238,0 3 459,0 1 1,-5-2-345,-4-3 0,3-1 121,-3-3 0,1-3 380,-4 3 1,-1-2-1159,1-2 1631,-1 0 0,-5 0 0,-1 0 0</inkml:trace>
  <inkml:trace contextRef="#ctx0" brushRef="#br1">28582 12216 7721,'-1'-20'-226,"-4"-1"1,4 6 679,-3-2 0,1-1-80,-1 2 0,1 3 429,-5 5 1,4 5-333,-4-1 1,-2 6 280,-7 6 1,2 13-280,-5 16 1,-1 7 3,-4 10 0,4-3-227,1 2 1,5-3 137,-2-5 1,5-3-282,3-9-309,4-3 0,16-16-475,5-6 0,13-12 459,9-8 1,-1-12-713,4-9 1,-4 1 376,-4-1 0,2 2 71,-6-2 1,-2 2 189,-6 7 0,-3 0 120,-6 3 1,-1-1 371,-2 6 0,-4-1-251,-5 5 1,-5 5 261,-4 3 0,-6-2-85,-1 2 1,-5 0-29,5 4 1,-5 4-28,4 0 0,-3 9-397,3-5 1,1 6-27,3-6 1,1 3-472,-1 2-79,6-1 0,2 0 902,5 1 0,0-6 0,0-2 0</inkml:trace>
  <inkml:trace contextRef="#ctx0" brushRef="#br1">28706 12291 7721,'25'7'416,"-4"4"122,-1-3 1,-3-3-39,3 0 1,1-4-131,4-1 0,0 0 599,0 0 1,3 0-431,1 0 1,2-6-643,-2-2 0,-2-4 138,6-5 0,-1 2-1510,1-6 1,-4 5 1474,-8-5 0,2 1 0,-4-5 0</inkml:trace>
  <inkml:trace contextRef="#ctx0" brushRef="#br1">29140 11956 7230,'-12'0'494,"-1"0"1,1 0 148,0 0 1,3 1 234,1 3 0,5 5-370,-1 7 1,3 3 361,1 6 0,0 7-361,0 5 1,0 2 43,0 6 1,4 6-324,0 7 1,4 7-86,-4 1 1,-1-31 0,0 0-439,1 31 1,-3 5 269,4-5 1,-4-1-305,-1-7 0,0-8 287,0-4 1,0-7-1050,0-2 0,0-3 400,0-9 1,-6-3-156,-2-10 1,-3-5 161,-1-3 0,-2-2-59,-3-2 1,0 0 252,-4 0 0,-4-6 317,0-2 0,0-3 171,-4-1 0,2-1 0,-2 1 0,-3-12 0,-5-2 0</inkml:trace>
  <inkml:trace contextRef="#ctx0" brushRef="#br1">29723 12005 7721,'0'-24'954,"0"-1"0,0 4 181,0 1-281,0 4 1,4 5-336,1 11 1,6 13 220,1 12 1,-1 10-308,1 11 0,-1 8-42,-6 3 0,3 5-513,-4 5 1,0-3 207,-4 7 1,-5-7-380,-4 3 1,-2-3 251,-1 3 0,1-15-1490,3-3 0,-2-13-146,6-7-1524,5-14 3201,6-4 0,5-5 0,1 1 0</inkml:trace>
  <inkml:trace contextRef="#ctx0" brushRef="#br1">30269 12030 7721,'-7'-11'47,"-5"3"1,-6 2-4,-7 6 0,-4 3 1137,0 5 0,-9 6-529,0 11 1,-6 5-439,3 3 0,-5 3-145,5 2 1,0-1 309,4 0 0,5-4-73,3 0 1,10-5-296,6 1 0,2-5-110,7-3 0,5-3-43,8-6 0,7 2 404,5 3 1,4-2-137,4 6 0,1-5 118,3 5 1,4-2-105,0 2 0,1 2-216,3-2 0,2-2-558,-2 2 0,2-6-2062,-2 1 2696,-2 4 0,5-5 0,-6 3 0,2-2 0,0-1 0,2 2 0</inkml:trace>
  <inkml:trace contextRef="#ctx0" brushRef="#br1">24910 13643 7696,'7'-25'0,"3"0"300,-6 0 0,4 0-62,-4 1 1,4-1 148,-4 0 0,1 6 571,-5 2-438,0-2 1,-2 9 26,-2-2 1,-3 9-170,-5 3 1,-5 7-31,1 9 1,-6 5-141,1 8 1,-4 4-123,-4 8 1,4-1 109,1 6 0,0-2-49,8 1 0,-1-2 61,5-6 1,1-5-930,2-3 376,4-8 0,10-9-172,4-8 1,9-9-645,6-8 0,3-10 518,6-10 0,-2-3 21,2-1 1,-2 1 251,-6 3 0,-2-2 126,-2 7 0,-3 3 144,-6 4 421,-5 6 210,-2 2 1,-6 13-402,-3 9 1,3 7 585,-4 5 0,0 2-286,1 2 1,0 0 39,4 0 1,1-2-97,3-2 0,3-3-352,5-6 1,1 1-345,-1-1 0,5-5-471,-1-3 1,6-3-763,-1-1 1,4-9 293,4-4 1261,-3-7 0,4-5 0,-5-7 0</inkml:trace>
  <inkml:trace contextRef="#ctx0" brushRef="#br1">25443 13419 7696,'0'-12'0,"0"4"1636,0-1-856,6 1 534,-5 1 1,3 2-591,-8 5 0,2 1-145,-7 3 0,1 5-220,-4 7 1,1-1-204,2 6 0,-2-2-123,3 2 0,3 1-204,0-6 0,4 5 69,1-4 0,0 3-192,0-3 0,6-1-164,2-3 1,7-2 108,1-3 1,5 3 257,-4-3 1,3-1-60,-3 2 0,4-5 252,-5 4 1,1-4 60,-5 4-179,0 1 0,-5 3-188,-2 0 1,-7 5 145,-6-1 0,-2 1-611,-10-5 1,0 5 269,0-1 1,-4 1-1041,3-5 0,2 5 1439,-2-1 0,1 1 0,-5-5 0</inkml:trace>
  <inkml:trace contextRef="#ctx0" brushRef="#br1">26783 13767 7696,'0'-24'-254,"0"4"0,0-4 599,0 3 1,0 2-49,0-2 0,-1 6 88,-3-1 1,-3 6-58,-6 2 0,1 1 100,0-1 1,-5-2 8,0 6 0,-5 0 44,2 4 0,-2 1-77,1 3 1,-1 9-162,5 7 1,-3 9-201,3 4 1,1 3 65,3 1 1,2 1-52,3-1 0,2-5 116,6-4 1,0 1-595,0-4 201,0-3 1,10-15-113,3-3 0,7-8-288,1-4 1,4-13 285,4-4 1,-3-6 71,3 2 0,-3-6 100,-1 2 0,-2 3 232,-2 1 0,1 3-101,-6 1 1,1 2 210,-5 2 89,-5 8 1,0 8 218,-3 5 1,-2 7 37,2 5 0,-3 6-204,-1 7 1,0 0-246,0 0 0,0-1 68,0 1 1,0 0-1212,0 0 0,0 0 588,0-1 1,4 1-1225,0 0 1701,6-6 0,-3 5 0,5-5 0</inkml:trace>
  <inkml:trace contextRef="#ctx0" brushRef="#br1">27577 13395 7696,'-19'-11'360,"2"2"648,4-2 100,0 10 1,8-3-517,5 8 0,11 3 98,9 5 0,9 5-274,4-1 0,9-3 223,3-5 1,3-1-257,2 1 1,0-2-720,-1-6 0,1-2-151,0-2 0,-2-3-514,-3-5 1,-8 1-835,-8 2 1,-8 0-164,-4 5 1267,-9-6 1,-9 9 730,-12-3 0,-5 8 0,-7 3 0</inkml:trace>
  <inkml:trace contextRef="#ctx0" brushRef="#br1">27962 13432 7696,'-25'4'-311,"0"0"1,6 0 935,2-4 1,3 2-144,2 2 0,1 4 379,3 8 1,-2 5-359,6 8 0,-4 4 21,4 8 1,-1 5-184,5 8 1,-1-3-91,-3 2 0,1-2-144,-5-1 1,5 1-442,-1-6 1,-2 0-657,2-16 1,0-6 256,4-7-797,0-2 0,6-7 95,2-3 1435,-2-2 0,5-13 0,-5-3 0</inkml:trace>
  <inkml:trace contextRef="#ctx0" brushRef="#br1">27763 13915 7696,'-11'-16'0,"3"-1"717,-3 1 0,10 3-236,-4 1 1,11 5 287,6 3 1,8-2-241,9 2 1,4-4-36,8 4 1,3-6-878,6 2 0,1 1 298,2-1 1,-2 5-1405,3-1 1,-8 3 1488,-5 1 0,-2 0 0,-2 0 0</inkml:trace>
  <inkml:trace contextRef="#ctx0" brushRef="#br1">29289 13767 7696,'-1'-25'281,"-3"0"1,2 6 801,-2 2-159,3 9 0,1 9-257,0 12 0,4 10-289,0 10 1,0 4-89,-4 5 0,4-2-70,0 5 1,0-2-55,-4-2 0,0-1 30,0-11 0,2-1-135,2-8 1,-1-3 26,5-9 1,0-2 85,5-6 0,0-13-188,4-7 0,2-5-326,6-8 1,0-4-459,0-5 0,0 1 417,-1 4 1,-3 1-307,0 3 0,-6 2-175,1 7 0,-2 0-1395,-1 4 2257,-1 2 0,6 5 0,1 1 0</inkml:trace>
  <inkml:trace contextRef="#ctx0" brushRef="#br1">29674 13965 7696,'-13'19'1443,"2"3"-960,3-5 1,2-1 556,6-3-679,0-1 0,6-1 54,2-2 1,5-5-100,3-8 1,3-5-133,6-7 1,1 1-189,3-6 1,-1-4-238,5-4 1,-4-1-174,4 1 0,-5 3 289,1-3 1,-5 4-219,-3 4 1,-7-1-65,-6 6 371,-5-1 0,-4 6-64,-12 3 1,-5 2 169,-7 6 1,-1 0-24,-3 0 0,3 7 117,-3 6 1,3 0-108,1 8 1,0 0-25,0 4 0,6-1-18,3 1 1,0 1 9,0 3 0,6 2 6,-2 2 1,8 3-161,0-3 1,4 1-185,4-1 1,4-4 48,9-8 1,2 1-108,6-6 1,5 0-767,3-8 0,3 1 1137,1-4 0,0-1 0,1-4 0</inkml:trace>
  <inkml:trace contextRef="#ctx0" brushRef="#br1">30331 13767 7696,'-12'0'0,"-1"0"608,1 0 0,0 0-194,-1 0 0,1 5 603,-1 3 0,5 9-333,0 4 1,1 3-106,-1 5 0,-2-1-289,6 5 0,-4-4-128,3 4 1,1-10-521,4 2 1,2-8 289,2-1 0,3-7-147,5-5 1,6-4 205,3-4 1,2-5-1010,2-7 1,5-5 102,3-8 0,-1 2-55,1-6 0,-4 4 404,4-5 0,0 1 83,4-4 1,-3-1 327,-1-4 1,-6 2 154,2-5 0,-3-6 0,-1-7 0,-6 3 0,-2 1 0,-9 5 0,-4 3 0,-2 7 256,-2 6 1,-2 13 405,-2 3 1,1 10 65,-5 11 1,4 5 473,-4 7 0,0 9-445,-5 8 1,1 8-324,-1 5 0,5 4-16,0 3 0,-1-2-320,-3 3 1,1-3-33,3-1 0,1-1 95,3 1 0,2-2-763,-2-2 0,3-5 38,1-8 1,4-3-712,0-5 1,2-11-1257,-2-6 1905,-3-5 1,5-9-173,-6-2 798,0-8 0,-6-4 0,-1-5 0</inkml:trace>
  <inkml:trace contextRef="#ctx0" brushRef="#br1">30443 13829 7696,'-17'-21'768,"1"0"1,1 6 232,6-1-179,4 2 1,12 7-330,5 3 1,6 2 124,7 2 1,9-1-308,3-3 0,5 1-135,-1-5 0,-1 1-390,6-1 1,2-3-569,1 2 1,2 0-1178,-9 0 0,-6-2 1959,-7 3 0,2-3 0,1-1 0</inkml:trace>
  <inkml:trace contextRef="#ctx0" brushRef="#br1">30914 13767 7696,'-12'23'1004,"-1"-2"0,-3 2-395,-1-2 0,5 1 168,4-1 0,5 1-310,-1-6 0,4-3-29,4-5 0,4-5-313,9 1 1,2-8-308,6-5 0,5-3-132,3-5 0,3-2-411,1-6 0,-5 5 194,-3-1 1,-3 0 140,-1-4 0,-6 2-131,-2 2 1,-9 3 96,-4 6 1,-4 0 462,-4-1 1,-8 6 165,-9 3 1,-9 3 135,-8 1 1,1 5-142,-4 4 1,2 2 202,2 1 1,1 5-173,3-1 1,3 5-1,5-5 1,6 5-600,2-5 1,9 1 70,4-5-664,2 1 0,5-2 961,5-3 0,1-2 0,9-6 0</inkml:trace>
  <inkml:trace contextRef="#ctx0" brushRef="#br1">31162 13655 7713,'6'-12'1325,"-5"5"1,10 3-593,-3 8 0,-1 5-301,2 12 0,-5 2-91,4 15 0,-4-4 40,4 7 1,-3-1-69,3 2 0,-4-4-235,4 4 0,-5-9 92,1-4 0,2-5-428,-2-3 1,1-8 125,-1-9 0,-1-4-40,5-4 0,2-9-64,7-8 0,-2-3-126,6-5 0,-1 1-812,5-5 0,-2 4 532,-2-4 1,1 6 641,-5-2 0,5-3 0,-3 0 0</inkml:trace>
  <inkml:trace contextRef="#ctx0" brushRef="#br1">27850 14498 7766,'6'-7'772,"-5"1"-75,3 1-56,-3 4 0,-1-6-118,0 3 0,-6 3-10,-7-3 0,-5 4-292,-7 4 1,-5 4-6,-3 8 0,-7 0-156,-1 4 1,-1 0 90,5 0 1,7 2-231,5-5 0,7 3 117,10-3 1,6 0-312,15-5 0,9 0 24,19 1 0,7-2-24,6-3 1,0 2 39,-4-6 0,-6 1 95,-3-1 0,-8 2 238,-4 2 1,-10 3-118,-6-2 1,-8 6 358,-9 1 0,-4 6-135,-9-1 0,2 2 242,-5 2 1,0-4-261,0 0 1,-2-6-226,5 1 1,0-3-252,5-5 0,1-1-1354,3-3 204,-3-3 0,9-2 671,-2-11 1,8-2-285,5-7 1050,7-5 0,3-6 0,6-5 0</inkml:trace>
  <inkml:trace contextRef="#ctx0" brushRef="#br1">28049 14573 9522,'6'5'902,"4"8"-587,-6 7 1,6 11 451,-2 6 0,-1 11-305,1 10 1,-4-23-1,1 0-342,1 2 1,0 1-1,-2 2 1,0 1 171,1-2 0,-1 1 1,-3-1-1,0 0-98,1-2 1,0 0 0,1 0 0,0 0-484,-1-2 0,0 0 1,4 30 187,-2-12 1,-3-2-947,3-13 0,-1-1 159,1-12-1110,-3-3 887,5-16 1,-2-11-1363,0-12 2473,0-10 0,-9 1 0,-2-5 0</inkml:trace>
  <inkml:trace contextRef="#ctx0" brushRef="#br1">28160 14771 7766,'0'-32'674,"0"4"1,7 1-226,5 3 0,2 6 319,7 5 0,-5 6-293,5 7 1,0 0 28,4 0 0,-2 6-159,-2 2 0,1 3-289,-6 2 1,0 3 51,-8 1 1,1 5-69,-4-2 1,-3 4-183,-6 1 1,-4-1 178,-9 1 0,-2 0-351,-6 0 1,0 0 196,1-1 0,-3 1-330,-1 0 0,1-2 157,-2-2 0,7-4-646,2-9 525,4 3 0,4-15-85,8 0 0,14-11-377,6-6 1,12-7 344,5-1 0,3-4 225,1 4 1,0 0 302,0 5 0,5-1 0,-1 0 0,-1 6 0,-7 2 0,-3 3 335,-5 2 1,-6 5 762,-2 3 1396,-9 3-1578,-2 1 1,-8 6-418,-2 7 0,-3-1 56,-5 5 1,0 2-168,-1 2 1,1 1 144,-1-2 0,6 4-152,3-3 1,-1-3-718,1-2 340,0 3 1,5-6 158,3-1 1,-1-5-559,5-7 1,4 0 203,5 0 0,4-7-526,-5-5 1,5-2 285,-5-7 0,5 6-160,-4-1 0,-1 2 144,-3 1 0,-1 1 390,0 0 643,-5 5 46,-1 1 0,-6 12 251,0 2 0,-4 7-447,0 2 1,-5 5 25,5-2 0,-4 0-11,4 0 0,0 0-251,4 0 1,0-2 2,0-5 0,1-2-492,3-3 0,3 2-221,5-6 1,5 0-531,0-4 1,5-6-698,-2-2 1,8-3 860,1-1 0,1-5-23,-1 1 1,-3-5 359,3 4 0,0 1 317,-4 3 1,1 1 221,-9 0 0,-1 5 728,-3 3-66,-1 2 0,-5 9 653,-3 6 0,-3 0 42,-1 8 1,2-2-642,2 2 1,-1-3-781,5-6 0,2-1 111,6-2 0,3-4-199,6-5 1,1-1 206,3-3 0,3-9-654,5-8 0,-4-2 179,0-2 0,-6 5-79,-3-1 0,0 0 480,-8-4 1,-5 6-103,-6 3 1,-4 6 731,-1 2 0,-7 1-313,-5-1 1,-2 2-12,-7 6 1,-1 7-4,-7 5 0,3 2 78,-3 7 1,4-1 80,5 5 1,-2 0 67,5 0 0,0 0-325,5-1 0,5-3 17,3 0 0,3-6-1352,1 1 1,5-2 657,3-1 0,9-6-1267,4-3 0,6-3 500,2-1 0,4 0 1258,-4 0 0,6-5 0,-4-2 0</inkml:trace>
  <inkml:trace contextRef="#ctx0" brushRef="#br1">8560 15131 7711,'0'-13'1257,"-4"5"-409,-1 0-170,1 5 1,10-2-239,2 5 0,9 5-60,3 3 1,9 8-137,4 0 0,9 1-208,3-5 1,13-1-411,4-3 1,3-2 169,-3-6 1,0 0-81,0 0 0,3-4 164,-3 0 1,-8-6-983,-13 2 0,-9 2-227,-8 2 384,1 3 0,-18 10 945,-3 4 0,-19 7 0,-11 0 0</inkml:trace>
  <inkml:trace contextRef="#ctx0" brushRef="#br1">8845 15404 7706,'-44'5'0,"-3"-2"229,6 5 0,-5-5 113,5 1 0,1 2 192,7-2 1,4 4 28,8-4 1,5 2-208,7-2 1,4-1-69,5 5 1,7-4-80,5 4 1,7-4 253,10 5 1,9-7-95,7 3 0,10-4 68,7-1 0,0 0-515,4 0 1,-2-1 3,-2-4 1,0 3-691,0-7 0,-1 3 504,-4-3 1,-1-2-467,-7 3 0,-1 1 322,-2-1 1,-5 4-1018,-8-5 1,-4 7 186,-8-3 1234,-9 4 0,-6-3 0,-6-4 0</inkml:trace>
  <inkml:trace contextRef="#ctx0" brushRef="#br1">9155 14821 7706,'0'-13'595,"-5"1"1,3 4-151,-2-1 1,14 7 131,6-2 1,8 2-153,5 2 0,4 4 31,8 0 1,3 6-229,6-2 1,-2 3-32,-2 2 1,0 1-285,-4 2 0,2 3 129,-7 6 1,-4 0-451,-12 0 0,-5 5 286,-7 3 0,-4 4-70,-5 5 0,-11-2 154,-5 5 1,-6 1-225,-3 3 0,-6 6 504,-2 3 1,-1-4-91,1-4 1,-2-2 49,6-7 0,0 3-12,5-6 0,4-10-429,4-11 0,6-3 79,2-2-923,5 1-502,-2-7-789,10 0 2374,2-6 0,5 5 0,1 2 0</inkml:trace>
  <inkml:trace contextRef="#ctx0" brushRef="#br1">11401 15553 7706,'0'-25'0,"0"4"544,0 0 0,1 2-40,3-2 0,-3-3 12,4-1 0,-4 4 170,-1-4 0,0 9-249,0-1 0,-1 3-261,-4 2 1,3 5 20,-7 3 0,1 3-162,-4 1 0,-1 5 108,1 3 0,0 9 46,-1 4 0,1 9 37,-1 7 1,1 3-23,-1 10 0,1-3-156,0 6 0,3-2 108,1-1 1,5-2-368,-1-2 0,3-5 168,1-8 0,5-5-331,4-12 1,3-1 133,5-11 0,2-10-36,6-11 1,4-16-542,0-8 1,0-6 361,-5-3 1,0 1-185,-4-1 0,3-1 305,-7-3 0,5 3 148,-5-3 1,1 2-13,-5-2 1,1 3 87,-1-2 1,-1-2 60,-3 1 1,-2 0 130,-6 4 0,0 2-22,0 3 1,0-6-44,0 5 1,-4 1 313,0 8 1,-5 6 14,5 6 176,0 12 0,4 9-187,0 8 1,0 8 141,0 9 0,0 6 67,0 2 1,0 6-115,0-2 1,0 8-47,0 5 0,0 2-61,0 1 0,0 1-322,0 0 1,0 1 220,0 2 0,0 4-326,0 5 0,0-1 120,0-4 1,-1 3-714,-3-7 0,2 4-90,-2-7 1,3-4-396,1-8 0,4-8-202,0-5 1,7-7 708,1-10 1,1-5 101,3-12 573,-2-10 0,-2-2 0,1-2 0</inkml:trace>
  <inkml:trace contextRef="#ctx0" brushRef="#br1">11860 15354 7706,'5'-12'1940,"-4"-1"-1220,10 6-474,-4 2 0,0 16 635,-3 5 1,-2 8-365,-2 5 1,4-2-99,0 6 1,0-5-359,-4 1 1,0-3-396,0-1 1,4 0-1086,0 0 0,5-6 873,-5-3 1,4-2-1715,-4-1 2260,0-7 0,2 0 0,1-6 0</inkml:trace>
  <inkml:trace contextRef="#ctx0" brushRef="#br1">11909 15292 7706,'7'-19'0,"0"5"709,-3 6 1,-1 4-220,5-5 1,-4 7 61,5-3 1,-5 0-305,4 1 1,0 0-342,5 4 0,3 0-1221,1 0 1,1 4 332,-2 0 981,-2 6 0,9-4 0,-3 7 0</inkml:trace>
  <inkml:trace contextRef="#ctx0" brushRef="#br1">12120 15491 7706,'-4'16'758,"0"1"0,0-1-389,4-3 1,-2 0 820,-2 4 1,3-3-557,-3 2 1,2-2 859,2-2-1022,0 1 0,6-2 78,2-3-532,3-2 0,6-8-199,-1-2 1,5-4-464,-5-9 0,6-1 482,-1-2 1,1-4-520,-1 4 1,2-2 300,-2 1 1,-3 4 130,-2 9 1,-2 3-348,-1 5 1079,-1 0 1,-5 11-172,-3 5 0,-3 6 88,-1 3 0,-5 1 330,-3 3 0,-2-3-255,2 3 1,-2-7-179,6-1 1,0-6 97,4 2-541,0-9 1,1-4 195,3-8 1,3-3-539,6-5 0,0-2 144,4-3 0,-3 3-15,2-2 0,-2 2 125,-2 2 1,1 5 28,-1 3 0,0-2 283</inkml:trace>
  <inkml:trace contextRef="#ctx0" brushRef="#br1">13398 14759 8232,'0'7'1726,"0"4"1,0 0-1271,0 5 1,0 8-213,0 0 1,0 12-48,0 10 0,0 5 68,0 7 1,1 0-670,3 8 1,-2 1 527,2-1 0,1 2-635,-1-2 1,2-9 290,-2-4 1,-1-7-887,5-9 0,-4-11 54,5-5 1,-1-12-828,4-4 1879,1-10 0,5-12 0,1-10 0</inkml:trace>
  <inkml:trace contextRef="#ctx0" brushRef="#br1">13869 14833 8495,'-12'0'1886,"-1"2"-1688,1 2 1,0 3 46,-1 5 0,1 0-218,-1 1 0,-3 5 140,-1 2 1,-5 4-328,2 1 0,0 1 110,0 3 0,-5 1-190,-4 3 0,0 6 9,4-6 1,4 0-15,1-8 1,5-1 220,-2 1 0,7-5-28,2-4 1,5-6 293,-1-2 1,4-1-94,4 1 1,-1 3 4,5-3 0,1 2-53,3-2 1,2 2 176,2-6 0,4 4-134,4-3 1,1 4-48,0-1 1,1-1-108,3 2 0,2-2 65,2 1 0,1 3-931,-5-3 0,1-1 439,-1 1 0,-2 1-859,1 3 1296,-7 0 0,-3 1 0,-6-1 0</inkml:trace>
  <inkml:trace contextRef="#ctx0" brushRef="#br1">12740 15925 9735,'10'0'1273,"2"0"1,-1 0-657,10 0 0,0 0-443,4 0 0,5 0 75,3 0 1,3 0-678,1 0 1,0-2 322,0-2 1,-1-3-1261,-3-5 1,-2 4 122,-6-1 1242,-6 1 0,-1-4 0,-6-1 0</inkml:trace>
  <inkml:trace contextRef="#ctx0" brushRef="#br1">12988 15887 8232,'-16'14'100,"-1"3"0,5 2-149,4 6 0,4 1 640,-5 3 0,5 7-176,-4 5 1,4 2 82,-5-2 0,5-1-111,-4 6 0,5-8-390,-1-1 0,3-1-656,1-7 0,0-4 398,0-4 1,0-6-1875,0 1 1116,0-7 1019,0-4 0,0-5 0,0 0 0</inkml:trace>
  <inkml:trace contextRef="#ctx0" brushRef="#br1">12840 16235 8232,'8'0'415,"0"0"0,-4-4 151,5-1 1,-1 1-226,4 4 0,1 2 110,-1 2 0,5-1-65,-1 5 1,8-5-474,0 1 0,7-3 125,6-1 1,1 0-1361,4 0 1,1-10 1321,2-2 0,-2-9 0,-6 2 0</inkml:trace>
  <inkml:trace contextRef="#ctx0" brushRef="#br1">15023 15540 11126,'12'0'795,"6"0"-536,3 0 0,6-4-657,2 0 1,6-6 312,-2 2 0,1 1-380,0-1 1,0 5 373,-5-1 1,0 3 90,-4 1 0,-6-6 0,-1-1 0</inkml:trace>
  <inkml:trace contextRef="#ctx0" brushRef="#br1">15172 15627 7878,'-13'0'848,"1"0"-21,5 0-234,2 0 0,10 4-192,3 0 1,9 0-331,4-4 1,3 0 121,5 0 1,3 0-269,5 0 0,0 0-536,1 0 1,-1-1 610,0-3 0,0-3 0,1-5 0</inkml:trace>
  <inkml:trace contextRef="#ctx0" brushRef="#br1">15916 15379 7878,'12'-17'461,"1"1"1,-1-5 36,1 5 1,-1-1-101,1 5 0,-1-1 61,0 1 1,5 5-107,-1 3 1,1 5 51,-5 8 1,1 4-72,-1 12 1,-1 0-64,-3 0 0,2 4-128,-6 0 0,0 5-127,-4-1 0,-1-3-275,-3-1 1,1 2 270,-5-2 1,0 1-465,-5-1 0,5-4 38,0-1 242,-1-4 0,1-9-275,0-3 517,5-2 1,-2-17-36,5-6 0,5-5 41,3-3 1,3-4 131,2 0 0,1-5-51,2 1 1,-2 1 42,2-1 1,2 7-81,-1 1 0,4 2-39,-5 6 0,1 1 0,-5 3 1,0 6 25,1 3 1,-2 4-4,-3 4 0,3 7 0,-3 6 1,-2 5-89,-2-2 0,-3 4 72,-1 1 1,0 0-299,0-1 0,0 1 95,0 0 0,-4 4-841,0 0 1,-4 0 454,4-4 0,0-2-405,4-2 1,0 1-71,0-6 976,0 6 0,0-2 0,0 4 0</inkml:trace>
  <inkml:trace contextRef="#ctx0" brushRef="#br1">16971 15379 8058,'0'-12'1253,"0"-1"-957,5 6 0,-2 2 534,5 5 1,-4 0-276,4 0 0,-5 7-108,1 5 0,2 6-176,-2 7 0,0 0-62,-4-1 0,0 3-105,0 1 1,-1-1-166,-3 2 1,1-3-316,-5-1 1,3-2 265,-3-2 1,5-3-307,-1-6 113,3 0 262,-5 1 1,6-9-64,0-8 1,2-4-58,6-13 0,0 0 144,5-4 0,3 1 139,1-1 1,1 0 42,-2 0 1,-2 0-30,3 1 0,-4 4 120,0 4 1,-1 6 129,1 2-245,-1 5 1,-1 0-68,-3 12 1,-2 0 148,-6 12 0,0-5-107,0 5 0,0-4-6,0 3 0,-4-5-263,0 2 0,-1-3 0,5-2-146,6-5 1,2-3 129,9-8 1,-2-7-59,6-6 0,-1-5 93,5 2 0,-1-4 88,-4 0 1,6 0 12,-5 3 1,5 1 146,-5 7 0,-2 0 64,2 8 0,-6 1-45,2 4 0,-9 7 69,-4 6 1,2 5-33,-2 6 0,0 5-344,-4 0 0,0 4 94,0-4 0,0 6 142,0-2 1,0-3 23,0-1-86,0 3 0,0-6 0,0 4 0</inkml:trace>
  <inkml:trace contextRef="#ctx0" brushRef="#br1">14961 16793 7947,'-6'-7'1876,"-1"-4"-1021,1 9 0,6-3-352,8 5 1,8 0 374,5 0-1,4 0-333,4 0 0,3 0-254,5 0 0,1 0-1056,4 0 1,-2-1 565,5-4 1,-1 3-360,2-7 0,-5 1 417,-8-4 0,-4 1-3620,-8 2 3762,-3 4 0,-17 16 0,-2 3 0</inkml:trace>
  <inkml:trace contextRef="#ctx0" brushRef="#br1">15234 16991 9132,'18'0'898,"2"0"0,11-1-1745,6-3 0,2-3 213,6-6 251,6 1 1,6-6 0,5-1 0</inkml:trace>
  <inkml:trace contextRef="#ctx0" brushRef="#br1">15457 6387 8249,'-4'-8'-623,"0"0"0,0 4 740,4-5 112,0 7-146,0-10 1,0 10 105,0-7 19,0 7 12,0-4-18,0 1 192,0 3-181,0-3-50,0 5-38,0 5 0,0-2-63,0 5 0,0-4-5,0 5 1,0-5 1,0 4 1,0-4-44,0 5 0,0-5 64,0 4 0,-2-1-10,-2 1-6,3 3 0,-5-4-51,6 5 0,0-3 54,0-1 0,0 0-134,0 5 1,0-5 85,0 0 0,-4 0-5,0 5 0,0-1-77,4 1 0,-4 3 82,0 1 0,-2-1-63,2-3 0,3-1 44,-4 0 0,3 1-21,-2-1 1,2 1 19,-2-1 0,3 0-83,1 1 0,0-5 45,0 0 14,0 1 1,-4-1-61,-1 0 44,1-5-35,4 2 22,0-5-160,0 0 178,0-5 0,0 2-60,0-5 0,4 4-7,1-4 1,-1 3-120,-4-3 131,5 0 1,-2-5 19,5 1 0,-4 4-26,5 0 1,-5-1 15,4-3 1,-4-1 92,4 1 0,-3 0-87,3-1 1,-1 5 163,1 0 1,2-1-57,-6-3 286,5 0-54,-2-1-205,6 1-1,-5 1 119,0 3-86,-5 2-22,8 1 1,-4 2-9,5-6 1,-3 7 6,-1-2 0,0 1-69,5-1 0,-1 2-25,0-2 0,2-1 35,3 1 1,-8-1 23,4 5 0,-4 0 32,4 0-16,-1 0 115,1 0-133,-7 6 0,4-3 98,-6 5 0,0-4-89,-4 4 0,0-4 42,0 5-154,0-6 169,0 8-205,0-5 174,0 7-106,0-1 44,0 1 1,0-1-80,0 0 20,-5 1 1,-1-1-7,-2 1 1,1-1-160,3 0 1,1-1 59,-5-2 1,5 2-161,-1-3 0,3-1 72,1 1 1,0-4 246,0 5 0,5-1 0,2 4 0</inkml:trace>
  <inkml:trace contextRef="#ctx0" brushRef="#br1">16375 17028 7932,'-7'-5'1191,"-4"4"-407,4-10-493,-5 4 1,5-6 222,3 1 0,2-1-189,2 1 0,0 0-155,0-1 0,0 5 22,0 0 1,0-1-97,0-3 0,0 4 139,0-1-40,-5 7 0,-2-4-143,-5 6 1,3 2 44,1 2 1,0 3 50,-5 5 0,1 6-140,0 3 1,1-1-178,2 5 0,-2-3 95,3 7 1,3 1-55,0-1 0,4 4 3,1-4 1,0 2 88,0-2 0,0-9 53,0 1 0,1-6-57,4-3 128,1-5 0,7-3-42,-1-8 0,1-4-12,-1-8 1,5-9-238,-1-8 0,6-3-311,-1-1 1,-3-1 63,-2 1 1,2-4 131,-1 0 0,3-5 99,-3 5 1,0-6-34,-5 1 0,0 0 177,1 0 1,-5 3-52,0 6 1,-4 0-35,5 0 1,-7 0 9,3-1 0,-4 8 37,-1 5 0,4 2 249,0 6-120,0 1 843,-4 9-442,0 1 109,0 6 1,0 6-161,0 2 1,-4 7 47,0 2 1,0 5-27,4-2 0,-1 5 8,-4 4 0,4-1-326,-3 5 1,1 0 90,-1 4 0,3 2-434,-3 2 0,-2-1 205,2 6 1,-2 3-799,2 5 0,1 4 7,-5-5 0,4 0-25,-4-8 0,5 2 267,-1-5 1,3-8-221,1-9 466,0-11 0,4-10 371,0-8 0,5-3 0,-2-6 0</inkml:trace>
  <inkml:trace contextRef="#ctx0" brushRef="#br1">16636 16917 7932,'6'0'609,"1"4"-334,-2 0 1,-4 2 243,3-2 1,-3 3-69,-1 5 0,0 2-106,0 2 0,0-1-486,0 6 0,0-4 194,0 3 0,5-3-350,-1 4 1,0-6 268,-4 1 1,0 2-2243,0-1 2270,0-1 0,0-3 0,0-1 0</inkml:trace>
  <inkml:trace contextRef="#ctx0" brushRef="#br1">16698 16694 7932,'0'-13'1618,"0"1"0,1 5-1228,3 3 0,-1-2-972,5 2 0,0 0 377,5 4 0,-1 0-528,1 0 0,-1 0 141,0 0 592,6 0 0,-4 5 0,4 2 0</inkml:trace>
  <inkml:trace contextRef="#ctx0" brushRef="#br1">16846 16793 7932,'-6'5'0,"-1"-2"144,3 5 0,2 1 325,-2 3 1,3-2 476,1 2 0,0-2-386,0 6 1,0 2-252,0-1 1,0 5-90,0-2 0,0 2-449,0-1 1,0 1 23,0-5 41,0 5 1,5-8-44,3 2 0,-1-8-388,2-4 0,3-8-212,5-4 0,0-7 268,0-2 0,-3-3 389,2 3 1,-2-4-72,-1 5 0,-1-1 533,0 5 1,1 1 115,-1 3 157,-5 2 269,4 6 1,-10 6-366,4 2 1,-4 3 193,-1 1 0,-1 5-206,-4-1 0,4 1-309,-3-5 1,-2 1 50,2-1 1,0-4-518,4 1 124,0-6 1,2 2-239,2-5 0,1-1 111,3-3 1,3-2 107,-2-2 0,6-3-76,1 2 1,1 0 4,-5 1 1,1-2 474,-1 6-211,1 0 1,-1-1 812,0 1-548,1 0 0,-2 6 229,-3 2-804,3 3 0,-9 5 176,2 0 0,1 2-300,-1 3 0,0-3 215,-4 2 0,0-1-1202,0 2 1,0-2 1420,0 6 0,0-1 0,0 5 0</inkml:trace>
  <inkml:trace contextRef="#ctx0" brushRef="#br1">17479 17276 7919,'-12'0'1184,"3"0"-636,1 0 1,5-1 268,-1-3-397,3 3 1,8-5-76,5 6 0,6 0 52,7 0 0,0 1-159,0 4 0,1-4-168,3 3 0,-3 2-473,3-2 0,-3 0 324,-1-4 1,0 0-973,-1 0 0,0 0 519,-3 0 1,-3-4-847,-6 0 1,0-1 1377,1 5 0,-6-5 0,-2-2 0</inkml:trace>
  <inkml:trace contextRef="#ctx0" brushRef="#br1">17653 17326 7919,'-13'12'327,"1"1"0,4 1 487,-1 2 1,3 3 21,-3 6 0,2 6-328,3 2 1,3 3-222,-3 1 1,2-6-70,2-2 1,0-2-765,0-3 1,5 0-261,-1-4-1574,5-2 185,-2-5 2195,0-6 0,-1-2 0,-6-5 0</inkml:trace>
  <inkml:trace contextRef="#ctx0" brushRef="#br1">17591 17624 9981,'12'-4'1340,"1"-1"0,0 0-1458,4 1 0,-2 1 126,6-5 0,-2 5-1324,2-1 1,-3 3-535,-6 1 248,0 0 1602,-5 5 0,-1 2 0,-6 5 0</inkml:trace>
  <inkml:trace contextRef="#ctx0" brushRef="#br1">17578 17810 7919,'-4'8'225,"0"0"327,0-5 444,4 8-583,0-10 1,1 5-174,4-6 0,3 0-8,8 0 0,4 0-179,4 0 1,1-6-196,0-2 0,1-3-199,3-1 0,-1-1-236,5 1 0,-4 0 577,4-1 0,0-10 0,4-3 0</inkml:trace>
  <inkml:trace contextRef="#ctx0" brushRef="#br1">18186 16421 10730,'0'12'1675,"0"7"-1099,0 6 0,0 3-201,0 9 1,0-1-170,0 9 0,0 1 40,0 3 0,0 5-534,0 0 0,0-2 75,0-6 1,0-4-68,0-4 0,0-4-447,0-5 1,6-6-801,2-10 1,3-2 291,1-3 1,1-4 1234,-1-8 0,1-3 0,-1-5 0</inkml:trace>
  <inkml:trace contextRef="#ctx0" brushRef="#br1">18546 16619 7919,'0'-8'522,"0"0"0,-1 1-97,-3-2 0,-3 0-171,-6 5 0,-1 1-29,-2 7 0,1 3 27,-6 5 0,0 6-93,-3 3 1,3 2 12,0 2 1,2 1-106,-2 3 1,-1-3 95,6 3 1,0-2 32,8-3 0,-3 0-90,3-4 0,2 3 206,2-7 1,3 1-122,1-5 0,5 0 0,4 1 1,2-5-150,1 0 1,5 1 112,-1 3 0,6-4-137,-1 1 0,2-7 87,2 2 0,-3 2-872,3-2 1,-3 0 397,7-4 0,-3 0-2488,-1 0 2857,0 6 0,0-5 0,-1 5 0</inkml:trace>
  <inkml:trace contextRef="#ctx0" brushRef="#br1">19476 16892 7919,'-1'-7'0,"-3"3"-417,3-3 330,-10 0 0,9-1 510,-2 0-139,-3 5-284,6-3 0,-5 1 0,6-2 0</inkml:trace>
  <inkml:trace contextRef="#ctx0" brushRef="#br1">20444 16768 7919,'0'-12'0,"-1"-1"103,-3 1 0,1-1 261,-5 1 0,3 0 208,-3-1 0,0 2-136,-5 3 1,1-2-234,0 6 1,-1 0 28,1 4 0,-1 1-2,1 3 0,0 3-48,-1 6 0,5 6 13,0 6 0,5 1-20,-1 7 0,2 0-130,2 4 1,0-1-130,0-3 1,0-2 11,0-7-81,0 1 184,6-5 0,1-9-41,5-11 1,1-7-61,-1-10 1,0-4-164,1-8 1,3-2-210,1-6 0,4-2 183,-5-2 0,5 1-158,-5-6 0,6 1 103,-1-5 1,1-4-207,-1 1 1,1-2 285,-6 1 0,1 0 161,-5 0 0,-1 2-20,-2 11 0,0 5-53,-5 7 0,1 4 109,-5 4 456,0 9 35,0 6 1,0 8-265,0 2 1,0 4 551,0 9 0,-5 3-379,1 9 1,-4 3 136,4 5 1,-4 5-84,3-1 0,-3 6-75,4-2 0,-6 8-204,2 0 1,1 1-297,-1-4 1,1 1-568,-1 2 0,-2-2 445,6 3 0,0-10-1172,4-6 0,1-7 31,3-6 1421,3-6 0,7 2 0,3-9 0,2-2 0</inkml:trace>
  <inkml:trace contextRef="#ctx0" brushRef="#br1">20816 16768 7919,'7'-18'29,"3"4"83,-6-2 1,1 2 291,0 2 1,-4 3 401,3 1-350,3 0 0,-4 1 112,5 3 0,-4 4-141,4 4 0,-5 3 128,1 5 0,2 2-134,-2 2 0,0 4-249,-4 5 1,1 1 45,4 3 1,-4-3-333,3 3 0,-3-3-382,-1-1 0,0-2-576,0-2 0,0 1 574,0-6 498,0 1 0,-5-5 0,-2 1 0</inkml:trace>
  <inkml:trace contextRef="#ctx0" brushRef="#br1">20915 16656 7919,'7'-5'1603,"0"2"-1066,-3-5 1,-1 4 126,5-5 0,-3 7-642,3-2 0,0-2-642,4 2 1,1 0-377,-1 4 0,1 0 996,-1 0 0,6 0 0,1 0 0</inkml:trace>
  <inkml:trace contextRef="#ctx0" brushRef="#br1">21164 16731 8172,'-6'12'84,"1"1"574,-4-1 0,2 0-179,3 1 1,3-1-199,-3 1 1,2-1 197,2 0 1,0 1 516,0-1 1,0 1-700,0-1 0,4-4-386,1 1 0,4-5-34,0 4-76,2-5 1,1 2 107,0-5 0,1 0 64,-1 0 0,-1-1-129,-3-3 0,4 1-59,-4-5 0,3-1 284,1-3 0,-1 0 5,-2-1 1,2 5 47,-3 0-59,-3 5 32,6-3 68,-9 6 1,7 6-74,-4 2 0,-1 3 83,-4 2 1,0-1-96,0 0-172,0 1 0,1-6-79,3-3 1,0-4-194,9-4 1,-4-3 1,8-6 0,-2-3 109,2-1 1,-4-1 225,4 2 1,1 6-132,-2-2 0,1 4 206,-5-1 1,1 4-126,-1 5 0,-4 1 720,1 3 1,-7 3-295,3 6 0,-3 3-101,2 1 0,-2 3-1082,2-3 0,-3 1 457,-1-2 0,4-2-2624,1 3 3003,-1-4 0,1 5 0,2 2 0</inkml:trace>
  <inkml:trace contextRef="#ctx0" brushRef="#br1">22069 16173 7919,'-12'0'77,"3"0"155,1 0 0,4 0 873,-4 0-284,0 0-121,-5 0 0,5 4 232,0 0-322,5 0 0,3-4-191,8 0 0,5 0-42,3 0 1,5 0-156,8 0 1,2-1 9,7-3 0,-1 1-583,0-5 1,0-1 277,0-3 0,-5 4-1118,-3-1 1,-4 2-642,-4-1-1215,-3 3 2250,-12 5 0,-6 5 797,-8 3 0,-8 3 0,-4 2 0</inkml:trace>
  <inkml:trace contextRef="#ctx0" brushRef="#br1">22218 16135 8100,'-12'7'454,"-1"4"89,1-2 1,4 2-98,-1 1 1,5 6 385,-4 3 0,5 8-307,-1 4 0,3 4 23,1 4 0,1-1-186,3 6 1,-1-6-383,5 1 1,-5-7-286,1-1 1,2-1-395,-2 1 0,0-4-51,-4-8 0,0 1 403,0-6 0,0 5-1066,0-4 0,0-1 1413,0-3 0,0-1 0,0 0 0</inkml:trace>
  <inkml:trace contextRef="#ctx0" brushRef="#br1">22206 16619 7919,'1'-11'0,"3"3"0,-1-2 1284,5 6 0,0-4-391,5 4 1,5-5-185,2 5 1,4-4-880,1 4 0,-1-2 174,1 2 0,-1 3 169,-4-3 0,-2 4 59,-5 4 0,-6 0-2013,-3 8 0,-4-1 857,-4 10 1,-5 0-123,-7 4 0,-3-1 656,-6 1 1,0 0 389,0 0 0,0-2 153,0-2 1,1 1-206,-1-6 0,4 0 1437,0-8-719,6 3 551,-3-10-759,12 5 0,7-8-45,11-2 0,6 2-276,7-7 1,0 1-200,0-4 0,4-1-589,0 1 1,-1 1 420,-3 2 1,0 0-975,0 5 0,-6 0 1204,-2 4 0,-3-6 0,-2-1 0</inkml:trace>
  <inkml:trace contextRef="#ctx0" brushRef="#br1">21759 17301 7919,'-4'-8'974,"0"0"1,0 4-404,4-5 0,0 5 455,0-4 0,5 5-435,3-1 1,9-3-83,4-1 1,6 1-267,2-1 1,1 4-315,-1-5 1,-1 2 62,5-1 1,-5-3-140,1 3 0,-5 1-1125,-3-1 1,1 5-2,-5-1-2292,-6-3 1971,-6 6 1594,-5 1 0,-5 6 0,-2 7 0</inkml:trace>
  <inkml:trace contextRef="#ctx0" brushRef="#br1">21958 17289 7919,'-13'19'0,"5"3"641,0-5 1,1 3-171,-2-3 0,0 9 58,5-1 1,-5 8-247,5 0 0,-1-3-263,1-1 1,2 2-47,-2-2 0,3-2 113,1-6 1,0-3-1559,0-6 864,0 1-392,5-7 1,-2-1 326,5-10 0,-5-3 672,1-8 0,-3-4 0,-1-4 0</inkml:trace>
  <inkml:trace contextRef="#ctx0" brushRef="#br1">21833 17537 10944,'13'-4'629,"-1"0"1,6-5-447,3 5 0,4-5-341,4 0 1,4-2 194,8-1 0,3 0-2319,6-1 2024,-6 6 1,-1-4 0,-6 4 0</inkml:trace>
  <inkml:trace contextRef="#ctx0" brushRef="#br1">23335 16706 7919,'-13'-6'685,"1"0"0,5-3 536,3 1-563,2 5 0,9-2-509,6 5 1,0 0 30,8 0 0,0 0-197,4 0 0,-1 0 78,1 0 0,0 0-1105,0 0 1,-2 0 331,-2 0 712,2 5 0,-9 2 0,4 6 0</inkml:trace>
  <inkml:trace contextRef="#ctx0" brushRef="#br1">23297 16929 7919,'-12'0'3057,"5"0"-2212,1 0-793,23 0 0,-2 0 50,14 0 0,3 0-285,1 0 1,3 0 207,1 0 0,2 0-25,2 0 0,3 0 0,6 0 0</inkml:trace>
  <inkml:trace contextRef="#ctx0" brushRef="#br1">24203 16520 7919,'-13'0'1180,"7"0"-749,0 0 1,13-4 554,5 0 0,12-2-454,9 2 1,7-3-45,1-5 1,6 3-331,-1 1 1,0 0-454,0-4 0,-1 0-159,-7 4 0,-1-1 331,-12 4-1469,2 1 1,-19 6 99,1 2 1492,-12 3 0,-9 5 0,-8 1 0</inkml:trace>
  <inkml:trace contextRef="#ctx0" brushRef="#br1">24439 16508 7919,'-13'11'438,"1"-3"0,-1 4-82,1 1 1,0 0 261,-1 8 1,5 1-214,0 7 1,-1 3-191,-3 5 1,4 0 119,-1 0 1,5 1-104,-4-1 1,5-1 52,-1-3 1,3-2-54,1-2 0,0-7 14,0 3 1,0-4-80,0 0 0,1-4 14,3-4 1,-1-4-93,5 4 1,5-8-208,3 8 0,2-8-665,-1 4 0,2-5 441,6 4 0,0-5-593,-1 1 1,3-3 393,2-1 1,-1-5-225,10-4 0,-8-2 765,7-1 0,-2-6 0,2-1 0</inkml:trace>
  <inkml:trace contextRef="#ctx0" brushRef="#br1">25158 16334 7919,'-8'-4'327,"0"0"427,5-1 1,-3 7-255,6 2 1,2 8 198,2 9 1,1 9-242,4 8 1,2 10-198,-3 10 0,-3 4-382,0 4 1,-5-30 0,1 1 181,-1 2 0,0 0 0,-2 3 0,-2-1-168,1-1 1,-2-1 0,-6 30-595,-1-7 0,5-14 7,3-3 1,2-7 333,2-10 1,2-10-800,2-14 0,8-5 430,9-7 0,6-6-125,2-11 854,6-11 0,-3 9 0,5-9 0</inkml:trace>
  <inkml:trace contextRef="#ctx0" brushRef="#br1">25605 16570 7919,'0'-9'619,"0"1"1,-2 4-138,-2-4 0,1 5-182,-5-1 0,-1 4-34,-8 4 0,2 7 13,-6 5 1,-1 6-189,-7-1 0,3 3 80,-3 0 0,4 5-105,5 0 0,-4-3 110,3-1 1,3-7-413,2 7 1,6-9 22,2 1 1,4 1-51,-4-2 0,5 1 176,-1-5 0,2 1 233,2-1 1,6 2 270,2 3 1,-1-4-166,1 4 0,2-3 26,6-2 1,-2 2-11,3 2 0,1-6-236,-2 2 0,6-7 134,-1-1 0,-2-2-785,2 3 1,0-4-164,3 3 0,-3-3-511,0-1 0,-6-1 1293,2-3 0,-4-3 0,0-5 0</inkml:trace>
  <inkml:trace contextRef="#ctx0" brushRef="#br1">25890 16694 10107,'0'6'3468,"1"0"-2888,4-6 1,0 1-1134,3 3 0,7-2 394,-2 2 0,3-3-599,1-1 1,-3 0-221,2 0 0,-2 0 978,-2 0 0,1 6 0,-1 1 0</inkml:trace>
  <inkml:trace contextRef="#ctx0" brushRef="#br1">25902 16892 7919,'-12'0'0,"4"4"611,-1 0 0,7 2 458,-2-2-294,2-3 0,4 9-129,2-6 0,3 4-243,5-4 0,2 1-659,2-5 1,-2 4 204,3 0 0,-2 1 229,1 0 1,-2-3-179,3 7 0,-4-1 0,0 4 0</inkml:trace>
  <inkml:trace contextRef="#ctx0" brushRef="#br1">26535 16570 9431,'12'0'1388,"1"0"1,1 1-870,2 3 0,4-3-131,4 4 1,1-4-470,0-1 0,4 0 119,0 0 1,0-1-189,-4-4 0,2 3-404,-2-7 1,1 5-716,-9-4 0,-5 5-362,-4-1 1631,-5-3 0,3 0 0,-6-5 0</inkml:trace>
  <inkml:trace contextRef="#ctx0" brushRef="#br1">26734 16582 7919,'-13'12'857,"6"2"-480,3 3 1,3-2 158,1 5 1,0 7-123,0 6 1,0 4-146,0 4 0,-4-2-37,-1 2 0,1-2-425,4-2 0,0-1 49,0-3 1,0-7-69,0-5 0,0-5-1029,0 5 1,-1-6 84,-3 2 1156,2-9 0,-9 3 0,5-4 0</inkml:trace>
  <inkml:trace contextRef="#ctx0" brushRef="#br1">26659 17016 7919,'0'-8'0,"0"-1"0,0 5 772,0-4 1,0 4-244,0-4 1,6 5 99,2-1 1,4 1-223,5-1 1,4 3-650,7-4 0,-1 3-255,2-3 1,-3 4-471,-1-3 1,-1 3 405,1 1 0,-5 0-1243,-4 0 1804,-2 5 0,-7 2 0,-2 5 0,-5 1 0</inkml:trace>
  <inkml:trace contextRef="#ctx0" brushRef="#br1">26721 17128 7375,'-18'12'-1222,"4"-1"2335,-2-3 1,6 2 239,2-6-671,5 6 0,3-9-271,9 3 1,3 2-266,4-2 0,4 0 100,5-4 0,5-5-364,3-4 1,-1-2-339,1-1 1,-2-1-406,3 1 1,4-6 860,-5-3 0,6-2 0,-7-2 0</inkml:trace>
  <inkml:trace contextRef="#ctx0" brushRef="#br1">27403 16520 7919,'13'-12'0,"1"-1"578,2 1 0,-1-1-227,6 1 0,0-5-166,4 1 0,-5 3-243,1 5 0,0 5 124,3-1 1,-3-1-37,0 1 0,-6 5 51,1 7 1,-6 3 55,-2 2 1,-5 5 37,1 2 0,-2 8-139,-2 1 1,0 5 63,0-1 1,-5 3 59,1 1 0,-4 1-151,4-1 1,-4 0 120,4 0 0,-2 5 130,2-1 0,2 0-133,-2-4 0,3-5 121,1-3 1,0 1-113,0-1 1,-4 0-45,0-4 0,-6 0-34,2 0 0,-3-1-135,-2 1 0,1-4 30,0 0 0,-1-2-143,1 2 0,-1 1-146,1-6 1,0 1-62,-1-5-257,6 0 1,-2-3 221,4-1 0,0-5-591,1 1 0,2-4 1023,-2-4 0,-3-3 0,0-6 0</inkml:trace>
  <inkml:trace contextRef="#ctx0" brushRef="#br1">28371 16669 8707,'-12'0'395,"-1"-2"-190,1-2 1,1 1 0,3-5 971,-3 5 0,15-6-424,0 5 1,12-2-215,9 2 1,10 3-511,6-3 0,10-2 43,-1 2 0,2-4-1177,-2 3 0,-1-3 785,1 4 0,-5-1-1292,1 0 0,-13 4 172,-4-3 1440,-14 3 0,-9 1 0,-6 0 0</inkml:trace>
  <inkml:trace contextRef="#ctx0" brushRef="#br1">28644 16656 7919,'-19'14'0,"2"3"0,1 2 753,3 6 0,-2 1-253,7 3 0,-2 0 193,2 8 1,1-3-239,3 8 1,2-4-165,-2 0 1,3-3-74,1-1 1,-4-3-124,0-2 1,0-3 18,4 3 1,-5-3 50,1-1 1,0 0-86,4 0 1,0-4 34,0-1 1,0-9 70,0 2-47,0-4 1,6 2 90,2-2 0,8-4-277,5-5 1,3 0-249,0 0 0,5 0-1,0 0 1,6 0-241,-2 0 1,3-1-1472,1-3 1,6 2 2006,2-2 0,3 3 0,2 1 0</inkml:trace>
  <inkml:trace contextRef="#ctx0" brushRef="#br1">29426 16681 7919,'-13'0'0,"1"2"449,-1 2 537,1-3 772,0 10-1272,5-10 0,12 5 14,12-6 0,10-6 168,6-2 1,7-4-239,2-5 0,5 2-249,-2-6 1,-2 2 36,-2-2 1,-4 4-572,-4 4 0,-2 1-218,-6-1 0,-6 5-1754,-3 0 908,-7 5-684,-4-2 511,-5 5 1590,-5 0 0,-2 5 0,-6 2 0</inkml:trace>
  <inkml:trace contextRef="#ctx0" brushRef="#br1">29711 16557 7919,'-13'14'117,"1"2"1,0 0 255,-1 4 1,6 1 206,3 4 1,-1 1-161,1 3 0,-1 4 245,5 8 1,-4 3-250,0 6 1,-1-5-176,1 1 1,1-2-250,-6 2 0,3-4-314,-3-5 0,2-5-101,3-3 0,3-3-453,-3-1 1,2-2-599,2-2 0,0-3 281,0-6 1193,0-5 0,0 4 0,0-4 0</inkml:trace>
  <inkml:trace contextRef="#ctx0" brushRef="#br1">29612 17066 7919,'0'-13'0,"0"1"360,0-1 1,1 5-77,3 0 0,7 5-39,6-1 1,5-2 100,-2 2 1,5 0 191,4 4 0,-3 0-578,3 0 0,-2 2-533,-3 2 0,-4-2-574,-4 7 1,-2-5 284,-2 4 862,-5 0 0,-7 5 0,-7-1 0</inkml:trace>
  <inkml:trace contextRef="#ctx0" brushRef="#br1">29636 17264 7919,'-12'0'0,"0"4"1285,-1 0-369,6 0-251,2-4 0,8 0-260,5 0 0,1 0-149,12 0 0,4 0-196,4 0 1,5-5-259,-1-3 0,-1 1-1124,1-1 1,-4-1 813,4-3 1,0-1 507,5 1 0,-7-6 0,0-1 0</inkml:trace>
  <inkml:trace contextRef="#ctx0" brushRef="#br1">30344 16842 9283,'5'-7'683,"-4"1"399,4 1-284,-4 4-2539,4-4 869,2 5 0,4 5-1025,-2 3 1897,2 3 0,-10 2 0,5-1 0</inkml:trace>
  <inkml:trace contextRef="#ctx0" brushRef="#br1">30294 17041 8329,'-12'5'587,"-1"-3"-931,1 3 1508,5 1 1,7-4-475,8 7 1,9-6-1141,3 1 0,4 1 269,1-1 0,-1 2 181,1-2 0,5-3 0,2 5 0</inkml:trace>
  <inkml:trace contextRef="#ctx0" brushRef="#br1">30753 16694 7919,'12'4'2168,"1"0"0,1 0-1511,2-4 0,7 0-243,6 0 0,6 0-389,-2 0 0,7 0-334,1 0 0,2-6-393,-2-2 0,-8 1 608,1-1 1,-8 1 303,-6-1-3631,-7 2 3421,-8 6 0,-10 0 0,-2 0 0</inkml:trace>
  <inkml:trace contextRef="#ctx0" brushRef="#br1">31001 16706 8055,'0'8'737,"0"0"1,-4 1-364,0 3 1,0 2 144,4 2 1,-5 9-116,1 8 1,-5 9 135,0 3 1,3 3-123,-3 2 0,1 1-194,-4 3 1,3-5-366,1 1 1,5-7 206,-1-10 1,4 1-952,4-5 0,3-5 488,6-8 0,-1-2-1043,0-2 0,1-1 589,-1-2 0,1-4 851,-1-5 0,0 0 0,1 0 0</inkml:trace>
  <inkml:trace contextRef="#ctx0" brushRef="#br1">31026 17190 7919,'0'-13'1452,"0"5"-901,0 0 0,0 4 287,0-5-611,0 7 0,1-4-13,3 6 1,3 0-401,6 0 1,0 0 201,4 0 0,2 0-1040,6 0 0,1 0 276,3 0 748,-3 0 0,10 0 0,-4 0 0</inkml:trace>
  <inkml:trace contextRef="#ctx0" brushRef="#br1">31708 16756 7834,'-12'0'3257,"-1"0"-2862,1-6 0,5 3-15,3-5 141,3 5 1,10-4-123,4 3 0,9 1-313,2-5 1,5 4 61,4-4 0,3 0-566,-3-5 1,-1 5 159,1 0 0,-5 5 4,1-1 0,-5-2 185,-3 2 1,-3 1 22,-6 7 1,-5 5 197,-2 7 0,-4-1-61,-1 6 1,0 0 67,0 4 1,-1 4-60,-4-1 1,4 3-105,-3-2 0,-2 2-13,2 7 1,0-1-180,4 0 0,0 0 230,0 0 1,-1 2-37,-3 2 0,2-1 411,-2 6 1,3-8-182,1 0 0,-4-1-96,-1-4 1,0-4-41,1-4 0,1-6 50,-5-7 0,-1-1-74,-3-2 1,0-4-141,-1-5 0,-1 0-138,-2 0 1,-3 0-78,-6 0 1,-1-4-539,-3 0 1,-2-2 316,-2 2 0,-7 3-2274,3-3 2782,-3 2 0,-3-3 0,-1-2 0</inkml:trace>
  <inkml:trace contextRef="#ctx0" brushRef="#br1">10929 16036 7837,'-8'0'616,"0"0"0,3 0-300,-3 0-106,0 6 1,-9-3 532,1 5 1,-1-1-220,5 1 1,-6 7-128,-3-3 0,-4 9-108,-3 0 0,-4 4 72,-5 4 0,-6 2-336,-3 6 0,2 1-41,-1-1 1,6-1-568,2-3 0,5 0 399,7-8 1,12-3-1339,4-10 0,8-5 373,5-3 0,6-2 1149,11-2 0,5-12 0,11-1 0</inkml:trace>
  <inkml:trace contextRef="#ctx0" brushRef="#br1">10805 16284 7837,'12'0'1607,"-5"0"-1161,-1 0 1,-6 6-114,0 2 0,-6 4 464,-2 5 1,-8 6-281,-5 6 1,-8 6-741,-4-2 1,1 7 180,-1 1 0,4 1-1433,-4-5 1,5 4 1474,0 0 0,1 6 0,3-3 0</inkml:trace>
  <inkml:trace contextRef="#ctx0" brushRef="#br1">7629 17016 7837,'0'-8'3203,"0"-1"-2553,0 7 1,2-4-254,2 6 1,10 2 116,10 2 1,7 3-96,6 5 0,6 5-527,2-1 1,3-1 126,2-6 1,-4 0-253,-1-5 0,3 0-268,2-4 0,-1 0-602,-11 0 0,-1-4-2573,-12 0 3676,2 0 0,-24-1 0,1-2 0</inkml:trace>
  <inkml:trace contextRef="#ctx0" brushRef="#br1">7902 17115 7837,'-25'0'0,"5"0"524,-1 0 0,6 0-127,-2 0 0,4 3 246,0 5 0,1 6-221,-1 11 0,5 5 92,0 3 1,5 9-92,-1 3 1,3 7-123,1 2 1,0 1 122,0-1 0,1-7-93,3 2 0,3-9-336,5-2 1,2-7 91,3-6 0,1-6-444,2-2 0,4-9 283,-4-4 1,4-2-614,1-2 1,-1 0-124,1 0 1,0 0-425,0 0 1,0-4 586,-1-1 647,-4 1 0,3-1 0,-3-2 0</inkml:trace>
  <inkml:trace contextRef="#ctx0" brushRef="#br1">8597 16917 7837,'0'7'473,"0"0"-326,0-3 0,0 4 489,0 9 1,0 5-163,0 11 1,1 5 215,3 12 0,-1 5-245,5 3 0,-5 2-244,1 2 1,-2 7-129,-2-2 1,0 0-172,0-13 0,0-2-752,0-6 1,-2-1 537,-2-8 1,3-4-905,-3-12 0,8-9 501,4-7 1,3-7-526,2-6 1240,4-6 0,3-16 0,5-2 0</inkml:trace>
  <inkml:trace contextRef="#ctx0" brushRef="#br1">9019 17190 7488,'-18'7'-786,"4"-1"1765,-3-1 1,2 1-367,-1 7 0,-4 5-178,-4 2 0,-5 8-169,0 1 1,0 5-349,4-1 1,4 2 122,1-2 0,4 1-9,0-5 1,6 0 42,2-4 1,5-4-91,-1-1 0,7-4 319,1 0 0,7-6-163,1-2 1,1-4 42,3 4 1,4-3-51,0 3 0,0-5-505,0 1 0,2-3 254,7-1 1,-1 0-1090,5 0 1,-5-4 1205,1 0 0,2-6 0,1 3 0</inkml:trace>
  <inkml:trace contextRef="#ctx0" brushRef="#br1">9143 17413 7837,'0'-7'2569,"5"1"-2071,4 6 0,-3 0-138,3 0 1,0 2-694,8 2 0,-3-1 265,2 5 0,-1 0-1335,2 5 0,-3-5 1403,2 0 0,-2 1 0,-2 3 0</inkml:trace>
  <inkml:trace contextRef="#ctx0" brushRef="#br1">9155 17686 7837,'0'12'115,"0"1"0,-4-1 208,0 0 1,0 1 557,4-1 1,0-4-338,0 1 0,1-2-511,3 1 1,3-3 45,6-5 0,-1 0-862,0 0 0,5 0 474,-1 0 0,5-1 309,-4-3 0,10-9 0,-1-6 0</inkml:trace>
  <inkml:trace contextRef="#ctx0" brushRef="#br1">9614 17252 7837,'13'0'2342,"-1"0"-1674,0 0 1,5 0-224,-1 0 0,2 0-58,-1 0 1,4 4-662,8 0 1,-2 0-776,6-4 1,0 0-373,4 0 0,1-5 209,-1-4 1212,-5-2 0,-2-7 0,-5-1 0</inkml:trace>
  <inkml:trace contextRef="#ctx0" brushRef="#br1">9813 17239 7837,'-13'4'547,"1"1"1,-1 4-117,1-1 0,1 9 269,3 4 0,-2 8-98,6 4 0,0 4 110,4 4 0,0 3-287,0 6 0,0-2-159,0-2 1,1 0-552,3-4 0,-1-2 234,5-7 1,-4-4-1978,5-9 1600,-1-2 0,4-11-880,1-3 0,-6-4-105,-3-4 1413,3-3 0,-6-11 0,5-1 0</inkml:trace>
  <inkml:trace contextRef="#ctx0" brushRef="#br1">9763 17587 7837,'1'-9'950,"4"1"1,-3 5-100,7-1 0,-1 3-284,4 1 0,2-4-193,3-1 1,3 1-308,9 4 0,3-5 104,5-3 0,0-2-971,1 2 0,-1-8-209,0 4 0,-4-3 1009,0 3 0,-5-6 0,2-2 0</inkml:trace>
  <inkml:trace contextRef="#ctx0" brushRef="#br1">10383 17202 7837,'0'-12'3983,"0"-1"-3180,0 1 0,6 4 177,2-1 1,3 1-655,2-4 1,0-1-264,4 1 1,-2-1-261,6 1 0,-1 0 190,5-1 1,-4 5-222,0 0 0,-6 5 234,1-1 0,-2 2-86,-2 2 0,-1 6-87,-2 2 1,-4 3-48,-5 2 1,0 3 190,0 1 1,0 3-6,0-3 0,0 5-218,0-1 1,0 2 92,0 2 1,0 0-85,0-1 0,0 8 123,0 5 0,0 6 42,0 7 0,0-1 56,0 1 1,0 0 126,0-1 1,-1-1 29,-3-2 1,2-5-127,-2-8 0,3-7 216,1-5-82,-6-6-271,5 3 203,-5-11-312,6-1 156,-5-12 0,-2 5 11,-5-3 0,-2 2-276,-3 2 0,2 4 99,-6 0 0,4 2-2285,-8-2 2526,3 3 0,-14 5 0,4 1 0</inkml:trace>
  <inkml:trace contextRef="#ctx0" brushRef="#br0">11872 13333 8158,'-37'-6'0,"1"-1"289,3-5 1,8 3 1227,8 1-1065,9 5 0,14-6-210,10 5 1,15-6-332,10 2 1,10-5 94,15-3 1,-29 5 0,1-2-243,2-1 1,2-1 0,1 1 0,1-1 307,1 3 1,1 0-1,2-1 1,1 1-358,4-1 1,1 1-1,1 0 1,2 1 320,2 0 0,2 1 1,-2 1-1,0 1-345,-1 4 0,0 0 1,1-1-1,0 1 267,3 1 0,1 1 0,2-2 1,2 0 91,-1 2 0,0 0 0,1-3 0,0 0-162,-3 1 0,0 0 0,-1 1 0,-1-1 65,3 0 0,-1 0 0,-2 2 0,0 1-262,-2-1 0,0 0 309,-4 1 0,-1 1 0,-2-1 0,-1 0 0,-2 2 0,-1 0 0,1 1 0,0 1 0</inkml:trace>
  <inkml:trace contextRef="#ctx0" brushRef="#br0">13001 11026 8128,'0'-13'0,"1"1"65,3-1 0,-2 5 174,2 0 1,-3 4 316,-1-4 0,0 3 315,0-3 60,0 5-54,0-2-271,0 5-471,0 0 0,-4 5 119,0 4 1,-6 6-197,2 1 1,1 6 115,-1-1 0,4 4-187,-5 4 0,3-2 50,-3 6 0,0 1-293,5 3 1,-5 0 102,5 0 0,0 0-34,4 1 1,0-7 247,0-2 1,1-8-70,4-5 1,-3-2 280,7-1 1,3-7-97,4-1 1,5-10 7,-4-3 0,5-3-85,-2-1 0,4-6-386,1-3 0,-5-1-114,1 1 0,-2-2-196,2 2 1,1 2-586,-5-2 1,-1 6 504,-3-1 1,-5 1-52,0-2 1,-4 7-182,4-2 908,-5 2 0,-3-2 0,-7 0 0</inkml:trace>
  <inkml:trace contextRef="#ctx0" brushRef="#br0">12988 11336 8633,'-12'0'3306,"5"0"-2524,2-6 1,5-1-323,0-5 0,7 0-270,5-1 0,0-3-178,5-1 1,2-4-352,2 5 1,1-5-918,-1 5 0,1-2 763,-6 1 0,5 2-1110,-5-6 0,5 6 1603,-4-1 0,-1-4 0,-3 1 0</inkml:trace>
  <inkml:trace contextRef="#ctx0" brushRef="#br0">13398 10654 8128,'7'-13'712,"-3"1"0,-1 4-295,1-1 0,-2 2 460,7-1 1,-1-3-288,4 3 1,5-2-106,0 2 0,5-2-537,-2 6 0,4-6 93,0 2 0,0 3-756,-3 1 0,1-2 465,-6 2 1,5 0-1373,-5 4 1,1-4 61,-5 0 1560,1-1 0,-1 5 0,1 0 0</inkml:trace>
  <inkml:trace contextRef="#ctx0" brushRef="#br0">13435 10282 7842,'-1'-7'513,"-3"3"306,2 2-110,-3 2 1,5 2-258,0 2 1,0 3-15,0 5 0,0 2-89,0 2 1,0 5-111,0 8 0,0-2 130,0 7 0,0 0-130,0 7 1,0-1-194,0 6 1,-5-2-179,1 1 0,-4 4-319,4-4 0,-6-2-456,2-2 1,1-4 490,-1-4 0,5-2-478,-1-7 135,3-4-823,1-2 618,0-11 177,5-2 787,-4-5 0,11-5 0,-6-2 0</inkml:trace>
  <inkml:trace contextRef="#ctx0" brushRef="#br0">13435 10654 8885,'0'7'1628,"0"4"692,0-10-598,0 4-932,0 1 1,4-3-79,0 5 0,2-4-260,-2 4 1,1-4-246,4 5 1,2-1 46,-3 4 1,4 1-194,5-1 1,-2 1 61,6-1 1,-1 0-86,5 1 0,-3 1-178,3 2 1,-7-2-421,7 2 0,-3-2-8,3-1 1,0-1-487,-1 0 0,-4-1-486,-4-2 0,-2 2 745,-2-3 1,1 2-649,-1-2 0,-1 3 1443,-2-3 0,-4 3 0,-5 2 0</inkml:trace>
  <inkml:trace contextRef="#ctx0" brushRef="#br0">12393 10592 8219,'-30'-25'-140,"-1"0"-77,-2 0 1,2 7 376,2 6 0,0 1-76,-9 7 0,3 0-75,-11 4 0,-1 11 33,-7 5 1,-8 13-226,28-11 1,-2 1 0,0 3 0,-1 0 276,0 5 0,0 0 1,-1 2-1,0 0 118,-2 3 1,1 2 0,1 1-1,-1 2-89,-2 4 1,-1 0-1,3 1 1,1 1-336,-1 4 0,0 1 0,0-1 0,2 2 277,-1 2 1,1 1 0,0 2 0,0 0 36,-1 4 0,2 0 0,3-4 0,2 1-123,1 0 0,2 1 1,4 1-1,1 1 91,2 1 1,1 1 0,3 3 0,1 0-120,0 3 0,3 0 0,4-4 0,3 0-10,1 4 0,2 0 1,2-1-1,2-1 10,1 2 0,4 0 0,2 2 1,5-1 26,4 0 0,3-2 0,1-2 1,2-2-48,2 0 0,4-2 0,0-6 0,4-2-37,0-3 1,4-1-1,4-6 1,3-2 56,3-1 0,1-2 0,4-5 0,1-3 27,4 0 1,2-2-1,0-3 1,2-2-10,2-3 1,2-3-1,1-1 1,2-3-11,-20-5 1,0 0 0,1-2 0,18 1-1,1-1 7,2-2 1,0 0 0,0-2 0,1-2-143,-23 1 1,0-2-1,1-1 1,2-1 0,0-1-1,1-2 233,2-2 0,0-1 0,-1-1 1,-1-1-1,-2-2 0,1 0-247,2-1 0,-1 0 0,0-1 1,-1-3-1,-1 0 0,0-1 211,2-2 1,0 0 0,1-1 0,0-2 0,-1-1 0,1 0-2,2-2 0,1 0 0,-1 0 0,-4 0 0,-1 0 0,0-1-6,0-1 0,0-1 0,-1 0 0,-2-1 1,0-1-1,-2 0 15,0-1 0,-1-1 0,0-1 0,-1 0 1,1-2-1,-2 0-47,0-1 0,0 0 1,-2 0-1,-1-1 1,-2 0-1,0-1 18,0 0 1,-1-1 0,-1 0 0,-2-1 0,-1 0 0,-1-1-8,0-1 0,0-1 1,-2 0-1,1-1 1,-1 0-1,-1-1 2,1-1 0,-2-2 0,0 1 0,-3 1 0,-1 0 0,-1 0-1,-2-1 1,0 0 0,-2 0 0,-2-1 0,-2 0 0,0 0 10,-2 0 1,-1 0 0,-1-1 0,-2-1 0,-2 0 0,-2 0-98,-2 0 0,-2 0 0,-2 0 0,-4 1 1,-2 1-1,-2 0 70,-1 3 1,-3 1 0,-2 1 0,-2 0 0,-2 2 0,-3 0 24,-1 1 0,-2 1 0,-2 2 0,-3 1 0,-2 2 0,-1 2-34,-3 1 0,-2 1 0,-1 3 0,-2 3 1,-1 1-1,-1 4 14,-2 4 0,-1 2 0,-1 3 0,-4 1 1,-1 2-1,-2 2 1,-3 1 1,-1 1 0,-2 1-1,-4 2 1,-1 2 0,0 0-139,-1 1 1,0 1-1,-1 1 1,14 2-1,0 1 1,-1 1 0,1 1 38,0 1 0,1 1 0,-1 1 0,0 0 0,-1 1 1,-1 0-1,1 1 0,-1 1-14,-1 0 1,1 1-1,-1 1 1,0 1-1,-1 0 1,0 1-1,1 1 1,0 1 128,-1 0 0,2 0 0,-1 1 0,0 0 0,0 1 0,0 0 0,0 1 0</inkml:trace>
  <inkml:trace contextRef="#ctx0" brushRef="#br0">7704 10629 8257,'-21'-8'-25,"0"-1"0,1 7 112,-5-3 0,-4 5 537,0 5 0,-5 8-137,0 12 1,-1 7-245,-3 9 0,4 6-475,-3 11 0,6 4 263,13-28 1,-1 2 0,4 3 0,1 1-33,0-1 1,-1 0-1,2 3 1,0 0-110,0 1 0,1 1 0,3 1 1,0 1 10,3-1 0,0 1 0,0 5 0,1 0-330,2 0 1,2 1-1,-2 3 1,2 1 208,0 1 1,2 1 0,1-1 0,3-1-231,0 2 0,2 0 0,4-1 0,3-1 299,3 0 1,3 0 0,3 0-1,4-1 42,2 2 0,4-2 0,0-4 0,3-1 159,2-2 1,2-1 0,3-7-1,2-2-43,4-1 1,2-4 0,1-4 0,3-4 15,4-1 1,2-2-1,-1-4 1,1-3 55,5-2 0,1-1 1,-1-2-1,0-3 49,2-2 0,0-1 1,1-1-1,0-1-18,-2-1 0,-1-2 0,1-2 0,-1-2-281,-3-2 0,-2-3 0,2-1 0,0-4 339,3-4 1,0-3 0,0 0 0,-1-2-107,-21 7 1,0-1-1,0 0 1,0-1-1,-1 0 1,0-1-55,19-12 1,0-2-1,-21 10 1,0-1 0,0-1 27,-1 0 1,0-2 0,0 0 0,-2-3 0,0 0-1,-1-1-43,14-15 0,-3-1 0,-4-2 1,-4-2-50,-7 3 0,-4-1 0,-3-4 0,-4-3 141,-4-2 0,-3-2 0,-2-1 0,-4-2 181,-4 0 0,-6 0 1,-3-1-1,-5 0-95,-5 1 1,-5 0 0,-6-1 0,-4 0-43,7 21 1,-1 0-1,-2 0 1,-5-1-1,-2 2 1,-2 0 8,-1 2 1,-2 1 0,-2 1 0,-5 0 0,-3 2 0,-1 2-331,-3 2 0,-1 3 0,-3 2 0,-3 0 1,-3 1-1,-1 3 196,12 7 1,0 1 0,-1 1 0,-1 1 0,-4 1 0,0 0 0,-2 2 0,0 1-322,0 1 0,0 1 0,-1 2 0,-1 0 0,-4 2 0,-1 1 0,0 1 0,0 2 43,-1 1 1,0 3-1,0 1 1,-1 1-1,11 0 1,0 1-1,-1 1 1,0 0-1,0 2 84,-2 0 1,0 2 0,-1 0 0,0 2 0,1 0 0,-2 1 0,0 1 0,0 2 0,0-1-1,0 2 190,0 1 0,-1 1 0,1 1 0,0 0 0,0 1 0,0-1 0</inkml:trace>
  <inkml:trace contextRef="#ctx0" brushRef="#br0">18112 3969 7779,'0'-13'0,"0"1"665,0 0 0,1 3 590,3 1 104,-2 5-410,3-2 1,-5 10-421,0 4 0,2 7 227,2 5 1,-3 4-300,3 3 0,-2 8-301,-2 6 0,0 4 24,0 0 0,1 2-205,3 2 0,-1-1-276,5 1 1,-4 0-344,5-1 0,-7-1-746,2-2 1,2-3 620,-2-6 0,2-5-261,-2-3 0,-3-9-25,3-3 365,-2-9 1,-2-4 253,0-8 1,-2-8 435,-2-9 0,-1-7 0,-4-1 0,-7-11 0,2 2 0</inkml:trace>
  <inkml:trace contextRef="#ctx0" brushRef="#br0">18149 4093 7779,'-5'-20'901,"-4"4"-513,-7 8 1,-4 2-58,-4 6 1,-3 11-115,-2 6 1,-4 10 191,-8 6 0,-3 3-369,-6 1 0,6 1 40,3-1 1,8-5-1648,4-4 1290,14-12 0,9-7 277,14-13 0,14-8 0,5-8 0</inkml:trace>
  <inkml:trace contextRef="#ctx0" brushRef="#br0">18025 4068 7779,'0'7'2302,"0"-2"1,1 0-1796,4-1 0,3 5-108,8 0 0,6 2-775,11 1 1,12 0-1088,12 1 0,10-1 1133,-32-6 0,0 1 1,1-1-1,1 0 0,0 0 1,0 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12740 3932 7775,'-12'0'411,"0"0"1,-4-2-10,4-2 1,-2-4 248,10-9 0,0-3 166,4-9 0,1-4-317,3-9 0,5-3-104,7-9 0,4-3-467,4-5 1,-11 30 0,-1-2 124,0 1 1,1 0-1,0-1 1,0 1 65,1-1 1,1 2 0,15-26-37,3 0 1,3 5-119,-3 4 1,-1 1 64,1 2-159,-5 3 1,2 12-1,-4 2-913,3 3 871,-3 6 0,5-2-135,-6 6 0,-5 1 101,1 6 1,-2 4-211,2 5 170,2 11 0,-9 0 312,3 14 0,-4 4 1,0 13-367,-1 8 1,-5 6 141,-3 10 0,-2 3 10,-2-32 0,0 1 0,0-2 0,0 1-130,0 33 297,-3-30 0,0-1 0,-4 25 1,-5 5-241,-1-8 353,1-6 0,4-15 150,-1-3 1,1-13-189,-4-4 0,-1-10-82,1-6 0,-5-2 0,-2-2-252,-4 0 1,-5 0 91,-9 0 1,-6-2 5,-2-2 1,-9-3 41,-4-5 0,-8-2 17,31 6 1,0-1-1,-3 0 1,0-1 115,-4-2 1,1-1 0,2-1 0,1-1 35,-4 1 0,1-1 0,3-1 0,2-2 65,2 2 0,2-1 0,-3-1 0,2 0 173,-21-19-216,9 5 0,21 2 165,12 5 1,11 4 204,9 1 0,15 5-495,10-2 0,10-2 64,11-2 0,9-4-332,-26 11 1,1-1 0,1 0 0,0 0 280,2-1 0,1-1 1,3-1-1,0 1 17,-2 3 1,0 0-1,3-4 1,1 1-9,0 0 0,1 1 0,-1 1 0,0 0-11,2 0 1,1 1 0,-3 1-1,0 0-33,-4 0 0,0 1 32,-2-1 0,0 1 0,-2 0 0,-1 1 0,27-9-161,-12 8 0,-14 5 117,-14 7 0,-7 1-12,-10 3 0,-5 5 1,-11 7 693,-9 5 0,-6 4-460,-6 4 1,-9 4 168,-7 8 1,-9-1-340,25-17 0,0 0 0,1-1 0,0 0 144,-1 0 0,0 1 1,-4 3-1,0 0-96,-2-1 0,-1 0 0,-2 2 0,1 0 56,2 0 0,-1 0 0,-3 1 0,-2 1-223,-2 4 0,0 1 0,-3 2 0,1 1 112,-3 2 1,0 0 0,3 0 0,-1-1-283,5-2 1,0-1 0,3-1 0,1-1-225,4-2 1,0 0 0,5-3 0,1-1-96,-18 23 1,9-6-1436,15-7 2057,-2-5 0,10 2 0,1-5 0,5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2594 2329 15279,'1'5'26,"9"23"131,-2-9-119,-1-1 0,-1-5 235,1-2 0,2-5-118,-1-3 0,-3-1 296,3-2 1,-5 0 203,4 0 0,-1-6 18,1-5 1,3-5-313,-3-5 1,6-5-228,2-3 0,0-3-610</inkml:trace>
  <inkml:trace contextRef="#ctx0" brushRef="#br0">4625 1886 13932,'-5'13'-29,"-19"34"-10,16-32 26</inkml:trace>
  <inkml:trace contextRef="#ctx0" brushRef="#br0">4583 1971 13843,'-12'22'-18,"-13"16"41,4-6 0,-1-4 141,1-7 1,-3-5-193,3-6 1,-3-4-146,6-6 1,2 0-71,2 0 0,-1-5 136,0-2 1,5-3-358,2-5 0,2 2 341,-1-5 0,-1 0-279,4-3 0,4 20 386</inkml:trace>
  <inkml:trace contextRef="#ctx0" brushRef="#br0">4543 1971 13198,'3'2'-50,"29"19"-501,-3 4-438,0 0 0,-6 5 475,2-2 0,-6 0-239,-1 0 0,-5-4 169,2 1 1,-3-3 583,-2-4 0,1 2 0,0-3 0</inkml:trace>
  <inkml:trace contextRef="#ctx0" brushRef="#br0">2539 2293 15559,'2'28'-56,"2"6"-14,-3-1 1,1 0-445,5 24 0,-1-5 195,1-9 0,3-10 359,-3-4 1,3-11-144,0-8 1,-2-4 1057,-1-6-534,0 0 0,4-1 161,-1-2 1,-3-4 164,1-8 1,2-3-461,5-7 1,3 0-293,-4-7 1,5-2 155,-1-9 0,-2-5-890,2-2 1,-5-2 517,-7 29 126</inkml:trace>
  <inkml:trace contextRef="#ctx0" brushRef="#br0">2498 2380 7820,'6'0'2905,"4"-5"0,-1-2-2216,6-7 1,4-3-97,-2-4 0,2-2-242</inkml:trace>
  <inkml:trace contextRef="#ctx0" brushRef="#br0">2691 2444 7901,'-11'0'0,"1"0"-271,-1 0 0,0 0-339,1 0 1,-2 0 425,-3 0 1,3 4 186,-2-1 0,6 1 216,1-4 0,3 0-14,-3 0 530,5 0-202,-3 0 284,5 0 0,-4-1-73,1-3 0,-1 2 805,4-5-635,0 4-542,0-6 1,4 3-143,-1-5 1,6 2-208,-2 2 1,6-7 142,1 4 0,4-3-357,-4 2 1,5-1 53,-1-2 0,-1 2-107,1-3 1,-15 13 52</inkml:trace>
  <inkml:trace contextRef="#ctx0" brushRef="#br0">2659 2434 7901,'-6'-2'415,"3"-1"1,1 0 434,2-4 0,0 4-298,0-4 1,2-2-176,1-5 1,7 1-276,4-5 0,5 1 67,-1-1 0,2 2-960,-4 5 211</inkml:trace>
  <inkml:trace contextRef="#ctx0" brushRef="#br0">2670 2348 7901,'-7'-4'81,"-1"1"0,6-2 327,-1 1 1,0 3 98,0-2-87,1-3-61,-2 4 0,4-3-78,0 1 1,1 3 14,2-3 0,5-1-300,6 2 0,-1-1-52,5 4 1,0-1-273</inkml:trace>
  <inkml:trace contextRef="#ctx0" brushRef="#br0">2778 2293 6076,'-13'5'0,"-4"-2"0,0 5 0,0-2 0,-1 1 0,-2 2 0,2-2 0,-2 3-163,-2 1 0,5-4 171,3 0 829,-3 0-409,6-1 1,1 2-229,10-4 0,5-1 0,7-4-110,2-2 0,7-3 105,8-5 0,2-1-431,1-2 1,-3 1-100,-1-5 0,0 5 335,0-2 0,-24 13 0</inkml:trace>
  <inkml:trace contextRef="#ctx0" brushRef="#br0">2702 2605 7721,'-12'0'169,"-2"0"0,2-1-164,-2-3 1,2 2-81,1-5 1,0 0 854,0-4 1,0 4-288,-4 0 1,2 0 9,-5-4 0,4 0-129,-4 0 1,1 2 180,0 2 1,1-3-186,5 3 1,5-3-306,3 0 1,3 3-179,3-1 0,9-2-279,10-5 0,9-4-55,8 2 0,12-7 361,-22 11 0,-1 1 0,1-1 0,1 1-166,0 0 0,1 2 1,-2 2-1,1 0 141,0 0 1,1 1-1,0 3 1,1 0-10,-1 0 0,-1 1 0,27 2-76,-3 1 0,-7 9 161,-7 9 0,-8 3 27,-7 4 1,-12-1-50,-6 5 0,-6 3 199,-4 4 1,-5 3-73,-6-3 0,-8 3 287,-11-3 1,0 0-325,-6-4 0,-4-1 563,-4-3 0,4-3-259,4-7 0,0-7 58,-4-8 1,1-1 169,3-2 1,6-10-492,4-4 1,6-5-9,2-3 1,5-7 31,9-4 1,5-6-671,9 0 0,10-4 94,11-4 1,9 0 81,-16 22 0,1 0 1,2 1-1,2 1 28,4 3 1,1 1-1,-1-2 1,2 2 134,3 0 1,1 2-1,2-1 1,-1 1 48,3 2 1,-1 2 0,0 0 0,-1 1 56,-2 2 0,0 2 0,-2 2 0,-1 1 87,24 1 0,-4 9-83,-13 6 1,-7 6 277,-15 8 0,-4 6-109,-7 4 1,-4 9 60,-10-1 0,-6-1-33,-12-3 0,-4-1 321,-7 2 0,-5-5-29,-6-6 0,-4-4-52,1-7 1,1-3 114,-1-4 0,5-1-90,-2-3 0,7-7-515,0-7 0,9-8 412,-1-2 0,10-5-301,4-3 0,8-2 56,14-6 0,9-3-160,12-4 1,8-1 67,-11 19 0,3 1 1,1 1-1,3 2-62,2-1 0,2 2 0,4 0 0,1 0 7,4 1 0,2 0 0,0 4 0,2 1-269,2-1 0,1 2 0,1 4 0,0 3 380,0-1 1,0 0-1,2 1 1,1 0-20,-1 1 0,-1 1 0,-4-1 0,-2 1-226,-1 2 1,-2 2 0,-7 1 0,-1 3-26,-3 1 1,-1 2 314,21 15 0,-6 0 0,-9 7 0,-5 2 0</inkml:trace>
  <inkml:trace contextRef="#ctx0" brushRef="#br0">3184 2455 7841,'-31'0'0,"3"0"358,2 0 0,22-2-320,15-5 0,16-5-112,23-10 1,-18 8 0,2-2 148,6 1 1,2-2 0,3-3 0,2 0-608,4-2 1,1 1 0,-14 5 0,0 0 0,1 0 707,3-2 1,1 0-1,0 1 1,1 0-1,0 1 1,-1 0-87,2 0 1,-1 0-1,0 1 1,-2 3 0,0 1-1,-1 0 125,15-4 0,-1 1 0,0 2 0,-1 2-165,-3 0 0,-2 2 0,-2-2 0,-1 2-35,-4 2 0,-2 1 1,-2 0-1,-3 1-344,22 0 1,-11 4 73,-18 0 0,-11 5-195,-14 6 0,-17 4 224,-11 3 0,-17 7 126,15-11 1,-3 0 0,-3 2 0,-3-1 164,-4 1 0,-2 1 0,-3 1 0,-1 1-15,-1 0 1,-2 1 0,-2-1 0,-2 0-47,-4 1 0,0-1 0,4 0 0,0 0-108,-2 1 1,-1 0 0,1-1 0,0-1 191,0-2 0,0 0 1,-3-2-1,0 0 15,0 1 0,2-1 1,7-3-1,1-1-229,4-1 0,2 0 1,11-1-1,2-1 105,-11-4 1,19-9 436,21-8 1,21-11-254,19-7 0,-13 13 0,4 0-166,7-5 0,3 1 1,2 1-1,3 0-48,7-1 1,1 0 0,-1 1-1,0 1 64,-14 7 0,1 1 0,-1 0 0,19-6 0,0 1 0,-19 7 1,0 0-1,1 1 1,-1 1 0,1 0-1,0 1 13,1 0 1,0 1 0,-2 1 0,12-3 0,-3 2 79,-2 3 0,-2 1 0,-9 0 0,-3 1-235,19 2 1,-15 6 62,-14 5 1,-10 4-126,-9 7 0,-12 4-171,-9 3 0,-14 8 227,9-16 0,-1 0 1,0 3-1,-2-1-215,-4 2 1,0 0 0,0 1 0,0-1 246,0-1 1,-1-1-1,2-2 1,1-1 75,2-2 0,2 0 27,-9 11 0,3 0 0,12-4 0,-2 0 0</inkml:trace>
  <inkml:trace contextRef="#ctx0" brushRef="#br0">6294 2058 7837,'0'-17'947,"0"-1"1,0 5-395,0-2 1,0 3 781,0 2-86,0 4-502,0 1 1,1 5-9,3 0 1,0 8-289,4 3 1,1 7-62,-2 0 0,3 3-122,1 4 1,-1 3 68,1 4 0,0 5-89,-1 2 0,1 3-447,0 1 1,-4 5 16,0 6 1,-4 4-217,-2-26 1,1 1 0,-1 1 0,1 1 249,-1 0 0,1 1 1,-1 1-1,-1 0 76,2 1 0,0-1 0,1-2 0,0-1-29,0-1 0,1-2 0,6 28-89,0-9 1,5-4 402,-1-6 1,0-12-94,-3-6 1,0-8 203,-1 0 0,1-5 59,0-2 1,-1-5-93,1 2 1,0-3 125,0-1 1,-1 0-408,1 0 1,0-6 34,0-5 0,3-5-75,0-9 0,5-8-52,-1-6 0,2-7-29,2-4 0,-1-4-269,-10 26 1,0-1-1,0-3 1,0-1 146,2-2 0,-1-1 0,0 0 0,-1-1-129,2 2 0,-1-1 1,-2 1-1,-1 1-131,0 1 0,0 1 1,4-23 39,1 1 1,-7 16-90,-3 2 0,-3 11 147,-1 4 0,0-1-10,0 4 0,0 2 85,0-2 1,0 5-566,0-2-75,0 3 1,-1 7 841,-3 1 118,-2 8 0,-9 6 0,-2 7 0</inkml:trace>
  <inkml:trace contextRef="#ctx0" brushRef="#br0">6466 2702 7837,'10'-6'1079,"1"2"0,-4-1-239,0 2 1,2-1-406,5 4 1,-1-3 576,5-1 0,0-1-473,3 2 0,2 0-535,2-4 0,2 4 87,5-5 0,5 2-936,3-1 1,-2-1 580,1 4 0,-4-3-3270,0 4 3534,-6-1 0,-3 4 0,-4 0 0</inkml:trace>
  <inkml:trace contextRef="#ctx0" brushRef="#br0">8685 2230 7837,'-6'-11'218,"-3"-1"-218,1-2 0,4 2 1497,0-2-1005,3 2 1,2 1 349,3 0 1,3 6-318,7 1 0,-1-1-72,5 2 0,-4 0-158,4 7 1,0 2-60,4 4 1,-1 2-201,0 3 1,1 6 69,-1 8 0,1 3-145,-1 4 0,-1 5 63,-2 6 1,1 4-916,-4-1 0,-5 2 410,-2 2 1,-6 3-75,2 0 0,-4-1 476,-4-6 0,-2-2-63,-5-5 0,2-11 603,2-7 1,-2-7-117,6-7 194,-1-5 0,4-6-232,0-8 1,0-6-95,0-4 1,0-3-212,0-4 0,4 1 21,-1-5 0,1 0-269,-4-7 0,3-2 106,1-5 1,1-4 26,-2 1 0,0 0 53,4 3 0,5 0 185,6 0 1,3 5-68,4 2 0,-1 7-20,5 4 1,-1 8-90,4 2 1,-4 7 20,-3 1 1,-7 4-861,-4 0 1,-2 3 420,-1 3 0,-2 3-934,-2 5 1,-2 0 147,-5 0 1255,0 4 0,-5 2 0,-1 4 0</inkml:trace>
  <inkml:trace contextRef="#ctx0" brushRef="#br0">10015 2262 7837,'-5'-11'788,"-1"1"-452,-5-1 1,4 4 66,0 0 1,0 4-52,-4 0 1,0 3 234,1 3 1,-2 4-190,-3 8 1,3 6 65,-2 8 0,2 6-129,2 5 1,-1 3-51,0 3 0,2 4-534,1 7 1,0-2 402,4 2 1,1-7-109,3-3 1,1-9 117,3-6 1,2-11-310,4-10 1,5-5 111,-1-6 1,5-1-611,-1-3 1,2-2-170,2-4 1,-2-1-489,-2 0 0,1-1-499,-5-2 1799,0 2 0,-3-3 0,0 4 0</inkml:trace>
  <inkml:trace contextRef="#ctx0" brushRef="#br0">9811 2594 9148,'-6'0'3076,"4"0"-2486,9 0 0,1 0-166,10 0 0,1-3-495,6-1 0,2-3 127,6 4 1,0-6-1238,3 2 0,-3 1 737,3-1 0,-4 1 444,-3-1 0,2-3 0,-4 4 0</inkml:trace>
  <inkml:trace contextRef="#ctx0" brushRef="#br0">10947 1973 7837,'0'-11'0,"0"0"607,0 1 0,0 2 277,0 1-7,0 5 1,0-1-343,0 11 0,4 6 29,0 14 0,0 6-187,0 9 0,-3 8-133,3 3 0,-3-22 0,-1 1-329,0 1 1,0 0 0,0 2 0,-1 1 82,-1 0 0,0 1 1,-1-1-1,-1 1-107,-3-1 0,0 1 0,0-3 1,1 0-213,-3-1 1,0 0-1,-4 22-858,-2-6 0,7-11 626,1-7 1,4-4-406,0-7 0,2-1 411,1-2 0,4-7 75,4-7 1,6-9-81,4-6 552,2-9 0,-3-3 0,-2-3 0</inkml:trace>
  <inkml:trace contextRef="#ctx0" brushRef="#br0">11451 2176 6544,'0'-10'977,"0"-1"1,-1 1-198,-2 3 1,-3 2-42,-5 5 1,-4 2-295,-3 1 0,-4 8-552,-3 7 0,-2 3 122,-5 4 0,-2 3-120,-1 4 0,1 0-541,-2 0 0,4 4 489,4 0 0,1-5-94,6-6 1,5-4-333,6-3 729,4-3 0,7-9-118,3-2 0,-2-3 360,5-1 1,0 5-20,4 2 1,0-1 141,-1 1 1,5 0 72,-1 4 1,5 3-229,-1 1 1,0-1 99,3-3 0,-2-1-167,6 1 0,3-4-265,0 0 1,3-1 136,1 1 1,5 2-680,3-6 0,1 2-399,2-1 1,-3-3-829,-1 2 1,-4 0 1744,0 0 0,-1 3 0,-2 5 0</inkml:trace>
  <inkml:trace contextRef="#ctx0" brushRef="#br0">12106 2659 7837,'-8'0'1972,"1"0"1,4 1-933,-5 2 0,5 5-533,-4 6 1,0 0-233,-4 8 0,0 1-1610,0 10 1,-4 1 1334,-3 5 0,-7 6 0,-2 8 0</inkml:trace>
  <inkml:trace contextRef="#ctx0" brushRef="#br0">14068 2166 7837,'-6'-2'2823,"2"-1"-2022,3 2 0,1-5 316,0 2 1,0 2-516,0-5 0,5 4 175,2 0 1,7-3-407,4-1 1,7-3-200,4-1 1,3-1-414,4-2 1,5 1 212,6-5 0,-1 5-85,-3-1 1,0 2 162,0 1 1,-6 2-654,-5 1 0,-6 4 182,-8 4 1,-2 1-252,-6 2 1,-4 3 210,-2 5 1,-3 1 306,-1 2 0,-1 4 262,-3 7 1,3-1-129,-3 5 0,0 0 2,0 7 0,-3 3-51,3 8 0,-3 1-193,4 2 0,-2 2 222,1-2 0,3-2-236,-2-2 0,1-8 150,2-6 0,4-9 195,0-9 1,4-2-556,-1-1 0,-1-4 143,1 0 0,-4-3-672,0 3 0,-2-4 446,-1 5 0,0-5 197,0 4 0,-4-3 372,-4 3 0,-1 0 0,-2 4 0</inkml:trace>
  <inkml:trace contextRef="#ctx0" brushRef="#br0">14271 2541 7924,'8'0'629,"-1"0"1,-4 0-206,4 0 0,-3 0 628,3 0 1,2 0-495,5 0 0,2 0-229,6 0 1,4-5-94,3-2 1,2-3-448,1 0 0,-5 3-384,-2-1 1,-2 5-1876,-2-4 25,-4 4 2445,-6 3 0,-6 11 0,-5 6 0</inkml:trace>
  <inkml:trace contextRef="#ctx0" brushRef="#br0">14186 2787 7837,'-11'4'271,"0"0"1706,0-1-1405,6-3 1,6 0 286,9 0 0,11-5-319,7-2 1,8-2-477,3-2 1,3 0 21,1 0 0,0 4-422,0 0 0,0 1-1437,0-1 0,-2 2 442,-1 5 1171,-4 0 1,-3 0 0,-1 0 0</inkml:trace>
  <inkml:trace contextRef="#ctx0" brushRef="#br0">15837 2294 7837,'0'-10'-318,"0"-1"365,0 0 0,3 0 122,1 1 1,0 3 40,-4-1 1,0 1 109,0-4 1,3-3-111,1 0 1,-1 0 154,-3 3 0,4-1 59,0-2 1,-1 2-170,-3-3 1,0 0 72,0 1-91,-5-1 0,-1 6-116,-4 2 1,-1 2 88,0 5 1,0 0-103,1 0 1,-1 5 58,0 2 1,-3 4-144,0 3 1,-1 3-74,5 4 1,-5 0 117,1 1 0,0 4-13,3 3 1,0-2 64,1 2 0,0-1-129,3 4 0,2-3 86,5 0 1,0-6-89,0 2 0,0-3-10,0-4 1,5-3-82,2-4 1,6-2-420,2-1 1,4-4 234,-2-4 0,4 0-768,0 0 0,1-1 458,-1-2 0,-3 0-190,0-4 1,-2 4 54,2-5 730,-2 1 0,-1-4 0,2 1 0</inkml:trace>
  <inkml:trace contextRef="#ctx0" brushRef="#br0">16094 2348 9758,'0'7'1188,"0"0"0,0 0-965,0 4 1,1 3-283,3 1 0,-3 4 121,3-1 0,-3-2-254,-1 2 0,1 0-293,3 3 1,-2-4-587,5-3 0,0-1-808,4 2 1879,0-8 0,0 7 0,-1-8 0</inkml:trace>
  <inkml:trace contextRef="#ctx0" brushRef="#br0">17070 2369 8861,'0'-7'1163,"0"0"1,5 5-525,2-2 0,4-1-219,3 2 1,-1-1-369,5 4 1,3-3 55,4-1 0,4 0-1031,-4 4 1,5 0 617,-2 0 0,3 0-2384,2 0 2689,-6 0 0,4 5 0,-4 1 0</inkml:trace>
  <inkml:trace contextRef="#ctx0" brushRef="#br0">17703 2305 8525,'10'0'248,"1"0"0,-4 0-224,0 0 0,2 0-920,5 0 1,1 4 458,3-1 1,3 1 221,-4-4 1,4 0 214,0 0 0,5 0 0,3 0 0,-2 0 0,2 0 0,0 0 0,3 0 0,-5 0 333,-2 0 1,-3 0-89,-5 0 134,4 0 0,-9-4 0,2-1 364,-2-1 1,-1 4-188,-1-2 0,1 2-180,0-2 0,-1 3-338,1-2 0,3 2-621,1 1 0,4 0 317,-1 0 266,-3 0 0,5 0 0,-3 0 0</inkml:trace>
  <inkml:trace contextRef="#ctx0" brushRef="#br0">19761 2123 7774,'-10'-11'366,"-1"0"-150,0 1 1,4 0 212,0 3 1,0-3-98,-4 3 0,0 2 133,1 2 0,-6 2-69,-2 1 1,-2 1-163,-2 2 1,1 5 127,0 6 1,-2 7-98,-2 8 1,4 3 111,-1 4 0,2-2-44,6 6 1,0 1-109,7 2 1,2 1-22,5-8 0,0 0-282,0-4 0,9-5-212,2-2 1,3-7-250,0-3 0,3-5-813,4-3 1,4 2 685,0-6 0,2 1-1642,-2-4 2308,-3 0 0,9-5 0,-3-1 0</inkml:trace>
  <inkml:trace contextRef="#ctx0" brushRef="#br0">19911 2391 9077,'0'6'1668,"-3"0"-1430,-1-3 0,0 0 751,0 4 1,3 0-646,-3 4 0,2-1-140,-2 1 0,3 0-503,-3-1 0,3 2 277,1 3 1,1-7-133,3 3 1,-2-8 101,6 1 1,2-3-63,5-1 1,4-1-81,-1-3 0,-2-2-25,2-4 0,-4-1 231,4 0 0,-3 0-20,2 1 0,-3 4 111,0 2 0,-2 3-59,-2 1 0,1 0 160,0 0 1,3 5-65,0 2 1,2 6 8,-2 1 1,-2 4-160,2-3 0,-2 4-179,-1-2 1,0 1-1253,0 4 0,-4-7 205,0 7 1236,-5-3 0,8 2 0,-4 1 0</inkml:trace>
  <inkml:trace contextRef="#ctx0" brushRef="#br0">16630 2680 7774,'6'-11'-797,"-2"1"0,1 3 2621,-2-1-672,1 1-230,-4-3-138,5 4-523,-4 1 0,4 11-388,-5 5 1,-2 0 177,-1 7 0,0-3-570,-4 2 1,5 0 374,-2 1 0,3 2-969,1-2 1,5-1 1112,2 1 0,12-5 0,4 2 0</inkml:trace>
  <inkml:trace contextRef="#ctx0" brushRef="#br0">18700 2680 7773,'-5'-11'0,"4"4"542,-3 0 0,4 4-119,4-5 1,-2 6 295,5-2 0,2 3-277,5 1 0,-2 1-236,2 3 1,3 2-3,1 5 0,-3 1-668,0 2 1,-5 3-108,-3 4 1,2 0-477,-6 1 0,1 3 1047,-4 0 0,-10 5 0,-2-3 0</inkml:trace>
  <inkml:trace contextRef="#ctx0" brushRef="#br0">21166 2058 7773,'-1'-9'653,"-3"2"1,2-3-292,-5 3 0,4 1 373,0-1-485,-3 5 0,1 3 206,-2 9 0,-3 7-53,3 8 1,-2 3-76,-2 4 0,4 3-98,0 1 0,4 5-14,0-2 1,1-2-285,2-1 1,5-4 120,2-4 1,4-3-144,3-7 0,3-3 42,5-8 0,-5-3-201,1-4 1,0 0-1142,4 0 1,-6-1 666,-1-2 0,-4-3-503,0-5 0,-5 0 1226,-2 1 0,-8-1 0,-2 0 0</inkml:trace>
  <inkml:trace contextRef="#ctx0" brushRef="#br0">21134 2326 9130,'0'-6'2505,"3"1"-1978,1 1 1,9 2-540,1-6 1,5 2-572,3-1 1,5-2-698,5 2 1,5-2 1279,6 2 0,0-2 0,0 3 0</inkml:trace>
  <inkml:trace contextRef="#ctx0" brushRef="#br0">21874 1790 7773,'-11'0'552,"0"0"-336,0 0 1,4 0 567,0 0-376,5 0 0,-2 0 183,8 0-341,-3 0 1,9 0 133,-3 0 1,6 0-92,1 0 0,5 0 45,-1 0 0,2-3-100,2-1 1,-1 1 80,1 3 0,0-4-363,3 1 0,-2-5-268,2 5 0,-1-5-841,1 0 841,-3 4 0,5-6 1,-7 4-1131,-2 0 1,-3-2 698,-4 4-846,-5 1 1589,3 3 0,-12 0 0,2 0 0</inkml:trace>
  <inkml:trace contextRef="#ctx0" brushRef="#br0">22034 1780 7773,'-9'10'205,"1"1"612,0 0-373,6 0 0,-7 8-81,1 2 1,2 8 91,-1-1 0,5 8-212,-2 3 0,0 7 0,0-1-271,2-3 1,-1-1-180,0-5 0,1 1-422,-1-1 1,2-8 399,1 1 1,-5-5-297,-2-3 0,-2 0-508,2 1 1,-2-7 1032,2-4 0,-3 0 0,-1-5 0</inkml:trace>
  <inkml:trace contextRef="#ctx0" brushRef="#br0">21906 2305 11435,'5'-6'1487,"5"0"-1045,8 2 1,4 0-797,3-3 1,-2-2 260,6 6 1,-5-2-403,1 1 1,-2 3-291,-2-2 1,-8 6-1963,-2 4 2747,-8 3 0,-7 1 0,-8-1 0</inkml:trace>
  <inkml:trace contextRef="#ctx0" brushRef="#br0">21906 2423 7773,'-28'17'0,"3"-3"750,8-7-298,6-2 0,7-5 20,8 0 0,3 0 39,7 0 1,4-1-142,7-3 1,3 2-476,4-6 0,1 3 148,3-3 0,-3-1-850,3 2 1,2 1 323,1-1 483,-2-1 0,5-2 0,-4-1 0</inkml:trace>
  <inkml:trace contextRef="#ctx0" brushRef="#br0">2756 3677 7773,'0'-11'121,"0"1"0,-4 3 634,0-1-228,1 1 1,3 0 237,0 0-244,0 5-304,5 11 0,1 4 161,4 12 1,1 7-78,0 4 0,-4 6-8,0 4 0,-1 9-508,-2-23 0,-1 0 1,0 5-1,-1 0 180,-2 4 0,0 0 0,-2 4 0,-1 0-139,0 1 1,-1 1 0,-1 1 0,0 0 127,0 2 0,0 0 0,-1-6 0,1-1-128,-1-1 1,1-2-1,2-3 1,-1-2 52,0-4 0,1-2 0,1 25-883,-2-7 0,3-11 414,1-7 0,1-9-249,3-13 1,5-7 838,5-7 0,5 3 0,-2-1 0</inkml:trace>
  <inkml:trace contextRef="#ctx0" brushRef="#br0">3259 4009 8241,'-4'-6'-72,"-2"2"589,-5 4 1,-1 1-260,-2 2 1,-8 8-71,-6 7 0,-3 7-174,-1 4 0,-4 3-26,0 4 0,-3 2-603,3 5 0,-3-1 409,3 1 1,5-5 204,6-2 0,4-4-30,3-3 1,7-4 328,7-7 0,3-3-163,1-4 0,1 0 41,3-1 1,6 6 290,4 2 0,1-2-196,0 2 0,1-1 445,6 1 0,0 2-368,3-2 1,-1-1-161,5 1-114,-5-5 0,7 2-353,-3-4 1,3 0 0,1-1-917,1 1 352,-1 0 0,-4-1 843,1 1 0,-5 5 0,2 0 0</inkml:trace>
  <inkml:trace contextRef="#ctx0" brushRef="#br0">2949 5542 8317,'5'8'958,"-1"-1"0,1 0-512,-2 4 1,1 5-95,-4 6 1,0 10-124,0 11 1,0 6 111,0 8 1,0-26 0,0 1-422,0 1 0,0 2 0,0 1 1,0 0 196,0 0 0,0 0 0,0 0 0,-1 0-397,-1 0 1,0 0-1,2-3 1,-1-1 186,-1-1 0,0-1 0,-2 26-1293,0 1 1,-1 1 709,2-5 1,2 3-1013,-3-6 1688,-2-2 0,1-4 0,-2-5 0,4 2 0,1 0 0</inkml:trace>
  <inkml:trace contextRef="#ctx0" brushRef="#br0">2702 7268 7773,'-6'0'1462,"1"0"-737,5 0 0,3 4-254,4-1 0,9 6 327,13-2 1,8 1-318,6-1 1,3 2-222,4-6 1,3 1-498,-3-4 0,-3 0-285,0 0 0,-8 0-99,-3 0 0,-7-4 483,-4 1 0,-8-1-1637,-2 4 0,-8 1 1775,-4 3 0,-11 2 0,-4 5 0</inkml:trace>
  <inkml:trace contextRef="#ctx0" brushRef="#br0">2970 7343 7773,'-11'5'0,"1"1"179,-1 5 0,0 1-72,0 2 0,4 7 1107,0 8 1,4 7 67,-5 3 1,5 6-701,-4 2 1,3 3-948,-3-4 0,1 1 376,-1-4 1,1-2-390,2-1 0,3-5 313,-2-6 0,1-4-2531,2-7 1296,0-3 1300,5-9 0,-4-11 0,4-7 0</inkml:trace>
  <inkml:trace contextRef="#ctx0" brushRef="#br0">2873 7815 7773,'11'-6'0,"0"-2"973,0 4 1,1-3-190,2 3 0,3-3-71,4 4 1,4-2-558,0 1 1,5 3 72,-2-2 1,0 1-1137,0 2 0,-7 0 598,0 0 0,-7 2-456,1 1 1,-8 8 444,-4 7 1,-3 2-1367,-3 1 1686,-8 6 0,-10 0 0,-7 5 0</inkml:trace>
  <inkml:trace contextRef="#ctx0" brushRef="#br0">2949 8062 7773,'-24'14'305,"2"0"0,0-3 230,7-4 578,1-5-740,8 3 0,3-5-58,6 0 1,4 0-7,8 0 0,1 0-105,6 0 0,4-5-379,2-2 0,1-2 195,3-2 1,-3 4-1332,3 0 1,0 4 1310,-3 0 0,2-3 0,1 0 0</inkml:trace>
  <inkml:trace contextRef="#ctx0" brushRef="#br0">3066 8587 7773,'-4'-6'1243,"-2"1"1,0 6-832,2 3 1,3 11-125,1 10 1,0 6-73,0 5 1,0 5-320,0 9 1,1-4-191,3 8 0,-3-3 114,3 2 1,-3 2 212,-1 2 1,0-1-1974,0 5 1649,0-5 0,-4-24 0,-2-1 1,-6 29-1</inkml:trace>
  <inkml:trace contextRef="#ctx0" brushRef="#br0">2595 10163 7729,'1'9'627,"2"-2"1,0 2 219,4-6 1,1 1-360,7-4 0,3 0 117,7 0 0,8-3-237,10-4 1,2-1-595,9-10 0,-2 4 0,-22 5 0,1 0 1,24-4-596,-2-2 0,-4 4 346,-6 0 0,-6 4-96,-5 0 0,-9 4 571,-9 0 0,-7 6 0,-2 3 0</inkml:trace>
  <inkml:trace contextRef="#ctx0" brushRef="#br0">2895 10088 7729,'-5'10'0,"0"2"514,-2 2 1,-1 7-258,4 4 0,-3 9 670,4 2 1,-2 6-303,1 4 1,3 5-464,-2 3 1,1 1 86,2-9 0,0 4-25,0-3 1,0-1-588,0-3 1,0-1 292,0-3 1,0 3-974,0-3 0,0 6 554,0 2 1,0 3-1760,0-4 2248,0 5 0,-3-6 0,-1 3 0,2 4 0,1 2 0</inkml:trace>
  <inkml:trace contextRef="#ctx0" brushRef="#br0">2841 10634 7729,'12'-14'1281,"3"0"0,-2-1-518,5 5 0,1 0-316,6 3 1,2-1 67,5 4 1,0 1-143,0 3 1,5-4-530,3 0 0,-2-5 171,1-2 1,0-4-300,4-7 0,0 1 0,0-1 1</inkml:trace>
  <inkml:trace contextRef="#ctx0" brushRef="#br0">24211 1919 7692,'-5'-11'484,"-2"1"0,-1-1-170,1 0 0,-3 2 280,3 2 0,0 2-185,-4 5 0,2 0-189,-9 0 0,-1 9-101,-6 6 0,-3 4-91,-4 2 0,-2 2-48,1 2 0,1-3 99,11 3 0,3-2 90,11-2 1,2 1-39,5-1 1,11 1-171,7-1 1,4-3 100,10 0 0,-2-1-130,6 0 0,-6-1 37,-2-5 0,-4 3-82,1 0 1,-5 4 198,-5-4 0,-2 1-59,-10-5 0,0 5 278,-7-1 1,-7 4-110,-6-4 1,-4 4-2,0-4 0,-2 1-77,-2-5 1,4 1-109,-1 0 1,5-5-723,2-3 1,7-2 419,-3-1 0,8-4-922,-1-3 0,3-3 537,1-1 0,1-4-293,3-3 0,5-6 642,5-1 1,5 0 327,-1 4 0,3-6 0,0 0 0</inkml:trace>
  <inkml:trace contextRef="#ctx0" brushRef="#br0">24275 2112 7692,'10'-7'0,"-3"0"0,3 1 1578,-3-1-1094,2 2 1,-3 7 213,-2 5 1,1 5-262,-2 10 0,1 0 107,-4 3 0,-4-1-206,1 5 0,-4-5-285,3 1 0,0-3-482,4 0 0,0-6 356,0-1 0,2-5-575,1-2 0,7-4 320,4-4 0,9-6-601,-2-4 0,4-6 322,0-5 0,-1-4 299,5 0 1,-7 0 200,0 3 0,-2-3 152,-6 0 0,0 0 86,-3 4 1,-1 0-175,-3 4 1,-2 5 1348,-5 5-561,0 4-117,0 13 0,-5 3-203,-2 12 0,1-1 45,-1 1 1,1-3-459,-2 3 1,0 2 47,5-2 1,-1 0-333,4-4 1,0-1 209,0-2 0,0-1-1345,0-3 0,5-3 102,2 0 1305,2-6 0,12-5 0,1 0 0</inkml:trace>
  <inkml:trace contextRef="#ctx0" brushRef="#br0">24951 2144 7692,'0'-11'-1164,"0"4"873,0 0 1,-5 5 1715,-2-2 0,-2 3 48,-2 1 1,-1 6-835,-2 5 0,-2 4-226,-2 7 1,-1 4-93,5 2 1,0 3-289,3 2 1,1-1 64,3 0 1,4-1-752,6-3 0,4-3 456,8-7 0,6-7-677,8-7 1,3-6-55,4-5 1,1-5-235,2-9 1,-1-4 471,-2 0 0,-7-5 690,4 2 0,1-3 0,4-2 0</inkml:trace>
  <inkml:trace contextRef="#ctx0" brushRef="#br0">25423 1726 7692,'0'-15'0,"0"3"671,0-3 1,0 7 245,0 1-306,0 5 1,0-2-247,0 8 1,0 3 111,0 7 0,-4 7-91,1 8 1,-6 2-80,2 1 0,-2 6-253,-2 5 1,0 2-252,0 9 1,-4 2 82,6-24 0,0 0 0,-1 1 0,-1 0 112,-2 1 0,1 0 1,0-3-1,0 0 75,-3 1 1,1 0-1,-6 19-441,-1-4 0,10-15-2027,0-14 1834,7-3 0,6-15 177,8 0 1,2-9-42,6-9 0,4-4 100,3-3 0,0 1 242,-4-4 1,-1 4 263,-2-1 1,1 1 86,-4-1 0,-1 6-180,-3-2 0,-4 8 1434,0 2-1024,-5 5 1,3 7 6,-5 3 0,0 6 90,0 8 1,0 3-179,0 0 0,-4-3-339,1 0 1,-1-2 34,4 2 0,0-1-399,0-3 0,0-2 235,0 2 0,0-2-952,0-1 1,0 0 183,0-1 1,0 1-712,0 0 1530,-4 0 0,-2-1 0,-5 1 0</inkml:trace>
  <inkml:trace contextRef="#ctx0" brushRef="#br0">25852 2208 7693,'-12'-3'866,"-3"-1"1,7 1 172,-3 3 74,3 0 1,2 1-515,3 3 0,4-2 233,6 5 0,6-1-327,12 1 1,7-2-117,7-5 0,9 0-891,6 0 0,4-8 258,-26 3 1,0-1 0,1-5 0,0-1-458,1 0 1,0-1-1,-3 0 1,-1 0 309,0-1 0,0-1 0,20-8-3033,-7-2 3424,-5-3 0,-10 6 0,-2-5 0</inkml:trace>
  <inkml:trace contextRef="#ctx0" brushRef="#br0">26366 1823 7693,'-10'10'0,"-5"2"348,1 3 1,-1 2-169,0 8 1,0 11 1210,-3 7 1,-4 8-481,1 3 0,1-1-852,9-24 1,0 0 0,-1-1-1,0 1-213,-5 24 0,-1-6 151,7-11 0,5-8-965,2-3 0,13-8 580,5-6 1,11-8-902,7-10 1,5-6-43,6-12 1331,5-3 0,-4-4 0,4 0 0</inkml:trace>
  <inkml:trace contextRef="#ctx0" brushRef="#br0">26924 1587 7695,'-6'-1'3,"2"-3"1,0 4-3,0 0 0,-4 10-1,1 7 0,-4 13 0,-3 6 0,-3 10 1564,-5 8 1,10-25 0,-2 1-1145,0 4 0,0 0 0,-2 1 0,-1 1-277,0 1 1,-1 1 0,0-3-1,-1 0-283,-1-1 0,0 0 0,4-4 1,0-2-492,-9 22 0,9-12 566,5-13 1,6-12-256,9-5 0,6-6 56,8-2 1,7-6-152,4-5 1,2-4 70,1-7 0,1 0-156,3-3 0,-3 2 137,3-2 0,-4 4 65,-3 3 1,-6 6 388,-6 5 1,-3 4-121,0 0 0,-7 8 1123,-3 5 1,-4 7-827,-4 8 0,-3 2 655,-7 6 0,2-5-398,-3 1 0,7-5 76,1 1 1,1-3-281,-1 0 1,2-6-163,5-1 0,1-8-430,3-4 1,7-3 239,6-3 0,8-8-1221,4-7 0,7-3 656,3-4 0,3-3-1189,1-4 0,0 0 1006,-1 0 1,3-4 542,1 0 1,-23 17-1,0-1 236,4 2 0,0 0 0,20-15 0,3 8 0,-8-6 277,-6 2 1,-7-12-241,-15-13 0,-4 10 2474,-10 1-1862,0 17 0,1 10 680,2 13 0,-1 14-664,1 10 1,-2 16 174,-1 17 0,0-1-453,0 4 0,-4-7 235,-4-3 1,-2-9-40,-5-6 1,2-5 365,-5-5 1,5-2-1709,-1-2 1,1 2 525,-1-2 1,1 1-894,-5-1 1,6 1 672,1-5 0,4 1-1453,3-5 1081,3 1 328,-4-5 1,9-2 35,-1-8 0,1-2 156,-4-5 1,-1 0-183,-3-4 0,-5 3 91,-6-2 1,-4-4-46,2-3 0,-5-2 97,-3-5 1,6 4 497,-2-1 1,7 0 153,4 3 1,5 3 320,9 8 1,7 6-290,11 1 0,10 9 325,11 5 1,9 6-265,-22-6 0,1 1 0,0 0 1,0-1-243,-1-1 1,1-1-1,-1 0 1,1-1-950,22 0 1,-6-2 267,-12-5 522,4 0 0,-4-4 0,1 1 0,-5-1 0</inkml:trace>
  <inkml:trace contextRef="#ctx0" brushRef="#br0">15076 2058 7756,'0'-14'0,"0"0"0,0 0 443,0 3 1,0 0 321,0 0-26,0 1 0,3 3 351,1-1-587,4 6 1,-3 2-312,2 7 0,-2 4 23,-5 3 0,0 6-511,0 5 0,0 5 243,0-1 0,-4 2-935,1 1 1,-5 1 522,5 3 1,-5-3-970,0 3 0,-1-3 242,-2 0 1077,0 4 0,1 1 0,-1 4 1</inkml:trace>
  <inkml:trace contextRef="#ctx0" brushRef="#br0">14968 2691 7756,'-4'17'-1112,"1"-2"556,-4-4 2799,5-1-1934,-3 1 1,10-1-95,2-3 0,2 1-1527,2-4 1312,5 4 0,0-2 0,6 5 0</inkml:trace>
  <inkml:trace contextRef="#ctx0" brushRef="#br0">8610 4374 7756,'-11'-12'0,"1"-2"0,2 2 457,1-3 1,4 4-60,-4 0 1,4 0 1202,0 0-533,1 1-609,2 4 0,6 1-34,5 5 1,5 5-170,5 2 0,2 7 145,2 4 1,3 3-75,8 5 0,-5-1-234,5 7 1,-5-1-107,4 8 1,-5 5-170,-1 6 0,-7 6 6,-10-28 1,-2 1-1,-1 1 1,-3 1-152,2 26 1,-5-27 0,-1 1-69,2 26 0,-3-11 197,3-10 1,-3-8 250,-1-11-258,0-1 320,-5-10 1,4-2 58,-3-8 1,3 0-214,1-6 1,0 0 423,0-8 0,0 0-603,0-3 1,0-4 45,0 0 1,0-5 91,0 2 0,0-3 87,0-2 1,0 0-93,0-3 0,0 2 85,0-6 0,0 5-89,0-5 1,1 4 168,3 0 0,3 0-52,7 7 1,3 4-211,5 4 0,-1 1-512,1 5 0,0 6 309,3 5 1,-2 3-755,2 1 1,0 0 540,-4 0 1,2 5 597,-9 2 0,1 3 0,-5 0 0</inkml:trace>
  <inkml:trace contextRef="#ctx0" brushRef="#br0">9468 4481 9484,'11'0'1543,"-1"0"0,1-1-1001,0-3 1,1 3-944,2-2 1,-1 1 321,5 2 0,-4-3-430,4-1 0,-5 1 418,1 3 1,-2 1 90,-1 2 0,0 3 0,0 5 0</inkml:trace>
  <inkml:trace contextRef="#ctx0" brushRef="#br0">9500 4674 7756,'-11'0'525,"1"0"0,2 4 75,1-1 1376,5 1-851,-3-4-455,15 0 1,2 0-260,9 0 0,2-4-319,2 1 1,1-6 23,2 2 1,3-1-1250,-2 1 0,-2-2 747,2 6 0,-4-1 386,4 4 0,-1-5 0,4-1 0</inkml:trace>
  <inkml:trace contextRef="#ctx0" brushRef="#br0">10658 4310 7756,'-11'0'0,"1"3"326,-1 1 0,4-1 338,0-3 792,4 0-525,-2 0-375,15 0 1,5 0-139,10 0 0,5 4-166,-1-1 1,2 1-194,1-4 1,4 0 41,-1 0 1,2 0-436,-1 0 0,-3 0 293,3 0 0,-4-5-1294,-3-2 1,-4 1-80,-7-1 1414,-3 5 0,-13-8 0,-4 4 0</inkml:trace>
  <inkml:trace contextRef="#ctx0" brushRef="#br0">10754 4385 7756,'-10'0'443,"-1"0"730,0 0 660,1 0-1340,-1 4 0,7-1-15,8 4 0,3-4-104,11 5 0,1-5 32,6 4 1,-1-4-82,4 0 0,-3-1-341,4-2 1,-5 3-199,1 1 1,-4 0-180,-3 0 0,-4-2-347,-6 6 0,-4 2 392,-4 5 1,-6 5-81,-4 1 0,-11 5 69,-7 7 0,-2-1 154,1 0 0,-2-1-10,3-3 0,2 2 472,1-5 1,3-3 384,4-4 631,8-5-656,5 2 0,11-9-248,5-2 1,4-3-1,6-1 1,7-1-103,4-3 0,0 2-186,4-5 1,1 3 93,-1-3 0,1 3-695,-2-3 0,-1 5-287,1-2 0,-1 3-645,-2 1 0,1 0-1068,3 0 2520,-7 5 0,11 1 0,-7 4 0</inkml:trace>
  <inkml:trace contextRef="#ctx0" brushRef="#br0">12052 4460 7756,'0'-17'320,"0"3"0,0 1-17,0-2 0,0 3 316,0-2 0,0 1-221,0-1 0,0 5 717,0-1-718,-5 1 0,-1 0-308,-5 2 0,-3 3 71,0 8 0,-2 2-111,2 4 1,-1 7 87,-3 4 1,1 2 77,3 6 0,2 4-17,-2 6 1,3-1-67,4 2 1,-2-5-233,6 5 1,-1-5 62,4 5 1,0-7-206,0-1 0,1-5-44,3-10 1,2-1-187,5-5 1,4-5-1147,3-3 0,2-3 740,2-3 0,0-5-320,3-6 1198,-7 2 0,12-8 0,-7 3 0</inkml:trace>
  <inkml:trace contextRef="#ctx0" brushRef="#br0">12288 4653 7756,'7'0'197,"0"0"829,-5 0 0,4 0-424,-2 0 1,-2 0 850,6 0-723,-6 0-643,7 4 1,-4 2-524,2 5 0,-1 0 363,-2-1 1,-3 1-1067,3 0 1,0-4 187,0 0-378,4 0 1329,-6-1 0,7 4 0,-3-4 0</inkml:trace>
  <inkml:trace contextRef="#ctx0" brushRef="#br0">12363 4481 7756,'0'-11'0,"0"4"285,0 0 0,-4 0 444,1-4 1,0 4-217,7 0 0,3 3-134,7-3 0,2 5-1150,2-2 1,2 3 529,-2 1 0,2 0 241,2 0 0,4 0 0,1 0 0</inkml:trace>
  <inkml:trace contextRef="#ctx0" brushRef="#br0">13274 4256 7756,'6'-11'0,"3"4"30,-6 0 1,2 0 143,-2-4 1,0 2 693,4 1-200,-5-1-363,8 3 0,-8 0-91,5 2 1,-4 9-28,0 6 1,-1 4 27,-2 7 0,0 4-34,0 3 0,0 2-128,0 1 1,-2 0 111,-1 0 0,-4 1-291,-8 3 1,-1-3 90,-6 3 0,1 0-95,-1-4 0,1 1 73,-1-8 0,1-1 136,0-6 1,3-4-53,0-6 1,4-4-60,-4-4 0,5 0-14,-2 0 1,5-4-116,2-4 0,-1-1-10,2-2 0,2 0 117,1 1 1,3-5-78,1 1 0,0-5 62,0 1 0,0 2 66,0-2 1,0 5-71,0-2 0,1 3 230,3 2 0,-2 4 50,5 2 0,-3 3-135,3 1 1,4 1 124,3 3 0,2 2-78,-2 4 0,-1 6-142,5 2 1,0-2 105,3 2 1,0-3-528,-4 2 1,4-3-135,-3 0 1,5 1-390,2 0 1,0-1 135,-3-3 1,-1-5 830,1-3 0,-1 3 0,1 0 0</inkml:trace>
  <inkml:trace contextRef="#ctx0" brushRef="#br0">13564 4620 7901,'0'-5'1802,"1"0"-1289,3 5 0,-2 0-357,5 0 0,0 0 46,4 0 0,0 0-73,-1 0 0,1 5 40,0 2 1,-4 2-152,0 2 1,-1 1 27,1 2 0,-2-2-110,-5 2 0,1-2-742,3-1 484,-3 0-1253,4-1 737,-5 1-724,0-5 1562,0-6 0,4-11 0,2-5 0</inkml:trace>
  <inkml:trace contextRef="#ctx0" brushRef="#br0">13660 4406 7756,'-6'-11'622,"3"1"0,2 2-55,1 1 0,0 0-172,0-4 1,1 2 306,2 2 0,8-3-1806,7 3 1,3 1 1103,4-1 0,3 0 0,4-4 0</inkml:trace>
  <inkml:trace contextRef="#ctx0" brushRef="#br0">19815 2423 7756,'7'0'-250,"0"0"1,-4-1 1019,0-3 23,3 3-1,-5-4-248,4 5-140,0 0 51,-4 0-152,4 0 64,-5 0 0,0 5-153,0 2 1,0-1-13,0 1 1,-4 0 12,1 4 0,-2 1-606,1 2 1,3-2 134,-2 2 1,-2 2 92,1-2 0,-3 5-33,4-1 1,-2-2 14,1-2 51,3-2 1,-7 2-157,4 0 238,1 1 0,3-5-331,0 1 259,0-5 1,0 0-542,0-2 95,0-3-128,0 4-839,0-5 1533,4 0 0,-3-5 0,9 4 0,-4-4 0</inkml:trace>
  <inkml:trace contextRef="#ctx0" brushRef="#br0">7666 6025 7756,'-7'6'-37,"0"-3"1470,0 3-490,-4-5 152,5 9-630,2-9 0,5 4-37,2-5-308,3 0 1,9 0 62,-1 0 1,5 0-67,-1 0 1,6-4-160,1 1 0,0-4 208,-4 3 0,2-3 49,2 3 0,-3 0-383,3 0 0,-6 3-75,-1-3 1,0 3-68,4 1 0,-6 0 153,-1 0 1,-3 0 118,-2 0 1,-3 1 22,1 3 1,-2-1 12,1 8 1,1-1 3,-4 7 1,-1 3 6,-3 5 1,0 3 37,0 8 0,0 3-46,0 8 0,0-1-233,0 8 1,-3-7 270,-1 7 0,-3-9-1,3-2 1,1-5 24,3-6 1,0-5 121,0-6 1,1-4-441,2-7 230,-1-4 1,4-2-1402,-3-8 677,-2 3 0,4-8-78,-5 1 0,0 3 104,0-3 1,-5 1 722,-2-3 0,-2-1 0,-12 0 0,-1 0 0</inkml:trace>
  <inkml:trace contextRef="#ctx0" brushRef="#br0">7699 6486 7756,'-8'-4'0,"1"1"0,4-1 500,-4 4-70,4 0 237,-2 0 1,7 0-240,1 0 1,7 0 12,4 0 1,5 4-186,-1-1 1,-1 1-222,0-4 0,1 0-591,4 0 0,-1 0 439,1 0 0,-1 0-423,1 0 1,-2 0 289,-2 0 1,1 0 249,-5 0 0,0 0 0,-3 0 0</inkml:trace>
  <inkml:trace contextRef="#ctx0" brushRef="#br0">7645 6797 8292,'-6'4'2351,"1"-2"-2107,10 2 0,1-4 1,7-1 61,5-2 0,1-2-220,10-2 1,-1-3 77,4 3 0,2-3-649,1 0 1,0-1-274,4 0 0,-4 5 758,1 3 0,2-3 0,0 0 0</inkml:trace>
  <inkml:trace contextRef="#ctx0" brushRef="#br0">9135 6432 7756,'0'-7'-885,"0"0"1,0 3 1744,0-3-456,0 5 1,0-8-56,0 3 0,0 1 120,0-1 29,0 0-287,0-4 1,0 0 0,0 1 147,0-1 1,0 4 253,0 0-189,0-1-300,0-2 0,-1 0 51,-2 3 0,0 1-66,-4 3 1,0 1-296,-4-1 197,1 2 0,-1 7 9,0 4 1,-3 3-158,-1 9 0,1 2 66,3 8 0,1 5-99,-1 2 104,0 7 0,2-1 1,2 1-304,3-2 409,3-6 1,1-2-8,0-7 0,5-12-16,2-6 0,6-9 1,2-2-49,2-5-143,1-10 1,7-1 57,0-6 1,0-4-176,-4-3 0,1-6 71,-1-5 1,1 3 184,-1 2 0,-1 0 1,-2 1 199,-3-2-106,1-5 1,-5 8 258,0-3 0,-2-1-189,-5 2 1,-1-6-5,-3 2 1,0-2 0,0 2 59,0 3-132,0 3 1,2 4 68,1 1 0,-2 12 507,3 2-80,-3 9-396,-1 0 0,-3 10-64,-1 2 0,-4 6 23,0 2 1,3 5 0,-3 0 53,0 4 0,-1 6-103,-2-2 1,0 5-148,0 2 0,1 0-59,-1 4 1,0 0-270,0 4 0,1 1-169,-1 3 0,0-2-76,1 5 1,2-5 80,1 2 1,5-8 77,-2-3 1,3-8-53,1-3 0,5-8 134,2-6 0,4-2-13,3-5 1,-2-2 428,2-5 0,3 2 0,0-4 0</inkml:trace>
  <inkml:trace contextRef="#ctx0" brushRef="#br0">9414 6561 9965,'1'6'500,"3"-3"0,-3 3-285,3 1 0,-3 1-56,-1 2 1,0-1-11,0 5 0,0 1-99,0 0 0,0 4-403,0-1 0,0-3 258,0-1 1,0 2-1647,0-2 854,0 0 887,0-8 0,5-1 0,1-5 0</inkml:trace>
  <inkml:trace contextRef="#ctx0" brushRef="#br0">9479 6421 7756,'-5'-6'1979,"4"-3"-239,-4 8-672,5-9-1320,0 9 0,5-4 196,2 5 0,2 0-1163,2 0 1,3 1 257,1 3 961,-1 2 0,1 5 0,2-1 0</inkml:trace>
  <inkml:trace contextRef="#ctx0" brushRef="#br0">9693 6754 7756,'6'4'-386,"-1"-1"2153,-5 4-1135,0-5 0,0 4-152,0-2 1,3-2-285,1 5 0,3 1 32,-3 2 0,3 1-88,-4 0 1,4 3 61,-3 0 0,3 5-139,-3-1 0,-1 7 84,-3 4 0,0-2-234,0 2 1,-1-5 16,-2 1 0,-2-3-59,-2 0 1,-2-6-250,6-1 0,-6-3 207,2-2 0,1-4-788,-1-2 0,0-3 448,-4-1 0,1-1-418,-1-3 1,0-3 928,0-7 0,1-8 0,-1-5 0</inkml:trace>
  <inkml:trace contextRef="#ctx0" brushRef="#br0">9725 6496 7756,'5'-10'500,"-4"3"150,3-1 1,2 5 313,1-4 0,-1 4-435,1 0 1,0-2-992,4 1 0,3 1 362,0 3 1,5-4-2723,-1 1 2822,7-1 0,-2 4 0,3 0 0</inkml:trace>
  <inkml:trace contextRef="#ctx0" brushRef="#br0">10572 6325 7756,'5'-11'-169,"-4"0"-254,3 1 935,-3-6 1,-1 4-97,0-2 1,0 6 19,0 1 0,0 3 185,0-3-437,-5 4 1,-1-1-3,-5 4 0,0 1-79,-4 2 0,3 3 44,-2 5 0,-3 5 68,0 2 0,0 2-221,-1 1 1,1 5 40,-1 3 1,-2 7-80,2 3 1,3-1 19,0 1 0,4-3-44,0 3 0,5-3 20,2 4 1,3-11 178,1 0 0,5-9-137,2-2 1,6-8 51,1 0 0,2-6-105,-2-1 0,2-1 103,2-2 0,2-2-545,-2-1 1,-2-3 222,2-5 0,-1 0-931,1 1 1,-1-1 37,-3 0 1171,-7 1 0,7-1 0,-8 0 0</inkml:trace>
  <inkml:trace contextRef="#ctx0" brushRef="#br0">10390 6539 7756,'-11'0'-160,"0"0"1595,1 0-415,4 0-568,-4 0 1,10 0 184,0 0-506,10-4 1,3 2 70,5-1 1,0-2-316,3 1 1,2-3-919,2 4 0,-1-4 621,4 3 1,-3-1-1375,4 2 1784,-5 1 0,7-7 0,-4 3 0</inkml:trace>
  <inkml:trace contextRef="#ctx0" brushRef="#br0">11173 6003 7756,'6'0'903,"-2"-4"-566,-4 2 1,0-4 1146,0 3-566,0 2 170,0-4-286,0 5-585,-4 0 0,1-4 187,-4 1-223,5-1-25,-3 4 1,4 0-110,-3 0-32,3 0 102,-4 0-185,5 0 92,-5 0 308,4 0-180,-4 0-210,5 0 1,5 1 93,2 3 0,4 1-75,3 2 1,3 2 57,5-1 1,0 5-329,3 1 0,3 0 118,4-3 1,-1-2-451,-3-1 1,2 0 260,-5-4 1,0 0-552,-3 0 1,-6-3-785,-1 3-380,-4-3 2095,-5-1 0,-10-5 0,-8-1 0</inkml:trace>
  <inkml:trace contextRef="#ctx0" brushRef="#br0">11248 6078 7756,'-6'5'0,"-4"0"603,3 2-338,2 3 0,-3-4 219,4 4 1,1 1 268,3 0 0,0 4-290,0 3 1,0 3 7,0 4 0,0 4-145,0 7 0,0 7-285,0 7 1,0 3-166,0 4 0,-1-5 168,-3 1 0,-1-1 118,-2 1 0,-2-6-660,1-1 1,0-14 274,1 0 0,2-11-21,5-7-174,0-2 80,0-6 0,1-4 338,3-9 0,2 0 0,5-9 0</inkml:trace>
  <inkml:trace contextRef="#ctx0" brushRef="#br0">11173 6475 7768,'0'-11'1333,"0"5"0,4 2-600,4 4 0,2 0-215,5 0 0,1 0 0,6 0 1,5 0-501,5 0 1,2-5 38,5-2 0,0 1-1187,4-1 0,-1 1 710,-3-2 1,-2 0 419,-5 5 0,5-6 0,1 3 0</inkml:trace>
  <inkml:trace contextRef="#ctx0" brushRef="#br0">13478 6325 7756,'0'-16'501,"0"-1"1,0 0-100,0-1 0,-4 5 1296,1-1-1190,-1 2 0,-1 2-233,-2 3 0,-2 3-73,-2 8 0,-1 3-229,-2 7 0,-4 3-82,-7 5 0,2 4 20,-2 2 1,3 0-111,0 0 1,6-4 141,1 1 0,5-2-96,2-2 0,4-4-8,4-3 1,8-3 143,3-4 0,10 3-27,1-3 1,3-1 188,0 1 1,-3-1 44,3 1 0,1 3-164,0-3 1,-6 2 39,-6 2 1,-2 0-19,-1-1 1,-2 1 77,-2 0 0,-2 0-72,-5-1 0,-5 1-96,-2 0 0,-2-1 25,-2 1 1,-1-1-136,-2-3 0,1 1-347,-5-4 0,1-1 233,-1-3 1,2 0-1618,1 0 1307,3 0 1,-3-4-693,4-4 1268,5-6 0,-3-7 0,3-7 0</inkml:trace>
  <inkml:trace contextRef="#ctx0" brushRef="#br0">13639 6421 7756,'11'11'1312,"-2"0"-724,-2 0 1,2-1 474,-6 1 1,1 1-551,-4 2 1,0-2-213,0 2 1,0-2 265,0-1 0,0 0-176,0-1 0,1-2-1077,2-1 536,-1-5-390,7 3 1,-3-6 364,5-3 0,1-5-946,2-6 1,-2-4 212,2 1 1,-1-5 443,2-2 1,-3 0 339,2 3 1,-3-3-44,-4 0 1,2 0 342,-2 4 1,-2 4-202,-1 3 0,-2 5 405,2 2 0,-3 6-11,3 1 0,-3 6 156,-1 8 0,0 3 22,0 4 0,0 1-185,0-1 1,0 1-110,0-1 0,0-1-19,0-2 1,0 1-785,0-4 0,1-1 381,2-3 0,0-1-1234,4 1 0,0-1 118,4-3 1285,0-3 0,4 1 0,2 1 0</inkml:trace>
  <inkml:trace contextRef="#ctx0" brushRef="#br0">14271 6261 7756,'2'-17'-261,"1"3"737,-2 2 1,3 2 286,-8 3-358,-2 2 1,-4 11-57,-1 5 1,-1 1 42,-2 6 1,2 3-35,-2 4 0,0 5-5,0-1 1,3 2-602,1 1 1,0-4 224,7 1 0,-1-5-545,4 1 1,0-4 351,0-3 0,5-4-500,2-7 0,7-2 293,4-5 1,2-5-259,2-2 1,-1-7 680,1-4 0,-1-2 0,1-2 0</inkml:trace>
  <inkml:trace contextRef="#ctx0" brushRef="#br0">14647 5789 7756,'0'-7'1165,"0"0"-304,0-1-169,0 3 0,0 2-247,0 10 0,-1 6 134,-3 12 1,2 9-204,-6 9 0,5 0 193,-4 3 1,0 4-508,-4 4 0,0 0 49,6-23 0,-1-1 0,-4 26-401,-1 1 0,0-7-68,1-3 1,0-8-1666,3-3 1479,2-12 0,6-10-141,3-14 1,3-10 216,7-7 1,-1-7 90,5-1 0,-3-5 152,2 1 1,-2-2 122,3-1 0,-4 5 476,4 2 0,-6 2-420,-2 2 0,1 4 605,-4 3 1,-1 7-302,1 3 0,-4 5 412,0 6 0,-1 6-258,-2 12 1,0 3 58,0 4 1,0 0-207,0 0 1,0-3-229,0 0 1,1-6-432,2 2 1,2-3 306,2-4 0,6-4-2766,-2-7 2853,2-2 0,-2-5 0,0 0 0</inkml:trace>
  <inkml:trace contextRef="#ctx0" brushRef="#br0">15494 6250 7732,'-11'-5'0,"0"3"805,1-5-102,-1 4-126,5-2 0,2 7 30,8 1 1,8 0 153,9 4 1,7-1-423,7 1 0,4-1-127,3-3 1,1-1-655,0 1 0,-1-2 365,-3-1 1,7-4-1168,-4-4 0,-1-2 638,-5-5 1,-4 2-1194,-4-5 1799,-6 1 0,-2-5 0,-3 1 0</inkml:trace>
  <inkml:trace contextRef="#ctx0" brushRef="#br0">15891 5928 7732,'-11'0'0,"0"0"425,0 0 1,1 6 302,-1 5 1,0 6-286,0 8 0,1 8 249,-1 10 1,0 6-622,1 8 1,-1 2 177,5-26 0,1-1 0,-2 26-11,0-4 1,4-7-1044,0-7 0,3-6 476,3-9 0,5-9 39,6-13 1,3-7-868,4-7 0,5-9 452,3-9 1,5-3 704,2-4 0,-3 2 0,0-6 0,1 1 0</inkml:trace>
  <inkml:trace contextRef="#ctx0" brushRef="#br0">16266 5628 7732,'1'-17'544,"3"3"0,-3 2 299,2 2-107,-1-1 0,-2 7-288,0 8 0,0 8 175,0 13 1,-4 3-137,0 8 0,-4 2 45,1 5 0,-3 1-508,0 3 0,-5 1 176,1 6 0,-5 3-314,1 0 0,1-1 339,0-6 0,3-3-1213,0-8 0,7-11 0,3-11 332,3-8 0,10-6 77,1-6 1,8-7-67,0-4 1,1-5 372,-1 1 1,1 2-226,-5 2 490,5 2 0,-7 3-262,3 2 0,-5 3 449,-3 8 0,-1 2-203,-2 4 1,-3 2 696,3 2 1,-3 2 367,-1 2 0,0 1-550,0-5 1,0 5-116,0-1 1,0-2-94,0-2 0,0-2-318,0-1 183,0-1-467,5-4 0,1-1 239,4-5 1,2 0-672,3 0 0,-2-6-107,5-5 0,-1 1 391,5-5 0,-1-1 143,1-2 1,-1 2 122,1 2 0,-2 3 429,-2 4 1,-3 2-222,-4 5 1,-1 2 324,-3 1 0,-3 8-209,-4 7 1,0 3 1025,0 4 1,0-2-474,0 2 1,0-4-237,0-3 1,5-2-920,2-6 0,5-5 344,6-5 0,1-9-1512,10-9 1,4-11 833,7-3 1,1-7-236,2-1 1,-1-1 1046,-3-2 0,-20 19 0,0 0 0,0-1 0,-2 0 0,12-23 0,-1 2 0,-5 1 0,-5-2 0,-3 7 206,-4-3 0,-5 13-95,-3 5 1875,-1 12-1365,-7 8 0,2 10-170,-4 2 0,4 9-130,-4 5 0,3 5 528,-3 6 0,3 1-183,-3-1 0,5 5 193,-2 2 1,-1 1-688,2 0 1,-1 0-6,4-4 0,-3 0-831,-1-4 1,-1-1 463,2-3 0,2-3-1367,-3-7 1209,-2-2 1,0-7-714,-5-2 1,-3-2 361,0-5 0,-4-3-343,4-1 1,-4-4 692,3 1 1,0-7 358,1 0 0,2-5 0,-3 1 0,5-2 0,3-1 0,-2 3 883,6 0 0,0 5-582,7-2 1,3 0 951,7 1 0,8-1-505,6 5 0,5-1-327,2 0 1,3 1-1098,5-1 0,-3 5 481,-1 2 1,0 0 194,4 0 0,0 0 0,0 4 0</inkml:trace>
  <inkml:trace contextRef="#ctx0" brushRef="#br0">9554 8104 7732,'6'-21'-41,"2"3"123,-5 0 1,2 5 491,-1-1 0,-3-2-162,3 2 0,-3 0 308,-1 3 0,0 0-279,0 1 1,0 2-6,0 1 1,-1 5-201,-3-2 1,-2 0-86,-5 0 1,1 0-128,-1 4 0,-3 5 62,-1 2 1,-4 3-56,1 1 0,-2 4 72,-1 3 0,3 6 67,0 1 0,1 8-74,-1-1 1,2 9 181,1 2 1,7 0-274,-3 3 0,8-1-10,-1 2 1,3-7 52,1 3 0,5-10 76,2-4 0,4-5-436,3-13 0,3 0 176,4-7 0,0 0-1028,1-4 1,-1-2 526,1-1 1,0-3-1067,3-5 1,-2-3 1702,2 0 0,-2-5 0,-2 1 0,1-3 0</inkml:trace>
  <inkml:trace contextRef="#ctx0" brushRef="#br0">9779 8340 7732,'7'0'632,"0"0"989,-5 0 949,8 0-1265,-4 0-942,5 5 1,-2 1-152,-2 5 1,2-1-248,-6 1 0,4 0 106,-3 0 0,3 3 141,-3 0 1,3 0-13,-4-3 0,1 3 25,-4 1 0,0-1-4266,0-3 1874,5-5 2167,-4 3 0,4-8 0,-5 4 0</inkml:trace>
  <inkml:trace contextRef="#ctx0" brushRef="#br0">9822 8190 7732,'3'-7'-71,"1"0"0,4 0 71,-1-4 0,3 1 222,1 3 0,3-1 93,0 4-315,5 1 0,-2 3 0,4 0 0</inkml:trace>
  <inkml:trace contextRef="#ctx0" brushRef="#br0">10797 8308 7732,'-10'-11'0,"-1"1"0,0 2 462,0 1 1,1 0-76,-1-4 0,4 2 1440,0 2-1318,4-3 1,-1 8 1010,4-5-1002,0 4 1,1-1-112,2 4 1,7 0-628,4 0 1,5 0 213,-1 0 1,2 0-320,2 0 1,-1 3 285,1 1 0,-1-1-1562,1-3 0,-1 0 693,0 0 0,-4 0 908,-3 0 0,-2 5 0,-1 1 0</inkml:trace>
  <inkml:trace contextRef="#ctx0" brushRef="#br0">10712 8415 7732,'-11'11'325,"0"0"0,4-2 1211,0-2-1025,4-2 0,0-5 55,6 0 0,8 0-168,7 0 0,7-5-384,4-2 0,3 1 67,4-1 1,-2 1-1213,5-1 0,-3-1 1131,4 4 0,-6-4 0,3 2 0</inkml:trace>
  <inkml:trace contextRef="#ctx0" brushRef="#br0">11998 7922 7732,'-10'0'728,"-1"0"0,0 0 713,0 0-582,5 0-224,2 0 0,6 0-216,5 0 0,6 0 25,12 0 1,4 0-122,7 0 0,-2 0-226,6 0 0,2 0-152,5 0 1,-1 0-360,-3 0 1,0 0-791,0 0 0,-1-3 632,-3-1 1,-3-3-444,-8 3 0,-3-3-126,-7 4 1141,-2-6 0,-10 3 0,-2-4 0</inkml:trace>
  <inkml:trace contextRef="#ctx0" brushRef="#br0">12148 7944 7732,'-17'6'318,"-1"-3"1,5 2 497,-2-2 0,7 1 1338,1-4-1596,4 5 1,3-3 133,8 5 0,2 0-260,5 4 0,1 0-44,6 0 1,3-1-129,0 1 1,1 0-346,-1 0 1,-4 0-425,1 4 0,-2-2 92,-6 5 1,-3-3-476,-4 7 0,-6-2 395,-1 8 1,-9-3-209,-9 4 1,-6 1 249,-1 6 0,-5-7 338,2 4 1,-2-8-53,1 0 1,2-3 318,2 0 1,7-6-170,0-1 1,5-5 1179,2-3 453,5-2-1216,2-5 1,13 0 122,6 0 0,4 0-131,2 0 1,4 0-79,0 0 1,5 0-101,-2 0 0,5-1-158,2-3 1,-1 0-448,1-3 1,0-2-681,1 6 1,-2-2-2774,6 1 3846,-6 3 0,3-8 0,-5 3 0</inkml:trace>
  <inkml:trace contextRef="#ctx0" brushRef="#br0">13467 8201 7732,'0'-12'0,"0"-2"0,0 2 384,0-3 1,0 4-32,0 0 0,0-3 349,0-1 0,-1 1-233,-3 3 0,2 1-74,-5-1 0,3 4-196,-3 0 0,-1 4 0,-6 0 1,2 1-38,-3 2 0,-1 9 50,-2 1 1,-2 9-3,-2 3 0,4 4 90,0 6-114,5 5 1,-2-2 0,4 3-6,0-1 0,2 2-228,2-3 0,2-2 6,5-5 68,0-3 1,1-10 0,4-6 96,6-5 0,-1-4-1,5-1 1,1-9-124,2-6 0,-1-4 41,1-2 1,0-5-278,3-3 0,0-3 30,1-4 0,-1 3-54,1-3 1,3-4-31,0 0 1,-4-4-87,-3 5 1,-1-3 111,1-1 1,1 1 24,-5-1 1,0-4-19,-3 1 1,-4 1 63,0 5 0,-3 1 267,3 7 0,-5 3 134,2 11 625,-3 3 194,-1 4-649,0 5 0,0 6-90,0 7 0,-5 6 89,-2 2 1,1 7-76,-1 0 1,0 6-45,-4 1 1,1 7-159,-1 3 1,-1 3-142,-2 1 0,2-1-339,-2 1 1,2 4-388,1-1 1,0 1 404,0-4 1,4-1-468,0 1 1,5-5 340,-2-2 0,3-8-593,1-7 1,1-2 483,3-8 0,2 1-261,4-9 0,5 1 858,-1-4 0,5-10 0,-2-2 0</inkml:trace>
  <inkml:trace contextRef="#ctx0" brushRef="#br0">13778 8287 8014,'-1'7'1252,"-3"0"1,3-3-703,-2 3 0,1-4 43,2 4 1,0 1-223,0 2 1,0 1-291,0 0 0,0-1 32,0 1 0,0 0-645,0 0 1,0-1-69,0 1 1,0 0-419,0-1 1,0-2-636,0-1 505,0-5 1148,0 3 0,5-15 0,1-2 0</inkml:trace>
  <inkml:trace contextRef="#ctx0" brushRef="#br0">13832 8137 7732,'0'-12'1931,"0"-3"-1365,0 3 1,0-3 333,0 4 1,1 2 70,3 2-617,2-3 1,5 8-698,4-5 0,-2 4-734,5 0 0,-4 1-761,4 2 1,-4 2 1837,4 1 0,0 8 0,3 6 0</inkml:trace>
  <inkml:trace contextRef="#ctx0" brushRef="#br0">14046 8394 7732,'-1'7'1974,"-2"0"-2079,1-4 53,-2 6 0,7-7 1116,1 6 1,4-6-519,-1 2 1,6 1-397,2 3 1,-1 1-116,-3 2 1,3 4 159,0 3 0,0 4-177,-3 3 0,-5 0 58,-2 7 0,-3-1-29,-1 8 1,-5-1 28,-2 2 0,-3-4-212,0-3 0,-1-6 34,0-2 1,1-4 104,-1-3 1,0-3-1254,0-8 930,1-2 1,0-7-726,3-1 0,-1-3 65,4-5 473,1-4 0,-1-3 0,0-6 507,2-1 0,1-5 0,1 3 0</inkml:trace>
  <inkml:trace contextRef="#ctx0" brushRef="#br0">14153 8233 7732,'0'-11'194,"0"1"1,2 0 557,1 3 0,0-3 466,4 3-850,0-2 0,7-2 0,2 1-3256,0 3 2888,2-2 0,4 3 0,-1-5 0</inkml:trace>
  <inkml:trace contextRef="#ctx0" brushRef="#br0">14797 8855 7732,'0'11'-1249,"-1"-1"750,-3 1 2977,3-5-1176,-9-1 0,9-10-720,-2-2 0,1-9-229,2-5 0,5-5-141,2-7 1,-1 0-194,1-3 1,2-1 84,5-2 0,-1-6-100,5 2 1,-4-7-253,4 0 1,-4-4 298,4-3 0,-10 28 0,-1-1 17,2-2 1,0-1 0,-3 2 0,1-1-8,0 2 0,0-1 1,1-26 86,-1 7 1,-1 3-65,2 4 0,1 9 171,-2 6 1,2 9 183,-2 4-313,2 8 1,-6 3-80,4 4 1,-5 1-185,2 2 1,-3 7 294,-1 4 0,-5 5-237,-2-1 0,-3 6-243,0 1 1,0 3 116,3-3 0,-1 0-37,4-3 0,1-1 67,3 1 1,0-4-113,0 0 1,3-4-30,1 4 0,8-4 96,-2 4 1,8-5 231,0 1 1,-1-2-74,1-1 0,-4 0 275,4-1 0,-6 1-120,-2 0 0,0-1 61,-6 1 0,-2 0-120,-6 0 1,-3-1-132,-7 1 0,1 0 105,-5 0 1,0-1-635,-3 1 0,0-2-593,4-1 0,0-4 581,3-4 1,5 0-541,-2 0 1177,8 0 0,-7-4 0,4-2 0</inkml:trace>
  <inkml:trace contextRef="#ctx0" brushRef="#br0">15344 8372 7732,'4'11'-620,"4"0"1,-2-2 1573,1-1 1,-4 1-338,4-2 1,1 3-27,2 0 0,1 1-232,0 0 1,-1 0-305,1-1 0,-4 2 64,0 3 0,1-2 118,2 4 1,-4 0-18,-2 1 1,1 2 25,-2-2 0,1 2-47,-4 2 1,-5-1-8,-2 1 0,-4 0-158,-3 3 1,2-3 132,-2-1 0,1-1 73,-2-5 1,3-1 137,-2-3 1,2-5-142,1-3 0,4-3-25,0-3 1,5-8-3653,-2-7 0,2-3 3440,-2-4 0,3-3 0,-4-4 0</inkml:trace>
  <inkml:trace contextRef="#ctx0" brushRef="#br0">15462 8137 7732,'3'-11'0,"1"0"0,4 0 894,-1 1 0,4-1-360,3 0 1,-1 4-503,5 0 0,1 3 50,6-3 0,-3 5-82,-1-2 0,1 3 0,-6 1 0</inkml:trace>
  <inkml:trace contextRef="#ctx0" brushRef="#br0">7173 9648 7732,'-11'0'0,"1"0"0,-1 0 576,0 0 0,1 0 786,-1 0 321,0 0-338,5 0-920,1 0 1,7 1 173,1 3 0,9-3-220,10 3 1,0-3-101,7-1 0,3 0-79,4 0 0,4-4-202,-1 1 1,0-6-43,0 2 1,-1-2-626,1-2 1,-2 1-963,-5 3 1,-1-1 803,-2 4 0,-4 1-2380,-7 3 1917,-3 0 1290,-9 5 0,-10 5 0,-8 7 0</inkml:trace>
  <inkml:trace contextRef="#ctx0" brushRef="#br0">7173 9873 7732,'-14'7'190,"0"0"516,4-4 1,5 3-204,5-3 1,6-1 271,5 1 1,6-2 55,8-1 1,7 0-363,7 0 1,3-4-519,1-4 1,0 1-29,0-3 1,1 0-737,2-8 0,-7 5 551,1-1 1,-6-2-616,-2 2 1,-4 0 876,-3 3 0,-7-5 0,-3 0 0</inkml:trace>
  <inkml:trace contextRef="#ctx0" brushRef="#br0">7506 9552 7732,'0'-8'1241,"0"1"-794,0 5 1,4-6 233,3 4 1,4 0-271,4 4 0,1 4 188,6 0 1,4 4-177,2-1 1,3 3-41,2 0 0,-1 1-254,0 0 1,-5 3 42,-2 0 1,-3 4-522,-4-4 1,-4 6 286,-7-3 0,-2 5-476,-5 3 1,-10 2 235,-4 5 1,-6 1-344,-5-1 0,1 1 46,-5 3 0,2-4-42,-2 0 0,4-4-100,7-7 0,-1 0 741,5 1 0,-5-5 0,2-2 0</inkml:trace>
  <inkml:trace contextRef="#ctx0" brushRef="#br0">8899 9680 8135,'-11'-9'335,"-1"0"116,1 2 1,3 0-91,8-4 0,0 4 443,0 0 1,2 5-315,5-2 0,3 3 48,11 1 1,-2 6-146,6 5 1,3 0 72,0 7 0,2 1-103,-1 6 0,0-1-135,-4 5 1,4 4-457,-4 6 0,-1 4-40,-6 4 1,-3 2 141,-4 4 0,-2 1 158,-1-1 0,-4 0-16,-4-3 0,-3-2-324,-1-6 0,-3-5-605,3-5 0,-4-5 603,1-9 1,1-2 401,-1-1 1,3-8 88,-3 0 0,4-5 16,-5-2-364,6 0 0,-6-8 350,4-3 1,1-6-205,3 3 0,-4-10 36,0-1 1,1-1-12,3-2 1,-4-6 67,1-5 1,-2-4 160,1-3 0,3 1-138,-2-1 1,3 2 69,3 1 0,4 4-225,8-1 1,1 7 105,6 1 1,4 6-316,3 8 1,-1 2 148,4 6 0,-5 0-1034,5 3 0,-7 2 92,0 5 1,-3 0-1137,0 0 2198,-1 0 0,-4 0 0,-2 0 0</inkml:trace>
  <inkml:trace contextRef="#ctx0" brushRef="#br1">9253 7836 8067,'-27'-9'0,"2"2"0,2-3 626,2 3 0,4 2-179,3 2 1,-2 2 9,2 1 1,-5 9-174,1 5 1,-2 7-260,-2 4 1,1 2 101,0 5 0,-4 5 18,0 2 0,-4 8-132,4 3 0,1 2 141,6 2 1,9-25 0,0 0 43,3 1 0,2 1 1,-1 0-1,1 1-74,4 0 0,0 0 0,1 1 0,1-1-106,1 0 0,1 0 1,1 2-1,2 0 68,2 0 0,3 0 0,3 0 0,1-1-197,1-3 0,2 0 1,1-1-1,0-1 20,1-2 0,1-1 0,3-2 0,2-1-90,-1-3 1,1-2 0,3-3 0,1-3 71,-1-5 1,1-2 0,1-1 0,0-2 33,2-4 1,0-1 0,1-3 0,0-3 57,3-3 1,-1-3 0,-1-1 0,0-1-298,0-2 1,-1 0 0,-1-1 0,-1-1 287,1 0 1,0-2 0,0 0 0,0-1-6,-2-1 1,0-1-1,0-2 1,-2-1-97,-3 0 1,0-1-1,-2 0 1,0-2 88,0-1 0,0 0 0,-5 2 0,0 0 84,0 0 0,0 0 0,-3 0 0,0 1-123,0 2 0,-2 0 0,-2-1 0,-2-2 72,0 2 0,0 0 0,2-25-12,-3 1 0,-4 3-15,-6-3 0,-1 3-121,-2-2 1,-9 6 106,-10-3 1,-5 7-120,-9 8 1,-8 1 188,-10 13 0,26 11 0,-2 2 50,-2 3 1,0 3 0,-2-1-1,0 1-133,0 1 1,0 2 0,-2 1 0,-1 1 20,1 0 1,1 1 0,0 2 0,1 2-294,-1 1 0,2 0 0,1 1 0,2 0 210,-1 1 1,1 0 0,2 1-1,0 2-393,-1 0 1,1 1 0,-22 12 513,3 2 0,3-2 0,4 1 0,4 0 0,7 2 0,6 3 0</inkml:trace>
  <inkml:trace contextRef="#ctx0" brushRef="#br1">10293 7751 8061,'-1'10'171,"-2"1"1,1-4 61,-1 0 0,-2 1-156,2 2 1,-5 2 155,5 2 1,-4-2 602,3 3-552,1-3 0,3-2-51,0 1 0,4-5 108,3-2 0,8-3-79,3-1 0,7-3 62,3-4 0,8-1-144,3-10 0,4-5-243,4-5 0,1-8 98,-21 17 1,0-1-1,2-3 1,-1 0-170,1 0 0,-1 0 0,2-1 0,-1 0 53,-1 1 0,1 0 0,0-1 1,-1 0 60,1-1 0,-1 0 1,1 1-1,0 1-113,-4 1 1,0 1 0,-1 1-1,0 0-120,2 1 0,-1-1 0,20-18 126,-22 18 1,0 1 0,18-19 92,-2 2 0,0-3 60,-17 16 0,-1-1 1,21-20 28,-22 21 1,-1 0-1,1-2 1,-2 1-38,1-1 1,-2 0-1,0-1 1,1-1-1,1 1 0,1-1 1,-3 0-1,1 0 1,0 0 0,-1 1 0,0-1 0,-2 1-132,14-24 0,-3 1 153,-4 3 0,-2 1-124,-2-6 1,2 1 91,-2-3 0,2-2-33,-9 26 1,0 1-1,10-27 40,-10 27 0,0-1 1,0-1-1,0 0 7,2 0 0,-1 0 0,0 0 0,0 0-18,2 0 0,1-1 0,8-23-4,2 0 1,-2 6-116,-1 9 1,-5-1 107,1 4 1,-6 1-34,-1 7 1,-2-2 260,-5 5 0,0-1-114,-4 1 0,0 2 423,0-2 1,0 6-530,0 1 0,0 0 180,0-3 1,0-1-212,0 1 0,0 3-147,0 0 0,0 5 37,0-1-340,0 2-388,0 6-349,0 1-1211,0 5 2041,4 0 0,-1 0 154,4 0 1,-4 0 29,5 0 1,-1-3 202,4-1 0,-1-4 0,0 2 0,-3-5 0,1 4 0,-4 0 0,1 1 889,-2-1-540,-2-3 499,4 4-283,-5-5-264,0 5-152,-5 2 0,-1 4-121,-4 0 1,-2 2 15,-3 5 1,-1 0-231,-6 8 1,1 0-114,-1-1 0,1 2 125,0-2 0,-1-2 6,1 2 1,4-2 57,3-1 1,2-1-106,1-3 51,5-3-69,1-4 0,10-4 125,2-3 0,6-7 67,2 0 1,4 1 509,-1 6 0,-2-1-240,2 4 1,0 0 692,3 4 1,-3 0-441,0 0 0,-4 9 193,4 1 0,0 8-216,4 0 0,-4 4-1336,-1 3 0,5 2 877,3 5 0,5 5 0,-3 1 0</inkml:trace>
  <inkml:trace contextRef="#ctx0" brushRef="#br0">9757 10141 7842,'0'-6'1766,"0"1"1,1 5-1180,3 0 0,-2 0 102,6 0 1,2 0-299,5 0 0,4 2-129,-1 1 0,3-2-757,4 3 1,1-3 413,3-1 1,2 0-1664,-3 0 1,0 0 262,0 0 1481,-9 0 0,6 0 0,-8 0 0</inkml:trace>
  <inkml:trace contextRef="#ctx0" brushRef="#br0">9897 10323 7842,'-11'0'596,"0"0"746,1 0 442,4 0-1256,1 0 0,6 0-109,3 0 1,6 0-135,8 0 1,6-3-988,1-1 1,5-4 455,-2 1 1,5 1-2929,2-1 3174,-1 0 0,7-4 0,-3 0 0</inkml:trace>
  <inkml:trace contextRef="#ctx0" brushRef="#br0">10883 9873 7842,'-11'0'0,"1"-3"1414,-1-1 264,0 0-1182,5 0 1,7 3 434,10-3 1,9 3-420,9 1 0,3 0 121,4 0 0,2-4-241,5 1 0,3-6-224,1 2 0,3-6-421,-4-1 1,4-1-315,-3 5 0,-9 0-3055,-6 3 2760,-7 2 0,-5 6-1781,-9 3 2643,-5 2 0,-15 9 0,-3 2 0</inkml:trace>
  <inkml:trace contextRef="#ctx0" brushRef="#br0">11044 9916 7842,'-11'-6'2152,"5"1"-1540,2 1 0,6 2 292,5-1 0,5 5-328,9 2 1,4 3-167,0-4 1,5 6-186,-1-2 0,1-1 12,-2 1 0,2 0-568,-5 4 1,-4 0 270,-3-1 0,-8 2-560,1 3 1,-9 1 388,-2 6 1,-10 4-659,-7 2 0,-8 3 253,-4 2 0,-2 1 404,-1-2 1,1 2 240,2-9 0,-1 1-94,5-1 1,5-6 674,6 2 1,7-10-346,3 0 1,3-6 487,1 2 1,6-5-279,5 2 0,5-4 243,9-4 1,3 2-246,4-5 0,4-1-160,-1-2 0,5 3-245,-5-1 0,6 2 70,-2-1 0,2 3-1458,-2 4 1,3-4 715,-3 0 0,3 1 624,1 3 0,0 5 0,0 1 0</inkml:trace>
  <inkml:trace contextRef="#ctx0" brushRef="#br0">12341 10013 7842,'0'-16'644,"0"-2"0,0 3-190,0 0 0,0 0 379,0 1 1,4-1-329,0 5 0,-1-1-4,-3 0 0,-1 5-136,-3 3 0,2-2-188,-5 1 1,0 1-22,-4 3 1,-3 5-96,-1 2 1,-4 7 65,1 4 0,-1 7 84,2 3 0,-4 5-51,3 2 0,3 0-25,1 4 1,2-1-65,1 2 1,5-4 71,2-3 0,3-5-264,1 1 0,1-11-41,3-4 0,3-8-44,7-10 1,3-6-189,5-8 0,3-7 188,0-4 0,3-7-683,-3-3 0,1-4 82,-1-3 1,2 2 298,1-3 0,-2 2 113,-4-1 1,2-2 412,-3-2 0,2 2 103,-9 5 1,-1 4 69,-6 0 0,2 1 492,-6-2 1,1 7-378,-4 4 0,-1 6 152,-3-2 0,2 7-129,-5 3 1,3 8 300,-3 4 1,3 2 89,-3 1 0,4 4-575,-5 3 0,5 8 146,-4 3 0,4 2 120,0 1 0,-2 7-223,1 4 0,-3 1 23,4 6 0,-5 1-143,5 3 0,-4 3 86,3 1 1,-3 3-1269,3-4 1,0 2 701,0-2 1,3-2-1249,-3 3 0,3-8 336,1-3 0,5-9-19,2-5 0,3-3-130,0-9 1473,-4-1 0,4-14 0,-4-1 0</inkml:trace>
  <inkml:trace contextRef="#ctx0" brushRef="#br0">12685 9937 9502,'-6'-5'2674,"0"1"-2187,2 8 1,3 1 479,-3 6 0,3 0-434,1 0 0,0 3-1,0 0 0,0 2-324,0-2 0,4-1-407,-1 5 0,2-4-811,-1 4 1,-3-4 705,2 4 0,2-3-1474,-1 2 0,-1-3-241,-3 0 836,0-7 1,1-2 1182,3-5 0,2 0 0,5 0 0</inkml:trace>
  <inkml:trace contextRef="#ctx0" brushRef="#br0">12749 9927 7842,'0'-17'0,"0"2"790,0 4 1,0 0-329,0 0 0,0 4 775,0 0 1,5 4-576,2-5 1,6 6-404,1-2 0,2 0-1461,-2 0 0,1 1 757,3 3 1,1 1 444,-4 2 0,4-1 0,-3 2 0</inkml:trace>
  <inkml:trace contextRef="#ctx0" brushRef="#br0">13028 10141 7842,'6'-5'0,"3"3"1132,-2-5 1,-1 4-318,1 0 1,1 2-181,2 1 0,1 0-236,0 0 1,1 1-116,2 2 1,-2 3 99,2 5 1,-6 3-117,0 1 1,-5 4 139,4-1 1,-4 6-95,0 1 0,-2 4-283,-1 0 0,-4 3-190,-3 4 0,-3 1-317,-1 2 0,1 1 135,-1-4 0,0-5 185,0-6 1,1-3-998,-1-4 777,0-8 0,2-10-560,2-7 1,-2-4 414,6-3 0,-4-3 521,3-4 0,-4-10 0,2-2 0</inkml:trace>
  <inkml:trace contextRef="#ctx0" brushRef="#br0">13103 9948 7842,'0'-11'741,"0"1"0,0-1-475,0 0 0,4-1 647,4-2 0,1 2-350,2-2 1,1 3-1142,2 4 1,4-2 99,7 1 478,-2 4 0,3-6 0,-5 4 0</inkml:trace>
  <inkml:trace contextRef="#ctx0" brushRef="#br0">14207 10849 7842,'-6'-5'0,"-3"3"703,1-6 0,3 1-193,-3-3 0,2-6 672,-1-2 0,-1-2-559,4-2 1,-3-4-28,4-2 1,-1-4-198,4-4 0,0-2-193,0-5 1,0-5-220,0-2 1,2 20 0,1-1 116,0-1 1,1 0 0,1-2 0,-1-1-389,2-1 1,-1 1 0,2-1-1,1-1 313,-2-4 0,2 0 1,1 1-1,1 1-23,-1 1 0,0 1 1,-1 5-1,0 2 7,10-13 0,-5 10 203,2 8 0,-3 7-94,-2 4 0,1 2-174,0 1 1,-1 5 336,1 3 0,0-2-648,0 1 479,-5 1 0,-2 4-772,-4 2 1,0 5 180,0 6 1,-4 2 174,-4 6 1,-6 4 126,-4 3 0,-2 1-62,-1-2 0,3 2 275,0-5 1,6-4-71,1-3 0,2-1-11,5 1 0,1-3-110,3-4 1,8 0 88,3-1 0,8-2-103,2-1 1,2-5 60,5 2 0,-4-2 182,1 2 0,-3-3-131,-4 2 1,-3 2 522,-4-1 1,-5 4-161,-3-1 1,-2 3 21,-1 0 1,-6 1-367,-4 0 1,-6 3 121,-5 0 1,-1 4-634,1-3 0,3 2 288,0-2 0,2-1-707,-2-3 1,2-2-132,5-2-1247,1-2 1267,-1-5 1075,5-5 0,1-1 0,5-4 0</inkml:trace>
  <inkml:trace contextRef="#ctx0" brushRef="#br0">14540 10130 7842,'10'5'549,"-3"-4"160,1 3 0,-1 1 259,3-2 0,1 6-435,0-2 1,-2 2 29,-1 2 1,1 1-149,-2 2 0,-1 1 116,1 6 0,-4-1-136,0 9 0,-2-4-288,-1 3 1,-4 0-119,-3 0 1,-2 1-219,2-8 0,-2 2-620,1-9 1,2-4 520,-1-7 0,4-1-1337,-4-2 1,4-5 702,0-2 0,1-8-719,2-2 1681,0-4 0,0-5 0,0-1 0</inkml:trace>
  <inkml:trace contextRef="#ctx0" brushRef="#br0">14604 9841 7842,'0'-7'0,"0"0"55,0 4 0,5-6 406,2 2 1,-1 2 700,1 1 1,4 2-1856,3-2 1,4 3 307,-4-2 0,5 1 385,-1 2 0,2-4 0,2-2 0</inkml:trace>
  <inkml:trace contextRef="#ctx0" brushRef="#br0">15408 9519 7842,'11'0'1274,"-1"0"1,1 2-1064,0 1 0,-2 9 891,-1 10 0,0 4-483,-4 6 0,-1 5-92,-3 2 1,-1 4-140,-3 3 0,-2-1-164,-4 1 0,-2-3-42,-3-4 0,0 0 26,-3-6 0,-2 4-893,2-9 1,-2-4 461,-2-10 1,4-3-114,1-4 0,0-2 117,-1-5 0,-1-5-565,5-2 1,-1-6 258,5-1 1,-1-5-27,0 1 1,2-3 221,1 0 1,4-4 259,4 0 0,0 0 292,0 3 1,0 2-235,0 2 1,1 4 203,2 7 0,5-1-116,6 4 1,-1 2 740,5 5 0,0 3-292,3 5 1,1 4 135,-1 3 1,1-1-336,-1 1 0,0-2-272,1 2 0,-1 3-959,1-4 0,-4 0 579,-1 1 0,-3-4-1177,0 4 1,-2-5 672,-1 2 1,-1 0 828,1-1 0,0 1 0,-1-5 0</inkml:trace>
  <inkml:trace contextRef="#ctx0" brushRef="#br0">15751 10088 7842,'4'10'465,"-1"1"325,1-5 353,-4 3 595,0-3-909,0 5 1,0 0-333,0 0 1,0-4 222,0 0-510,0 0 1,0 4-251,0-1 1,0 1 171,0 0-301,0 0 0,0-1 155,0 1 5,0 0 1,-1 0-384,-3-1 62,3 1 92,-9 0 0,8-2-97,-5-2-131,4 3 0,-5-8-136,5 5 261,-1-4 1,3 2-207,-3-5 58,3 0 570,-4 0-218,5 0 312,0-5-127,5-1 1,-3-5-52,6 0 1,-6 4 14,2 0 0,0 4-645,0-5 1,3 5 10,-3-4 0,0 4-200,0 0 1,-3 0 83,3 0 738,-3 2 0,4-4 0,-4 0 0,4-1 0</inkml:trace>
  <inkml:trace contextRef="#ctx0" brushRef="#br0">15601 10120 7842,'-7'6'798,"0"-3"0,3 0 316,-3 0 115,5-2-441,-8 4 145,9-5 0,1 0-418,7 0 0,6-1 241,1-3 0,6 0-269,-3-4 1,4-1-213,0 2 0,-1-3-324,-2 0 1,1 2 108,-4 1 0,0 4-339,-1-4 1,-5 4 195,1 0-73,-1 1 1,-3 4 43,-3 1 1,-2 4-255,-1 8 0,-1 1 156,-2 6 1,-2-1 116,-2 1 0,-3-1 135,3 0 1,-2 1-69,-2-1 1,4 1 333,0-1 1,1-4-131,-2-3 0,3-2 912,1-1-486,3 0 98,-4-5-388,5-2 1,5-4-90,2 0 0,2-3-775,2-1 0,1-4 380,2 1 1,2-4-1286,2-3 1,2-2 691,-2-2 1,2-3-1008,2-1 0,-1 1 895,0-4 0,-3 2-89,0 2 0,-5-4 964,2 0 0,-4-5 0,0 3 0</inkml:trace>
  <inkml:trace contextRef="#ctx0" brushRef="#br0">15815 9723 7842,'-10'6'1118,"-1"0"-560,0-2 2315,5-3-2086,2 4 0,6-5-288,5 0 0,1-5-152,10-2 0,4-3-1318,3-1 0,5 1 321,-2-1 650,-2 0 0,5 0 0,-3 1 0</inkml:trace>
  <inkml:trace contextRef="#ctx0" brushRef="#br0">12073 10859 7842,'-10'-4'305,"-1"-4"1,0 3-34,0-3 0,1 5 78,-1-4 508,5 4 1,1 3-297,5 7 1,5 4-165,2 3 1,3 3-97,0 5 0,1 0-78,0 3 0,0-1-259,-1 5 0,1-6 111,0 2 1,0 2-74,-1-2 1,0-2 42,-3-5 1,2-2-358,-1-5 0,1-2-8,2-2 0,0-2-139,-1-5 1,2-1-25,2-3 0,0-3 160,3-7 1,-2 2 152,3-2 1,-5 2-20,1 1 1,2 4 220,-2 0 0,1 4-63,0 0 0,-3 2 90,2 1 1,-2-4-19,-2 0 1,-2 1 370,-1 3-414,0 0 16,4 0 1,-5 1-233,-3 3 1,-2-2 61,-1 5 0,0 0-39,0 4 1,-1 0 58,-2-1 1,0 5-131,-4-1 1,5 4 137,-2-4 1,2-1-131,-2-6 415,3 3 1,-3-9-71,8 3 0,2-8 68,5-3 1,-1-6-59,1-1 0,3-5 157,1 1 0,3 1-58,-4-1 1,4 5-34,-4-1 0,5 3-78,-1 4 1,-3-1 5,0 4 1,-2 0 140,1 4 0,-2 0-135,2 0 1,2 4 187,-2 0 0,2-1-41,-2-3 1,-1 0-331,5 0 1,-1 0 83,0 0 0,2-3-1284,-4-1 0,3-1 178,-4 2 1107,0 1 0,-3-2 0,0 4 0</inkml:trace>
  <inkml:trace contextRef="#ctx0" brushRef="#br0">12213 11685 7842,'-7'-5'556,"-1"-2"0,1-3-120,-3 0 0,2-1 2,1 0 1,5 1-22,-2-1 1,4-4 54,4 1 0,3-4-226,7 4 0,-1-4-22,5 4 0,1-4-91,6 4 0,-2 1 77,2 5 1,1 4-178,-1 4 0,0 1 76,-3 2 1,-2 5-142,-2 6 1,-3 3-12,-4 4 1,-1 2 1,-3 2 0,-1-3-253,-3 3 0,-2-3 146,3-4 1,-3 1-619,-1-5 0,-1 0 357,-3-3 1,2-1-1070,-5-3 1,3-3 692,-3-4 0,0 0 785,-4 0 0,1-9 0,-1-3 0</inkml:trace>
  <inkml:trace contextRef="#ctx0" brushRef="#br0">12395 11535 8869,'0'10'1154,"-4"-1"-442,1 2 1,-2-2-324,2 9 0,0 1-124,-4 6 0,3-2-184,-3 2 0,5-3 82,-2 0 0,2-1-1156,-2 1 1,3-1 614,-2 0 1,-2-3-1148,1 0 0,-1-5 1525,2 2 0,-3 1 0,-5 1 0</inkml:trace>
  <inkml:trace contextRef="#ctx0" brushRef="#br0">12073 12071 7842,'0'7'821,"0"0"0,2-3-419,1 3 1,3-5-78,5 2 1,4-3 515,3-1 1,7 0-330,4 0 1,2-1-429,1-3 1,0-2-242,0-5 1,0 1-378,1-1 0,-6 0-1071,-2 1 0,-7 2 426,-4 1 1179,-7 5 0,-2-8 0,-5 4 0</inkml:trace>
  <inkml:trace contextRef="#ctx0" brushRef="#br0">12245 12146 7842,'-11'16'1855,"0"5"-1298,1-3 0,3 3-119,-1 4 0,1 2-173,-3 6 0,2-1 1040,1 0 1,1 0-702,-1 0 0,-1-4-446,4-3 1,1-4-1222,3-3 1,0-3 352,0-4-751,0 0 1,0-6 736,0-5 0,3-5-478,1-6 1,-1-4 1201,-3-3 0,0-2 0,0-2 0</inkml:trace>
  <inkml:trace contextRef="#ctx0" brushRef="#br0">12116 12339 7842,'7'-11'629,"1"0"0,-1 4-170,3 0 0,2 0 82,3-4 1,2 2-169,8 1 0,3-1 4,4 2 1,5-3-607,2 0 0,3-5 188,1 1 0,-4 0-3881,1 3 3922,-1 0 0,4-4 0,0-2 0</inkml:trace>
  <inkml:trace contextRef="#ctx0" brushRef="#br0">17343 9934 7986,'16'-4'413,"1"0"1,5-4 209,-1 4 0,5-6-143,7 2 1,1-2-73,12 2 1,-1-3-138,5 2 1,4-2-167,-1-1 1,4 4-115,-8 0 1,4 1-195,-8-2 0,-2 0-829,-2 5 1,-3-5 589,-5 5 1,-4 0-708,-9 4 1,-6 0 1148,-6 0 0,-5-5 0,3-2 0</inkml:trace>
  <inkml:trace contextRef="#ctx0" brushRef="#br0">17380 10170 7986,'1'-8'774,"3"-1"0,9 1 440,8-4 1,9-1-497,7 1 1,11-5-231,10 1 0,4-2-670,4 1 1,-6 8 406,2-4 0,-9 5-291,1 0 1,1 2 90,-1 6 1,-4-4-880,-5 0 0,-6 0 493,-2 4 0,-1 0-2967,-7 0 3328,0 0 0,-4 0 0,-1 0 0</inkml:trace>
  <inkml:trace contextRef="#ctx0" brushRef="#br0">18025 9413 7986,'7'-12'0,"0"0"918,-3-1 1,4 5-328,9 0 0,-2 1 546,6-2 1,1 4-455,7 5 0,6 1-160,7 3 1,5 8-450,-2 4 0,-1 6-98,2-1 1,-6 4-49,1 4 1,-5 2 101,-7 6 1,-3 1-17,-14-1 1,2 6 105,-10 2 1,-5 3-485,-7 2 1,-10-1 46,-7 1 1,0-4-35,-4-1 0,-3-1 73,-1 2 0,3-8 80,1-5 0,3-5-465,1 1 1,0 0 236,1-5 0,4 3-357,4-11 1,6 1-35,2-5 817,-1 1 0,3-1 0,0 0 0</inkml:trace>
  <inkml:trace contextRef="#ctx0" brushRef="#br0">19985 9314 7743,'0'-23'-879,"0"2"0,0-2 1732,0 2 0,4-1-273,0 1 0,0-1 249,-4 6 1,5-1-323,-1 5 0,0-1 499,-4 1-327,0 5 51,0 2-594,0 16 1,-6 2 27,-2 12 1,-4 10-99,-5 2 1,2 7 38,-6-3 0,2 7-399,-2 2 0,-2 1 18,2 7 0,-2-2-498,-2 2 1,6-3 317,2-5 0,5-11-179,3-6 423,4-6 1,6-13-8,3-6 0,-1-10 172,5-7 0,4-2-100,0-1 0,3 5 186,-7 3 1,8 2-30,0 2 1,1 2 367,-5 2 1,-4 8-182,1 9 0,-5 4 79,4 4 1,-5 2-91,1 7 0,-3-5-130,-1 0 1,2-6-424,2 2 1,-2 0 206,7-4 0,-5-3-1103,4-9 0,0-2 1263,5-3 0,-1 3 0,1-4 0</inkml:trace>
  <inkml:trace contextRef="#ctx0" brushRef="#br0">20829 10455 7743,'-9'7'926,"1"-3"0,4-2-68,-4-2 1,1-2 107,-1-2 0,1-3-505,2-5 1,4-8-54,-3-4 0,3-3-316,1-6 1,0-5 71,0-8 1,6-7-292,7-5 1,-1-8-83,-4 31 0,1-1 0,0-1 0,0 0 139,-1-2 0,0-1 1,3 2-1,0-1-3,0-2 1,-1-1-1,-1 6 1,0-1 24,-1 0 0,0 0 0,8-29-42,0 0 1,-2 8 80,3 4 0,-4 14 144,0 7 0,-1 12-51,1 9 0,-1 5 85,0 7 0,-1 2-59,-2 2 1,0 7-96,-5 5 0,1 8-270,-5 0 0,0 3 169,0 6 1,-7-4-41,-6 4 0,1 0 52,-5 4 1,5-5-67,4-3 1,-3-5-75,2-3 1,4 3 63,1-4 0,2-6-72,2-2 726,0-2 1,6-2-349,2 1 0,3-5-421,2 4 0,-5-4-106,0 4 1,-5 1 105,1 3 1,-3 5 16,-1-1 1,-4 5 70,0-5 1,-10 6 7,2-1 1,-5-3-6,1-2 1,2-2-381,-3-1 1,0-6-37,0-3 1,5-3-174,3-1 0,5 0 763,-4 0 0,5 0 0,-2-5 0,5-2 0</inkml:trace>
  <inkml:trace contextRef="#ctx0" brushRef="#br0">21151 9885 7743,'8'0'483,"1"0"1,-5 0 301,4 0 939,0 0-695,5 0-700,-1 5 0,-1 2-208,-3 5 1,-2 5-120,-6 0 1,0 3-433,0-3 0,0 5 322,0-2 1,-1-2-902,-4-1 0,4-3-23,-3-2-800,-3 1 1832,6-7 0,-5-11 0,6-9 0</inkml:trace>
  <inkml:trace contextRef="#ctx0" brushRef="#br0">21275 9661 7743,'-7'-5'3093,"2"-2"0,10-1-3141,4-1 0,3 7 80,5-2 1,-2-2-1719,5 2 1,1 0 469,4 4 1216,-6 0 0,5 5 0,-5 2 0</inkml:trace>
  <inkml:trace contextRef="#ctx0" brushRef="#br0">22069 9116 7743,'0'19'544,"0"0"181,0-2 1,2 2 101,2 6 1,-3 1-341,3 3 0,-2 3-215,-2 5 0,-2 2-72,-2 2 1,-4-3-117,-9 4 1,2 1 102,-6-2 0,-3 4-464,-5-3 0,0-6 146,4-8 0,0-3-24,0-4 1,2-5-471,2-7 1,-1-4-34,6-5 83,-1-5 1,5-4 229,-1-7 0,6 1 56,3-6 0,3 0 46,1-3 1,0-1 148,0 0 1,5 2 106,4 2 0,-3-1 179,3 5 0,-1 1 563,4 3 0,1 7-405,-1 1 0,1 4 348,-1 1 1,0 0-274,1 0 0,1 6-59,2 2 1,-1 7-138,6 1 0,-2 2-273,2-1 1,2-3-363,-2 2 1,-2-1-497,2 2 1,-6-2-1936,2 6 2837,-3-6 0,3 8 0,3-3 0</inkml:trace>
  <inkml:trace contextRef="#ctx0" brushRef="#br0">21077 9984 7743,'-9'0'322,"1"0"1,4 0 336,-4 0 111,5-6 1,-2 4-273,5-7 1,0 5-43,0-4 0,0 4-144,0-4 0,0 3 211,0-3 1,4 4-62,0-4 0,5 4 315,0-5-698,2 7 0,1-5 89,1 3 1,-1 2-200,0-2 0,-3 3 180,-1 1-217,0-6 1,5 5-13,-1-3 0,-4 1 0,1-1 1,-5 2-33,4-2 1,-4 3 30,4 1-21,-5 0 95,8 0 6,-10 0 0,5 0 1,-6 5 113,0 4 1,0 2-105,0 1 0,0 2 63,0 2 1,0-2 69,0 3 1,0 1-67,0-2 0,0 6 78,0-1 1,-4 2-88,0 2 1,0 0-63,4 0 1,-5 4 68,1 0 1,0 1-17,4-1 1,-1 1 3,-3 3 0,2-2 202,-2-7 1,3-3 41,1 0 1,0-2 0,0 2 258,0-3-26,0-6-287,0 0 195,0-5-671,0-1 198,0-6-267,-6-6 0,-1 5-209,-5-3 1,0-2 243,-1 2 0,4-4-685,-4 4 0,3-6 390,-6 2 1,2 1-1100,2-1 1,-2-1 790,-3-3 0,2-5-623,-5 1 1,3 1 1483,-4 6 0,1-2 0,-5 5 0</inkml:trace>
  <inkml:trace contextRef="#ctx0" brushRef="#br0">22342 9885 7743,'6'-7'0,"-5"0"425,3 3 1,-3 1 305,-1-5 957,0 5-669,-5-3-180,4 1-282,-5 4-347,6-10 1,6 8-11,2-5 1,3 3 25,1-3 0,2 5-542,3-1 0,-4-1 258,4 1 1,-5 1-144,-3 7 0,0 0 67,-5 8 0,5 0-7,-5 8 0,0 1 104,-4 4 0,-1 4 58,-4 0 0,4-5-60,-3-3 0,3-6 43,1 2 0,0-8-516,0 0 1,5-8 219,3-1 0,5-6-1255,3-6 1,-1-7 198,6-6 1348,-6 0 0,9-5 0,-5 5 0</inkml:trace>
  <inkml:trace contextRef="#ctx0" brushRef="#br0">22417 9575 7743,'6'0'1601,"0"0"1,-2-2-1084,0-2 0,6 3-226,-2-3 0,9 2-79,3 2 1,4-1-882,1-3 1,4 2 471,-1-2 0,7 3 196,-2 1 0,3 0 0,1 0 0</inkml:trace>
  <inkml:trace contextRef="#ctx0" brushRef="#br0">23335 9091 8248,'0'-7'668,"0"-4"0,1 8 93,3-5 0,-1 1-268,5-1 1,2-3-22,6 3 0,2-8-255,3 0 0,6-1-267,-2 5 0,3-1-302,-3 1 0,-2 1 296,-2 3 1,-3 2-231,-6 6 0,-1 2 154,-3 2 1,-2 4-43,-6 9 1,-10 3-99,-2 9 0,-8 3 233,4 5 0,-6 4-73,1 1 1,-1 5-101,1-2 0,-1 2 261,6-2 1,1-6-116,6-6 1,4-9 120,5 0 0,0-3-76,0 0 1,0-8-96,0-4 0,4-1 43,0 4 0,0 1 120,-4-1 1,4 1 10,1-1 1,0 2 87,-1 2 1,-1 4 88,5 4 1,-1 1-101,1 0 1,3-4 83,-2-1 0,2 1-90,1 4 0,1-6-28,-1-2 0,0-4 16,1 0 1,-2-1 6,-3 1 1,2-5-75,-6 0 1,4 2-129,-4 6 1,0 0 1,-4 4 1,-1-3 74,-3 3 1,1-3-75,-5 4 1,0-1 54,-5 5 1,1-1-411,-1-4 1,1 1 177,0-9 0,3 3-611,1-6 1,4-4 862,-4-1 0,-1-2 0,-3-2 0</inkml:trace>
  <inkml:trace contextRef="#ctx0" brushRef="#br0">24922 9426 7743,'5'-18'323,"-1"-3"0,0 2 492,-4-2 0,0 6 270,0-1 1,0 6-493,0 2 1,-6 5-230,-2-1 1,-7 4-124,-2 4 1,-6 4-29,-2 9 0,-1 2-69,-7 6 1,5 0-114,-1-1 1,4 1-57,5 0 0,-1-2 75,9-2 0,2-2-247,10-2 1,1-3 106,4 2 0,3-3-310,8-5 1,4 3 203,5-3 0,3-1-22,1 1 0,-1-4 83,-7 5 1,1-5 132,-6 4 1,1-4 158,-5 5 0,-5-1 57,-3 4 1,-2-4 10,-2 1 1,0-1-84,0 4 1,-10 1-208,-2-1 0,-4-3 107,4-1 0,-5 0-881,1 4 0,-5-3 413,5-1 0,-1-5-361,5 1 1,-1 1-5,1 0 791,0-1 0,-1-4 0,1 0 0</inkml:trace>
  <inkml:trace contextRef="#ctx0" brushRef="#br0">25419 9401 7743,'0'-12'1394,"0"-1"-920,0 6 1,0 3 532,0 8 0,5 10-277,3 11 1,-2 11-338,-2 9 0,2 9-191,-2 4 0,0 7-342,-4 1 0,-2 1 170,-2-1 0,2 2 54,-2-33 1,-1 0 0,1 1-1,0-2-404,-8 28 1,-1-4-76,1-12 1,1-3-370,3-6 0,2-11-510,6-5 891,0-12 1,6-3-737,2-6 0,4-3 526,5-5 1,-3-2-310,2-11 902,-2-5 0,-2-5 0,1-7 0</inkml:trace>
  <inkml:trace contextRef="#ctx0" brushRef="#br0">25493 9537 7743,'0'-18'0,"0"1"617,0-4 1,1 3-172,4 6 1,1-1 347,7 1 1,1 5-245,2 3 0,3 2-191,6 2 0,0 0-366,0 0 1,-6 2 74,-2 2 1,-3 4-228,-2 9 0,-5-2 186,-3 6 1,-8-1-238,-4 5 0,-9 1 29,-4 3 1,-3-1-94,-5 5 1,2-4-398,-2 4 1,3-6 286,1 2 0,1-7-462,-1-1 0,7-10-130,6 1 118,5-7 858,12-11 0,8-8 0,6-11 0</inkml:trace>
  <inkml:trace contextRef="#ctx0" brushRef="#br0">25964 9488 7743,'7'-13'501,"-1"1"-201,-6 0 571,0 5 1,-2 1-106,-2 6 1,-3 2 2,-5 2 1,-6 8-238,-3 9 1,2 8-146,-2 4 0,1 3 153,-5 1 1,6 0-170,2 0 0,5-5-926,3-3 487,4-3 0,6-12-275,3-6 1,9-7-131,8-5 1,3-8-610,5-9 0,-2-6 142,1-2 1,-6-4 402,-1 4 1,-2 0 200,2 4 1,-3 2 134,-6 2 0,1-1 463,-1 5-306,-5 1 934,-1 9 0,-6 7-27,0 8 0,-4 5 475,-1 3 0,-4 3-408,0 6 0,3-4-400,-3 0 0,5-1-437,-4 5 0,5-4 64,-1-1 1,3-4-1923,1 0 1473,0-2 0,1-7-1290,3-3 0,3-3 82,5-1 1,1-7-1359,-1-5 2858,1 0 0,5-17 0,1 2 0</inkml:trace>
  <inkml:trace contextRef="#ctx0" brushRef="#br0">26287 9413 10295,'-7'0'4720,"0"6"-3697,3 2 1,3 7-469,-3 2 0,1 5-400,-1-1 1,2 2 12,-2 2 1,3 0-869,1-1 1,1-3 501,3 0 0,-1-10-599,5 1 1,-2-8 335,6 0 0,-1-8-59,10-4 0,0-7-820,3-2 0,1-6 686,0-2 1,0 4 524,0-3 1,-5 3-185,1 0 626,-6 3 162,3 12 1,-11 1 618,-3 10 0,-4 7 250,-4 9 0,-2 2-619,-2 2 0,-3-5-337,3 1 1,2-6 63,2 2-1909,3 2 1022,1-5 521,0 4 1,5-11 215,4-3-302,-4-3 0,6-6 0,-4-2 0</inkml:trace>
  <inkml:trace contextRef="#ctx0" brushRef="#br0">27912 8682 7743,'-12'0'2497,"3"-4"-1668,1-1 0,5 4-219,-1 9 0,1 3 706,-1 14 0,3 5-621,-3 16 0,2 8-175,2 16 0,0-34 1,0 1-526,0 6 0,0 1 1,0-2-1,0 0-35,0 3 1,0 1 0,2-1 0,1-1 60,-1 2 0,0-1 0,0-4 0,0 0-753,-2-2 0,0 0 0,0 26-58,0-11 1,0-9-1165,0-4 1034,5-13 1,2-6 413,6-14 1,-5-2-832,0-6 1,0-6 162,5-2 1174,-1-8 0,6-9 0,2-7 0</inkml:trace>
  <inkml:trace contextRef="#ctx0" brushRef="#br0">28557 9041 7743,'-1'-12'1867,"-3"0"1,2-1-696,-2 1 1,1 1 479,-1 2-1654,-3-2 0,-6 10 53,-4-3 0,2 9-37,-6 8 0,-4 1 67,-4 6 1,-5 1-247,1 4 0,-3 4 170,-1 0 0,-5 4-312,1-4 1,-6 1-189,2-1 0,-2-3-12,1 3 0,4-3-85,4-1 1,11-2 187,2-2 1,10-2 196,3-2 0,5-7-3,7 2 0,9 2 365,4 2 1,13 1-164,3-5 0,5 1 1009,4-1 0,4 0-9,4 1 0,6-1 400,2 1 0,1-1-838,-1 0 1,-2 1-118,6-1 1,0 5-1226,4-1 0,-6 1 525,-2-5 0,-6 2-489,-6 3 1,2-4 506,-11 4 0,-1 1-3697,-12-2 3942,4 6 0,-9-11 0,6 6 0,-1-1 0</inkml:trace>
  <inkml:trace contextRef="#ctx0" brushRef="#br0">29760 9909 7719,'9'0'5181,"-1"0"-3859,0-5 0,5-2 1057,-1-5 1,-1 3-1243,-3 1 1,2 4-2882,-6-4 1073,0 5-1678,-4-3 2349,0 12 0,-11 6 0,-2 8 0</inkml:trace>
  <inkml:trace contextRef="#ctx0" brushRef="#br0">29959 9364 7712,'0'-20'42,"0"3"128,0 4 0,0 1 544,0-1 0,-6 1-271,-2 0 1,-3 3 285,-1 1 1,-1 4-266,1-4 0,-5 5 339,1-1 1,-2 9-328,1 8 1,4 5 43,-4 6 1,-1 7-161,2 2 0,3 3-146,5 1 1,0 1-13,-5 4 1,2 0-5,3 4 0,-2-3-230,6-6 1,0-5 201,4-4-125,0-1 0,1-14-112,4-4 1,6-8-66,5-5 1,6-4-147,-1-9 1,2-6-262,2-6 0,0-4-347,0 4 0,4-6 395,0 2 1,0-3 80,-5-1 0,-3 4 87,0 0 1,-6 5 224,1 0 0,-7 3-54,-5 4 0,-3 3 603,-1 6-259,0 5 1,-5 7 204,-4 8 0,3 10 152,-3 7 1,2 1-238,-1 7 0,-2 0-39,6 4 0,-4 1-95,4-1 1,0-1-618,4-3 0,-4 1 284,0-5 0,-1-1-453,5-8 0,2-3-89,2-9 0,4-2-375,9-6 1,-2-6-427,6-2 0,-1-9 1498,5-3 0,5-15 0,2-3 0</inkml:trace>
  <inkml:trace contextRef="#ctx0" brushRef="#br0">30331 9302 7712,'7'-6'2557,"-1"5"-1308,-6-10 1,-6 11-401,-2 0 0,-3 5-94,-2 8 1,1-1-333,0 1 1,-5 3-170,0 1 0,5 3-324,4-3 1,1 1 99,-1-2 0,2-2-276,6 3 0,0-4 209,0 0 1,7-5-546,5 0 1,6-4 238,7 5 0,1-7-213,3 3 0,-3 0 272,3-1 0,-4 2 286,-4-2 1,1 1 75,-6 4 1,-5 2-106,-6-3 0,0 3 352,-1 1 0,-1 1-120,-7-1 1,-3-4-364,-5 1 1,-1-2 116,1 1 0,-1-3-1196,1-5 1,0 0 70,-1 0 1,1 0-1254,-1 0 2419,-5-5 0,-1-7 0,-6-8 0</inkml:trace>
  <inkml:trace contextRef="#ctx0" brushRef="#br0">30703 9004 7712,'-16'8'1210,"-1"1"1,1-5-523,3 4 1,2-4 639,3 4 1,4-5-652,8 1 0,10-2 163,11-2 1,6-6-363,11-2 1,2-3-169,5-1 0,5-2-573,0-3 0,4 3-327,-4-2 1,2 1-1077,-6-2 0,-1 8 862,-12-4 1,-3 5-2958,-14 0 2825,-7 2 1,-19 12 547,-10 2 1,-12 3 387,-5 1 0,-3 1 0,-1-1 0,4-4 0,0 1 0,4-1 135,-4 4 1,9-3-136,-1-1 0,5-4 0,-1 4 0,-1 1 434,6 3 0,3 0-87,5 1 0,4 5 1171,-5 2 0,5 9-738,-4 4 0,5 5 591,-1 3 1,1 3-521,-1 6 1,-3 5-441,-5 3 0,0-3-36,-1-2 1,2-3-110,3-4 1,-2-5-1009,6-8 0,0-8 516,4-9 1,10-7-980,2-5 1,5-3-205,-1-1 0,-1-1-519,6-3 1,-6-5 811,2-7 1218,-9-4 0,3-4 0,-4-1 0</inkml:trace>
  <inkml:trace contextRef="#ctx0" brushRef="#br0">30827 9500 7712,'2'-8'324,"2"0"0,-1 4 492,5-5 0,0 5 228,5-4 1,4 0-490,4-5 0,8 1-72,4-1 0,4 0-124,5-4 0,-2 2-1115,5-6 0,-5 6-208,2-1 1,-9 6-700,-4 2 1,-9 5 1662,-3-1 0,-3-3 0,-2 0 0</inkml:trace>
  <inkml:trace contextRef="#ctx0" brushRef="#br0">31497 9364 7712,'9'-11'979,"-1"2"1,0-2-401,4 3 0,5-1-158,0 0 1,3-2-151,-3 3 0,5 1-576,-2-1 0,0 4-441,0-5 1,-3 7 745,4-2 0,-1-3 0,5 0 0</inkml:trace>
  <inkml:trace contextRef="#ctx0" brushRef="#br0">31956 9091 8276,'-7'5'2138,"-2"4"-1261,5 7 0,-1 4-116,5 4 1,0 3-330,0 1-1,0 0-307,0 5 0,0-4 45,0 4 0,2-9-152,2 0 0,3-7 145,5-1 1,-3-7 228,-1-5 1,1-3-220,8-1 0,-3-7-28,2-5 0,4-6-351,0-7 1,0-1 152,0-3 0,-3 1-711,3-5 0,0 4 441,0-4 0,0 2-1290,-4-2 0,-2-2 348,3 6 0,-8 0 1266,0 5 0,-1-1 0,4 0 0</inkml:trace>
  <inkml:trace contextRef="#ctx0" brushRef="#br0">32291 9252 7758,'-8'11'536,"0"-3"24,5 3 0,-1-9 427,8 2 1,4-4-563,9-4 1,2-3-52,6-5 1,5-5-1154,3 0 0,2-5 506,-2 2 0,3-4-419,-3 0 1,-3-1 367,-1 0 1,-8 1 129,-5 4 1,-3 2 234,-5 6 1,-4 0 71,-8 4 1,-4 3-70,-9 5 0,-2 0 321,-6 0 0,0 5 94,0 3 1,0 5-175,1 3 0,-1 4 125,0 5 1,0-1-77,0 1 0,6 0-84,3 0 0,-2 1-48,1 3 0,2-3-33,7 3 0,2-4-81,6-5 0,2-3-129,2-9 1,3 2-771,5-6 1,5 0 463,-1-4 1,6-4-1245,-1 0 1,1-6 726,-1 2 1,1-3 863,-6-1 0,6-1 0,-3 1 0</inkml:trace>
  <inkml:trace contextRef="#ctx0" brushRef="#br0">32973 8595 7758,'0'-8'667,"0"-1"175,6 1-378,-5 1 1,5 3-151,-6 8 1,-1 10 41,-4 11 1,3 2 213,-7 10 0,1 1-171,-4 11 0,-6 1-246,-3 12 0,2-1 73,8-26 0,1 0 0,-9 30-283,-2 1 1,3-8 2,6-5 1,5-14-8,3-10 0,4-14-32,4-11 1,3-2-383,5-2 0,5-6-222,-1-2 1,2-7 234,-1-2 1,-3-5-1231,2 1 0,-8 2 1175,-4-2 0,-2 6 517,-2-1 0,0-4 0,0 0 0,-6 0 0,-2 0 0,-4 0 0,-5 0 0,-2-4 0,-6 4 0,0-2 842,0 1 1,2 3-330,2 6 1,-1 1 1922,6 2-1024,-1 4-473,10 5 1,3 1-473,8 3 1,5-1-263,7 5 0,3-5-349,6 1 0,0 2-491,0-2 1,0 0-1119,-1-4 1,1 0 883,0 0 1,-2 0-1140,-2 0 2008,-3 0 0,0 0 0,1 0 0</inkml:trace>
  <inkml:trace contextRef="#ctx0" brushRef="#br0">32775 9103 7762,'-7'-5'-21,"-3"2"299,6-5 1,-1 5 242,1-1 1,1-2 147,-5 2-364,-1 0 0,-3 4 12,0 0 0,-1 1-114,1 4 0,-1 2-63,1 5 0,0 2 109,-1 2 0,2 2-125,3 3 1,-2 2-110,6-2 1,1-2-163,7 2 0,7-6-708,6 2 0,6-5 465,2-4 1,0 2-249,4-6 0,1 0 247,-1-4 1,0 0-367,-4 0 0,0-1 757,0-3 0,-1-3 0,1-6 0</inkml:trace>
  <inkml:trace contextRef="#ctx0" brushRef="#br0">33048 9116 7762,'-6'7'1411,"1"0"-919,-3-3 0,-3-2 491,2 7 0,4-1-460,1 4 0,-2-3-154,2-1 1,0 0-218,4 5 1,1-7-140,3-1 1,3-4 69,6-1 1,0 0-136,4 0 0,2-1-745,6-4 0,-1-6 373,-4-5 0,2-1-237,-5 5 1,4 0 170,-5-1 1,-4 1 408,-3-1 1,-2 1 156,1 0 0,-3 3 147,-5 1 0,-6 5-90,-7-1 1,-1 3 138,-6 1 1,-1 5-54,-4 3 1,0 4-35,1 0 0,0-1-360,3-3 0,-1 3 47,6-2-1058,-1 2 0,5 0-452,-1-3 571,7-3 1067,0-5 0,12-5 0,0-2 0</inkml:trace>
  <inkml:trace contextRef="#ctx0" brushRef="#br0">33234 9004 7762,'12'-5'0,"1"3"517,-1-2 1,1 3 734,-1 1 1,0 5-772,1 3 1,-1 4-260,1 0 1,-6 4-80,-3 1 1,-3 5-94,-1-1 0,0 2 24,0 2 0,-5 0 99,-4 0 0,-2-6-241,-1-3 0,-1-2 20,1-1 0,4-7 90,-1-1-113,7-4-59,-4-1 1,9-6-551,5-2 1,2-8 356,11-5 1,-1-2-269,5-2 0,1 1 591,3 4 0,-3-4 0,5 5 0</inkml:trace>
  <inkml:trace contextRef="#ctx0" brushRef="#br0">31758 9810 7676,'-13'0'520,"1"4"174,0 1 1,-1 0-147,1-1 1,-5 3 85,1 5 1,-5 1-123,4-1 1,-3 2-172,3 3 1,-3-4-551,3 4 1,0 1 242,5-2-432,5 1 0,3-6 188,8-3 1,4-2-129,9-6 0,4 0 245,8 0 1,-3 0-32,3 0 1,-3 4 776,-1 0 1,0 6-370,-1-2 0,-4 3 625,-4 1 1,-6 1-313,-2-1 0,-5 5-162,1-1 1,-3 2-352,-1-1 0,-4-4-671,0 4 235,-6 2-158,4-5-2970,-7-2 2490,6-6 0,3-16-448,8-2 0,3-9 1438,6 1 0,-1-9 0,0-3 0</inkml:trace>
  <inkml:trace contextRef="#ctx0" brushRef="#br0">32031 9947 7676,'-2'18'0,"-2"2"0,1 4 725,-5 0 0,5 4 128,-1 5 1,-1 2 287,1 10 0,-1 2-647,5 7 1,0 4-461,0 8 0,-1-32 0,-2 2 31,2 3 1,-2 1-1,-1-5 1,0 0 36,2 0 1,0 0-1,-6 23-477,3-8 1,-3-8 395,4-9-1333,0-8 482,4-12 1,0-9-507,0-8 1,0-5 573,0-7 1,0-4 761,0-4 0,0-1 0,0 0 0</inkml:trace>
  <inkml:trace contextRef="#ctx0" brushRef="#br0">32080 10195 7676,'21'-33'204,"0"0"1,-5 1 352,5-1 0,0-3-23,3 3 0,1 3 134,0 1 1,0 8-186,0 4 0,-5 5 199,1 4-488,-6 2 0,-2 8 73,-9 2 0,-3 3 72,-1 5 1,-5 2-88,-4 2 1,-3 2 24,-5 3 0,-2 5-228,-6-5 1,2 5 96,2-5 0,-2 3-881,2 5 1,-5-2 419,1 2 1,-3-5-441,8-3 0,0 2-76,0-2 0,0-3-1618,0-1 1126,2-4 1323,11-6 0,1-12 0,6-9 0</inkml:trace>
  <inkml:trace contextRef="#ctx0" brushRef="#br0">32552 10170 7685,'-13'0'2673,"1"0"1,4 0-1342,-1 0 1,5 0-344,-4 0-989,0 0 0,-5 0 0,1 0 0</inkml:trace>
  <inkml:trace contextRef="#ctx0" brushRef="#br0">2692 12588 7689,'0'-12'-45,"0"0"0,0-1 45,0 1 0,0-1 633,0 1-129,0 0 1125,0-1-514,0 1-231,0 5-785,0 1 1,0 8 55,0 2 0,1 3-69,3 5 0,3 7 122,6 6 0,1 1-240,2 8 0,-1 4 51,6 8 1,0 3-298,3 5 0,-3 5 194,-10-24 0,-1 0 0,0 1 0,-1 0-274,1 5 1,1 1 0,-1-1 0,-1 0 246,0 3 0,-1-1 0,-2 1 0,1-1 32,2 1 1,-1-1 0,-1-6 0,0-1 194,5 26 1,1-14-58,-1-19 0,4-3 299,1-13 1,0 1-146,-5-10 0,0-2 285,1-6 0,-1 2-191,1-7 1,-1 1 491,0-4 0,1-6-517,-1-3 0,1-4-38,-1-4 0,0-2-361,1-7 0,1-3 109,2 0 0,-1-12-393,6 0 0,-6-3-77,2-1 0,-2-3-22,1-6 0,-2 0 102,3 0 0,-4 7 103,0 13 0,-2 5-240,-3 8 0,2 4-218,-6 8-981,0 9 1232,-4 6 0,-5 6 502,-4 0 0,-7 0 0,-4 0 0</inkml:trace>
  <inkml:trace contextRef="#ctx0" brushRef="#br0">2903 13146 7689,'-18'13'1846,"4"-6"-1222,2-2 1,9-5-253,11 0 0,7-1 102,14-3 0,3-3-108,5-6 0,5 2-495,-1 3 1,2-3 161,-2 3 1,-1-2-1272,6 2 0,-1-2 1238,5 6 0,-1-5 0,1 2 0</inkml:trace>
  <inkml:trace contextRef="#ctx0" brushRef="#br0">4528 13159 6467,'0'-8'259,"0"-1"0,0 5 176,0-4 0,0 4 597,0-4-635,0-1 0,0-3 99,0-1-132,-6 1 0,4 0-121,-7-1 1,5 2-132,-4 3 0,0-2 108,-5 6 0,1 0-167,0 4 0,-1 1 95,1 4 0,-1 7-203,1 9 0,1 6 6,3 2 1,-3 6-40,2-2 0,4 7 42,1 1 1,-2 0 45,2-3 0,0-7-67,4-2 0,1-10 47,3-6 0,7-2-65,6-7 0,5-7 57,-1-9 0,2-7-362,2-10 0,0-3 104,0-5 0,-5 2-23,1-2 1,-5 3 235,5-8 1,-4 4-59,3 0 0,-4-3 127,0 0 1,-4-5-166,-3 5 1,0-6 478,-4 2 0,3 1-159,-4-2 1,0 6 288,-4-1 1,0 5 79,0 7 0,0 1 100,0 12-324,0 5-124,0 5 1,0 8-96,0 2 1,0 8 69,0 9 1,0 2-57,0 2 1,-1 7 23,-3 5 1,1 2-146,-5 6 0,3 2-113,-3 7 0,0-3-376,-5 2 1,2 4-409,3 1 1,-2 1 450,6-1 1,-4-4-487,4-9 0,0-2 428,4-6 0,1-8 534,3-8 0,2-1 0,5-11 0,1-4 0,3-2 0</inkml:trace>
  <inkml:trace contextRef="#ctx0" brushRef="#br0">4900 13233 7689,'7'6'464,"3"-3"156,-6 5 1,1-4 428,-1 4 1,-2 1-496,2 3 0,-3 0-287,-1 1 0,0 0-60,0 4 1,0-3-709,0 2 0,0 0 395,0 0 0,0-2-387,0 2 1,2-3-1116,2-5 1608,-3-2 0,5-6 0,-6 0 0</inkml:trace>
  <inkml:trace contextRef="#ctx0" brushRef="#br0">4925 13072 7689,'0'-12'592,"0"-1"0,4 5-174,0 0 1,2 4-10,-2-5 1,3 7-166,5-3 0,1 4-698,-1 1 0,5 0 382,-1 0 0,6 0-2058,-1 0 2130,2 0 0,2 6 0,0 0 0</inkml:trace>
  <inkml:trace contextRef="#ctx0" brushRef="#br0">5272 13320 7689,'0'13'226,"-4"-5"56,0 0 1,0 0 309,4 5 1,1-5-203,3 0 0,-1 1 37,5 3 0,1 2-131,3 2 0,1-2-103,-1 3 0,0 2 27,1 2 0,-5 6-184,0 2 0,-5 4-33,1-4 1,-2 7-74,-2 1 0,-6-5 49,-2 1 1,1-7 56,-1-5 1,-1-3-476,-3-6 0,0-1 195,-1-3 1,1-4-1191,-1-8 0,2-8 1434,3-9 0,-9-2 0,4-2 0</inkml:trace>
  <inkml:trace contextRef="#ctx0" brushRef="#br0">5247 13134 7689,'6'-7'823,"-3"-2"-534,5 4 1,0-3 411,5 4 1,3-6-249,1 2 1,5 1-605,-2-1 1,4 4 117,1-4 33,5 5 0,2-8 0,5 4 0</inkml:trace>
  <inkml:trace contextRef="#ctx0" brushRef="#br0">6190 13072 7689,'0'-25'0,"-4"0"337,0 1 1,-2 4 92,2 4 1,2-2 77,-7 1 1,5 1 661,-4 3-816,0 7 1,-5 1-172,1 10 0,-1 3 24,1 8 1,0 9-15,-1 8 1,1 4 14,-1 5 0,1-2-49,0 5 0,3-1-50,1 2 0,5-3-127,-1-6 0,3 0-455,1 0 1,1-7 284,3-5 0,3-3-377,6-9 1,0 2 270,4-7 1,-3-2-666,2-2 1,-2-4 382,-2-4 1,1-2-62,-1-2 1,-1-7 636,-2 2 0,2-7 0,-5 0 0</inkml:trace>
  <inkml:trace contextRef="#ctx0" brushRef="#br0">6004 13295 7689,'-8'-8'0,"0"0"656,5 5-95,-3-2 153,6 5 1,2 0-261,2 0 1,4 0-185,9 0 0,2 0-75,6 0 1,0 0-641,-1 0 1,7-2 376,2-2 0,3-3-2243,1-5 2311,-5-1 0,9-5 0,-2-1 0</inkml:trace>
  <inkml:trace contextRef="#ctx0" brushRef="#br0">6686 13010 7689,'9'1'728,"-1"4"0,2-4 435,6 3 0,-1-3-543,6-1 0,0 0 68,4 0 1,3 0-246,1 0 0,5-5-800,-6-3 0,6-3-358,-6-2 1,3 1-665,-2-1 0,-4 2 74,-1 3 1,-6-3 1304,-9 3 0,2-3 0,-5-2 0</inkml:trace>
  <inkml:trace contextRef="#ctx0" brushRef="#br0">6935 12998 7200,'-7'19'-1100,"-4"0"2128,2-2 0,3 1-396,-3 2 0,2 5 63,-1 0 1,-3 5-281,3 7 1,2-3-164,2-1 0,-1 0-45,0 4 1,1-1 737,4-3 1,-4-3-1344,0-5 1,0 1 264,4 3 1,0-8-1157,0-1 1,0-4-24,0-4 294,5 0 0,-2-5 1018,5-3 0,-5-8 0,3-3 0</inkml:trace>
  <inkml:trace contextRef="#ctx0" brushRef="#br0">6773 13395 7689,'-7'5'1669,"-4"-4"-646,10 10-418,-4-9 0,6 3-213,3-5 1,8 0-82,9 0 1,3-1-943,0-3 1,5-3 478,0-5 1,4-1-2699,-4 1 2850,6-1 0,-9 1 0,4 0 0</inkml:trace>
  <inkml:trace contextRef="#ctx0" brushRef="#br0">7592 13705 7713,'-11'-9'2914,"3"1"0,-2 4-4736,6-4 1248,0 5 1,4-4 573,0 3 0,5-3 0,2-5 0</inkml:trace>
  <inkml:trace contextRef="#ctx0" brushRef="#br0">9478 13184 7833,'-13'-6'136,"1"-1"0,-1-4 146,1 3 1,4 1 163,0 3 1074,-1 3-524,2-5-398,2 6 0,8 0-82,5 0 0,2 4-9,10 0 1,6 2-230,7-2 1,3-3-69,2 4 0,-1-4 13,0-1 0,2 0 0,2 0 0,-7 0-990,4 0 0,-8-4 467,3 0 0,-5-1-1517,1 5 1,-9 0 505,-3 0 0,-5 2 1311,-4 2 0,-2 3 0,-6 5 0</inkml:trace>
  <inkml:trace contextRef="#ctx0" brushRef="#br0">9763 13233 7833,'-5'13'747,"2"-5"-408,-6 0 1,7 1 245,-2 3 1,-2 6-202,2 2 1,0 4 180,4 1 1,0 1-137,0 3 0,1 1-166,3 3 1,-1 2-282,5-6 0,-5 4-260,1-4 1,2 4-603,-2-4 0,0 0 548,-4-5 0,0 1-921,0 0 1,0-2 525,0-2 0,-1-4 342,-3-9 1,-3 2 384,-6-6 0,-5 5 0,-1-2 0</inkml:trace>
  <inkml:trace contextRef="#ctx0" brushRef="#br0">9540 13853 7833,'-13'0'287,"1"-5"0,0 4 185,-1-4 739,6-1-771,2 4 1,6-2-24,3 8 0,7-1-65,6 5 1,5-4-108,-1 5 1,6-7-201,2 2 0,1-2 50,-1-2 0,-3 0-717,3 0 1,2 0 419,-2 0 0,4-4-1378,-4 0 0,4-6 1580,-4 2 0,5-9 0,-2-2 0</inkml:trace>
  <inkml:trace contextRef="#ctx0" brushRef="#br0">10197 13655 7833,'20'4'791,"-4"0"1,2 5-265,-1-5 0,5 0-11,-2-4 0,4 0-155,0 0 0,5-2-350,0-2 0,6-7-321,-2-5 1,3-8-408,1-1 1,-1-1-1606,-3-7 2142,-3 6 1,-5-9 0,0 4 0</inkml:trace>
  <inkml:trace contextRef="#ctx0" brushRef="#br0">10532 13221 7833,'-18'5'1403,"4"-2"-922,-2 5 1,4-3-98,3 3 1,0 0-127,4 5 1,-3 3 316,4 1 1,0 5-171,4-2 1,1 5-106,3 4 0,-1 0-211,5 8 1,1-1 106,3 9 1,-1 6-206,-3 7 0,2 3-226,-6 1 1,4 4 320,-3 0 1,-1 3-36,-4-7 1,0-3-198,0-9 0,0-6 65,0-2 0,0-11-41,0-6-703,0-6 369,0-12 78,0-1 0,-2-6 113,-2 0 0,-4-2-31,-9-2 0,-2 3-100,-6-3 0,-1 2-19,-3 2 0,-3-4-117,-5 0 0,-4-6-553,0 2 1085,-6-3 0,3-1 0,-6-1 0</inkml:trace>
  <inkml:trace contextRef="#ctx0" brushRef="#br0">12641 13258 7833,'-12'0'0,"-1"0"0,6 0 0,2 6 0,8-5 0,5 3 0,8-2 0,18-2 0,4 0 0,12 0 0,1 4 2611,2 0 1,4 0-1548,5-4 1,-1 0-552,-3 0 1,-5-4-217,-7 0 0,-1 0-1500,-7 4 0,-4-5 647,-9 1 0,-6 0-3583,-2 4 4139,-9 0 0,-14 0 0,-7 0 0</inkml:trace>
  <inkml:trace contextRef="#ctx0" brushRef="#br0">12827 13308 7833,'-16'0'-250,"-1"0"1,1 1 1162,3 3 1,6-1-348,3 5 1,8-1 264,5 1 1,11 3-325,5-2 0,8 2-28,0 1 1,4-1-130,5-3 1,-8 3-288,3-2 0,-5-2-182,-3 1 1,-1 0-278,-12 5 0,-5 4-357,-7 4 0,-8 4 399,-4 4 0,-13-2-373,-4 7 1,-9-1 167,-3 4 1,4-1 514,-5-3 1,5-3-74,0-5 0,3-5 109,5 1 1,6-11 459,2-2 648,4-5-497,6-3 1,8 0-245,11 0 1,6 0-81,7 0 1,5 0-65,4 0 0,-3 0-338,2 0 0,0 0 111,5 0 1,4 1-911,4 3 0,2-2 121,2 2 1,1-3 526,2-1 0,-2 0 1,5 0-1</inkml:trace>
  <inkml:trace contextRef="#ctx0" brushRef="#br0">14142 13481 7833,'-5'-19'0,"2"-3"422,-5 5 1,-1-3-28,-3 3 1,0 1 110,-1 3 1,-1 6-26,-2 3 1,1 3-12,-6 1 1,2 7 22,-2 5 1,-1 8-129,5 8 0,1 6 188,3 7 0,1-1-178,0 5 0,5-1-112,3 2 1,-2-3-41,2-6 0,1-7-366,7-5 0,3-7 81,6-10 1,5-5-47,2-11 1,5-12-567,4-13 1,-1-4 355,5-4 1,-4-8-736,4-4 0,-2-1 570,2 4 1,-2 1 169,-6-1 0,-1-1 64,1-3 1,-6 3 327,-2-2 1,-7 2 63,-2 1 1,-5 5 92,1-1 1,-3 10 302,-1-1 1,-4 12-10,0 0 403,-6 14-629,9 0 0,-9 24 148,6 7 0,-1 9-80,0 9 1,3 4 45,-7 4 0,3 2-152,-3 2 1,-2 1-224,3 2 0,2 0-1144,2 5 0,-1-6 594,1 2 0,-2-6-1351,2 2 1,3-9 180,-3 4 1677,2-5 0,6-4 0,0 0 0,-1-2 0,-1 1 0,-2-2 0</inkml:trace>
  <inkml:trace contextRef="#ctx0" brushRef="#br0">14403 13630 7833,'0'7'4623,"5"4"-3920,-3-4 0,3 5-92,-5 1 0,4-5-263,0 0 0,0 1-112,-4 3 0,2-4-1902,2 1 1147,-3-1-854,5 4 0,-6 1-255,0-1 1628,0-5 0,0 4 0,0-4 0</inkml:trace>
  <inkml:trace contextRef="#ctx0" brushRef="#br0">14440 13419 7833,'8'-19'0,"0"3"0,-1 2 1021,2 1 0,6 5-172,-3 0 1,3 5-37,-2-1 0,3 3-732,1 1 0,3 0 90,-3 0 0,4 0-1158,-5 0 1,6 4 343,-1 0 643,2 5 0,2-2 0,0 6 0</inkml:trace>
  <inkml:trace contextRef="#ctx0" brushRef="#br0">14775 13705 7833,'7'5'722,"0"-4"795,-3 4-1049,3-4 1,5 5-74,0 2 0,1 0-172,-1 4 0,1 4 39,-1 8 0,0 3-39,1 2 0,-5 8 49,0 8 0,-5-1-17,1 2 0,-2-2 104,-2 1 0,-6-2-210,-2-6 0,1-6-125,-1-7 0,4-6-642,-5-9 0,5-4 407,-4-5 1,4-1-1046,-4-3 0,1-9 591,-2-7 0,-2-5-342,3-4 1,-3 1 1006,-1-5 0,-1-5 0,1-7 0</inkml:trace>
  <inkml:trace contextRef="#ctx0" brushRef="#br0">14800 13469 7833,'12'-6'0,"0"4"850,1-7 1,3 7-198,1-2 1,5-2-258,-1 2 0,2-4-1056,2 3 0,4 0 258,0 1 402,5 2 0,-8-9 0,5 5 0</inkml:trace>
  <inkml:trace contextRef="#ctx0" brushRef="#br0">15891 14325 7833,'-19'19'1259,"1"-1"-800,6-6 0,3-5 212,1-3 1,1-4-261,-1-4 0,2-8 409,6-9 0,-4-4-319,0-4 1,0-2-47,4-7 1,0-3-242,0 0 1,6-7-173,2-2 0,3-5-487,1-7 1,2-6 474,-6 34 0,1-2 0,-2-3 0,1-2-53,2-2 1,0-1 0,1 3-1,-1 0 32,2-3 1,1 1-1,-1 6 1,-1 1-51,0 0 0,-1 1 0,13-24-6,-2 5 1,3 15 10,0 5 0,-3 18-33,0 8 1,-6 5-100,1 3 1,-3 3-33,-5 5 0,-2 2 55,-6 10 0,0 2 4,0 7 0,-7-1 434,-6 5 0,0-1-504,-8 1 1,0 2 91,-4-1 1,6-4-25,3-1 0,2-4 62,1-5 1,2 4 31,3-4 0,3-6-32,5-1 1,6-5-12,7 0 1,5 2 128,7-6 0,1 1-73,3-1 0,-3 2 157,3 2 1,-7 3-102,-1-2 1,-8 2 54,0 1 0,-2 0-7,-7 1 0,0 5 108,-4 2 1,-7 0-633,-5 0 0,-5 0 216,-3 0 1,-4 4-762,3-4 0,-2-2 452,-2-1 1,6-3-1795,2-2 2343,-2 0 0,0-5 0,-6-1 0</inkml:trace>
  <inkml:trace contextRef="#ctx0" brushRef="#br0">16412 13866 7833,'2'8'266,"2"0"-211,-3-5 1150,5 8 1,-6-8-501,0 5 0,4-4-251,0 5 0,0-5-138,-4 4 1,0-4 322,0 4-415,6 1 1,-5 3-13,3 0 0,-2 1-242,-2-1 0,0-3 173,0-1-1200,0 0 834,0 4 0,-2-3-1898,-2-1 925,3-5-1216,-5 2 1705,6-5 0,0-5 707,0-4 0,0-7 0,0-3 0,0-6 0</inkml:trace>
  <inkml:trace contextRef="#ctx0" brushRef="#br0">16350 13990 7833,'-12'1'-1961,"-1"3"2857,1-2 1,0 3 570,-1-5-64,6 0 376,-4 0-745,10 0-324,-5-5 0,6-2 161,0-6-619,6 1 1,1 0-30,5-1 1,1 1 250,-1-1 0,-4 1-192,1 0 1,-1-1-254,4 1 0,1-1-267,-1 1 0,-1 0 236,-3-1 1,3 5-474,-2 0 0,0 4 196,0-5 0,2 7-510,-3-3 518,-3 4 1,2 11 225,-3 2 1,-2 9 16,2-1 1,-3 4 108,-1 1 1,0 1 82,0 3 1,-1-2-55,-3 6 0,2-4-71,-2 4 0,3 0 8,1 5 0,0-1-199,0 0 0,0 4 114,0 1 0,-1-5 241,-4-4 1,4-5-24,-3 1 1,3-7 35,1-2 0,-5-5 94,1 2 1,-1-9-54,1-4 1,1-2-98,-5-2 1,3 0 13,-3 0 1,4 0-424,-4 0 0,4-2 209,-5-2 1,1-3-725,-4-5 1,-1 0-135,1-1 0,-1-1-510,1-2 0,0-3 383,-1-6 1,1-6 507,-1-2 1,2-2-1042,3-3 1558,-3-4 0,4 3 0,-5-4 0</inkml:trace>
  <inkml:trace contextRef="#ctx0" brushRef="#br0">16350 13630 7833,'0'-12'0,"0"4"836,0-1 0,0 1 248,0-4-348,0-1 1,2 1-605,2-1 0,3 5-514,5 0 0,5 1-1478,-1-1 1,5 2 1859,-5 6 0,6-5 0,-2-2 0</inkml:trace>
  <inkml:trace contextRef="#ctx0" brushRef="#br0">17095 13010 7833,'8'-4'-861,"0"0"1,-4-4 2248,5 3 1,-5-3 96,4 4 0,-4 0-810,4 4 0,1 0-98,3 0 0,0 5-164,1 4 0,-5 9-5,0 6 0,-3 8-87,3 9 0,-5 3-143,1 6 0,-4 1 45,-4 3 0,-7-3-292,-6 3 1,-5-3-50,1-2 1,-6-1 170,-2-2 0,-2-3-610,2-6 0,3-10 342,-3-2 1,3-8-725,1-1 0,1-8 396,-1-3 1,5-10-324,4-3 0,2-4 356,2-5 0,3 2 155,1-6 0,5 1 397,-1-5 1,3-4-253,1 0 0,0-1 370,0 1 1,5 7-212,4-3 1,2 4 410,1 1 1,0 6-209,1 6 1,1 5 460,2-1 0,-1 4-245,6 4 1,0 3 203,4 5 0,1 5-179,3-1 1,-2 1-166,6-5 1,-1 2-678,1 2 1,-3-2 326,-5 3 0,0-2-1432,0 1 0,-7 0 168,-6 4 1386,-5-5 0,-1 14 0,0-2 0</inkml:trace>
  <inkml:trace contextRef="#ctx0" brushRef="#br0">17417 13643 7833,'-12'0'3551,"-1"0"-3067,6 0 0,2-2-90,5-2 1,10-1-174,2-4 0,7-2 47,-2 3 1,3-2-170,-3 2 0,0-2 111,-5 6 0,0 0 79,1 4 1,-2 2-80,-3 2 0,-2 8 110,-6 9 1,0 2-48,0 2 0,-2 0-90,-2 0 1,3-1-27,-3 1 0,2-4 27,2 0 0,0-6-541,0 1 1,2-3 244,2-5 0,3-3-1746,5-5 1,6-5 960,3-3 0,-3-5 897,-2-3 0,-2-4 0,-2-4 0</inkml:trace>
  <inkml:trace contextRef="#ctx0" brushRef="#br0">17516 13444 7833,'0'-7'2071,"0"-4"1,11 4-2676,6-5 1,6 1 144,6 3 459,3-3 0,5 4 0,0-6 0</inkml:trace>
  <inkml:trace contextRef="#ctx0" brushRef="#br0">18521 13519 7833,'0'6'2375,"0"0"-1794,0-6 0,7 0 242,6 0 0,6 0-491,10 0 1,8-1-364,8-4 1,5-1-398,4-7 0,-3 1 235,3-1 0,-9 1-1362,-4 0 0,-3 5 324,-5 3 1231,-8 2 0,-8-3 0,-4-2 0</inkml:trace>
  <inkml:trace contextRef="#ctx0" brushRef="#br0">18608 13742 7833,'-1'11'505,"-3"-3"0,2 3-5,-2-3 0,4-2 77,4-2 0,4 2 32,9-2 1,8 0-219,8-4 0,4-2-279,4-2 1,8-3 43,4-5 1,7-5-1419,-2 1 1,2-5 684,2 5 270,-28 5 1,0 0-1,29-3 1,5-4-1</inkml:trace>
  <inkml:trace contextRef="#ctx0" brushRef="#br0">19762 13568 7752,'0'13'0,"-6"-1"1094,-2 0 0,1 2-456,-1 3 1,5 2 316,-1 6 1,3 0-442,1-1 0,5 0-266,3-4 1,9-2-35,4-5 1,6-2-213,2-3 0,6-4-41,-2-8 1,4-8-46,4-9 1,-2-4-370,2-4 0,2-2 115,-2-7 1,1 0 182,-5-4 1,-4 4-19,0-3 1,-7 6 572,-1 2 1,-7 1-202,-10-1 1,-2 4 72,-6 9 1,-11 2-114,-6 5 1,-11 2-77,-5 3 0,-7 3-555,-1 5 0,-6 2 277,2 7 1,-10 4-1412,-7 12 0,0 5 1053,29-13 0,-1 0 553,-3 3 0,0 1 0,4 0 0,0 2 0,-5 3 0,-1 0 0,-2 3 0,0 0 0,-2 3 0</inkml:trace>
  <inkml:trace contextRef="#ctx0" brushRef="#br0">21486 13729 7751,'7'6'-177,"3"-3"892,-6 5 1,4 0-233,-4 5 1,0-5 86,-4 0 1,0 5-178,0 3 1,-1 2-333,-3-1 1,-3-2-217,-5 5 0,-1 0-369,1 0 0,-1 2-630,1-5 0,-1 1 637,1-2 1,0-3 516,-1-1 0,1 1 0,-1-7 0</inkml:trace>
  <inkml:trace contextRef="#ctx0" brushRef="#br0">22305 13035 7751,'0'-7'5304,"0"1"-4210,5 23 0,0 0-632,7 16 1,-2 0-182,6 4 0,-3 6-205,-5 2 1,3 5 125,-3 3 0,-2-2-454,-2 3 0,-3 0 214,-1-4 0,0-4-435,0-8 0,0-12 259,0-6 1,6-6-151,2-6 1,-1-2 40,1-6 0,2-11 86,6-6 1,-1-5 66,6-2 0,-4-7 16,3-2 1,1-3 63,4-1 1,-5 0-16,1 0 0,-4 1 85,3 3 0,-4-2-51,0 6 0,-2 6 58,-2 6 40,1 9 0,-1 5-69,0 12 0,-3 5 81,-1 10 0,-4 2-44,4 3 0,-3 3 465,3 5 1,-1-4-190,1 0 0,2-4 274,-6 4 1,4-5-140,-4 1 1,4-8 9,-3-5 1,4-3 190,-1-5 1,4-4-220,0-8 1,0-4-228,1-9 1,3-6 52,1-6 1,5-7-440,-1-1 0,-2-2 207,2-6 0,1 3-1058,7-3 1,-3-5-26,3-4 0,-3-2-602,-1 6 0,-1 1-1366,1 12 3069,-5 2 0,3 9 0,-5 2 0,-3 5 0,-4 1 0</inkml:trace>
  <inkml:trace contextRef="#ctx0" brushRef="#br0">23545 13047 7751,'9'2'1318,"-1"2"1,4-3-405,5 3 1,10-2-148,2-2 1,17 0-380,8 0 1,1-2-150,3-2 1,-2 1-1157,2-5 1,-3 0 689,-5-5 0,-7 2-1715,-6 3 1,-11-1 409,-9 4 1532,-9 1 0,3-1 0,-4-2 0</inkml:trace>
  <inkml:trace contextRef="#ctx0" brushRef="#br0">23955 13060 7751,'-13'18'0,"2"1"499,3 6 0,-2 1 66,6 3 0,0 4 153,4 8 1,0 1-226,0 7 1,0-6-158,0 6 0,0-7-322,0-1 0,0-2 80,0-2 1,2-5-1062,2-3 0,4-13 638,8-3 1,4-11-2052,5-2 2380,5-11 0,2-14 0,5-6 0</inkml:trace>
  <inkml:trace contextRef="#ctx0" brushRef="#br0">24674 12948 7751,'0'-7'1544,"0"-4"1,-5 10-899,-3-3 0,-5 8 261,-3 4 0,-4 9-421,-5 3 0,1 8-56,-1 1 0,0 5-85,0-1 1,2 3-304,2 1 1,9-5-117,8-3 1,5-3-104,7-1 0,2-6-208,11-2 1,1-3 265,7-2 1,-3 0-101,3 1 1,1-1 6,-1 1 1,0-2 236,-4-3 1,-2 3-107,-2-3 0,1 3 341,-6 2 0,0-1 46,-8 0-134,-3 1 1,-7 3-486,-7 1 1,-4-1 150,-12-3 1,-1 3-713,-3 1 1,1 1 410,-5-2 0,4-2-1051,-4 3 1,4-4 136,-4 0 1377,-6-1 0,1 1 0,-5-1 0</inkml:trace>
  <inkml:trace contextRef="#ctx0" brushRef="#br0">25592 13283 7751,'0'-8'1209,"0"-1"302,0 7-1039,-5-9 0,3 8 393,-2-5 0,2 5-353,-3-1 1,3 2-41,-7 2 1,5 0-183,-4 0 0,0 2-227,-5 2 0,-1 4-10,-2 9 1,-3 7 111,-6 9 1,0 5-129,0 3 1,0 3 104,1 6 1,4-6-137,4-3 1,7-8-7,5-4 1,4-10-321,4-6 0,9-8-99,8-9 0,7-4-284,6-9 1,0-6-91,-1-6 0,2-5 323,-6 1 1,1 1 99,-1-1 0,-4 0 125,-1-4 1,0 3 264,-8 1 1,1 0-95,-5-4 1,-1 4 222,-2 0 0,0 0-36,-5-4 0,2-2 164,-2-2 0,-3 1-96,4-6 0,-4 6-8,-1-1 0,1 0 70,3 3 0,-2 10-116,2 11 1,2 7 501,-2 2-395,0 5 1,-4 3 296,0 9 0,0 2-71,0 1 0,0 5 5,0-1 0,-2 10-329,-2-1 0,1 8 51,-5 0 1,0 9-537,-4 3 1,-1 3 271,1 2 0,3 4-548,1-1 1,0 7 386,-4-3 1,3-1-1158,1-3 0,5-2 287,-1-1 0,3-2 91,1-2 0,1-15-238,3-10 1255,3-6 0,7-7 0,2-8 0,4-8 0</inkml:trace>
  <inkml:trace contextRef="#ctx0" brushRef="#br0">25890 13531 7751,'-8'8'-883,"-1"0"1,3-3 2499,-3 3 1,2-1-711,3 1 0,3 3 214,-3-3 1,2-1-491,2 2 0,2-1-261,2 4 0,-1-4-1979,5 1 1350,0-1 0,3 4-2474,-3 1 2188,-2-1 1,-6 1-1829,0-1 1422,0 0 951,0-5 0,6 4 0,0-4 0</inkml:trace>
  <inkml:trace contextRef="#ctx0" brushRef="#br0">25952 13295 7751,'-11'-8'3240,"3"0"-2424,2 5 120,6-8 0,2 10-416,2-4 1,4 0-1214,9 1 1,-2 0 488,5 4 1,0 0-3114,0 0 3317,4 0 0,-10 0 0,4 0 0</inkml:trace>
  <inkml:trace contextRef="#ctx0" brushRef="#br0">26138 13556 7751,'1'8'0,"4"0"0,-4-4 596,3 5 1,2-5-46,-2 4 0,4 0 58,-4 5 1,4-1-438,-3 1 0,4 6 29,0 6 1,0 1-148,-1 7 1,2 0 122,-6 4 1,0 5 120,-4-1 0,-5 0-65,-3-4 1,-3-1-118,-2-3 0,-3 2-22,-1-6 0,1-6-208,3-6 1,1-8-1638,-1 0 1385,1-7 0,4-3-519,-1-11 1,7-2 309,-3-7 0,4-5 575,1-7 0,-5-8 0,-2-4 0</inkml:trace>
  <inkml:trace contextRef="#ctx0" brushRef="#br0">26151 13370 7751,'12'0'0,"0"0"0,1-4 945,-1-1 0,2 1-218,2 4 1,0-4-36,4 0 1,1-4-1188,4 4 0,1-5 320,3 5 0,-3-1-2627,3 1 2802,-3 2 0,5-9 0,0 4 0</inkml:trace>
  <inkml:trace contextRef="#ctx0" brushRef="#br0">26907 13233 7658,'-7'-12'0,"3"-1"0,4 2 1277,4 3 0,9-3-563,7 3 1,9-2 361,4 2 1,5-2-518,3 6 1,2 0-1176,2 4 0,3 0 433,-2 0 0,-9 1-1491,-4 4 1,-7 0 941,-5 3 0,-8 3 732,-9-2 0,-8 7 0,-3 3 0</inkml:trace>
  <inkml:trace contextRef="#ctx0" brushRef="#br0">26932 13419 7658,'-12'13'-1203,"-1"-1"2052,1 1 2360,5-1-2071,1 0 0,9-5-590,5-3 1,6-2 266,11-2 1,4 0-344,0 0 1,5-6-689,-1-2 1,3-3 199,2-1 1,3-2-1648,0-3 1,1 3-2151,-5-2 3638,0-3 0,0-1 1,0-4-1</inkml:trace>
  <inkml:trace contextRef="#ctx0" brushRef="#br0">28210 13072 9216,'-13'0'981,"5"0"94,0 0 1,4 3-506,-5 5 0,1 6-162,-4 11 0,1 6-107,2 7 0,0 0 43,5 8 1,-5-1-394,5 5 1,2-5 83,6 1 0,3-13 63,5-4 1,6-9 74,3-7 1,8-6-185,4-3 0,2-4-25,3-4 1,3-5-205,0-7 1,6-5-153,-1-8 0,1-1-484,-2-3 0,-4-2 389,-8 6 1,-4-4 127,-8 4 0,-4 1 342,-9 3 0,-4 0-93,-8 0 1,-4-1 290,-9-3 0,-4 3-156,-8-3 0,2 3-186,-6 1 1,0 1 24,-4 4 0,-1 3 40,1 9 1,-6 4-731,-2 8 1,-5 4 341,-3 9 0,2 3-2159,-3 9 2643,-3 3 0,2 7 0,26-19 0,0 1 0,2 1 0,0 1 0,-24 26 0</inkml:trace>
  <inkml:trace contextRef="#ctx0" brushRef="#br0">13212 14436 7658,'8'-12'-166,"0"0"0,-4-5 267,5 0 0,-5 1 972,4 4 287,0-1-477,5 1 170,-6 5-688,4 1 1,-10 13 204,3 6 0,-8 6-201,-4 10 0,-5 3 2,-3 5 0,-2 1-161,-3 4 1,-2 0-73,2 4 1,2 1-662,-2-6 1,5 5 463,-5-5 0,6 4-1245,-2-3 0,5-6 643,4-8 0,2-7-714,6-4 1,1-9 690,4-4 1,3-9 683,8-8 0,4-10 0,4-9 0</inkml:trace>
  <inkml:trace contextRef="#ctx0" brushRef="#br0">13423 14461 7658,'0'13'0,"0"0"0,0 4 0,-2-2 0,-2 6 0,-3 1 0,-5 7 0,-5 2 444,1 7 1,-6 6 1094,1 5 0,3 1-1068,2 4 1,0-8-950,0 0 0,6 1-388,-2 7 0,4-9 866,-1 1 0,-2-1 0,4-1 0</inkml:trace>
  <inkml:trace contextRef="#ctx0" brushRef="#br0">11909 15639 7658,'0'9'912,"0"-1"1,10-5-73,2 1 1,10 1-338,3-1 0,11 6-246,9-2 1,9-1-54,4 2 1,0-7-667,4 2 1,-8-2 296,4-2 0,-12-2-96,-4-2 1,-5 3-1058,-4-3 1,-8-2 208,-9 2 1109,-7 0 0,-9 9 0,-7 2 0</inkml:trace>
  <inkml:trace contextRef="#ctx0" brushRef="#br0">12132 15739 7658,'-8'0'0,"0"0"1232,5 0-279,-2 0 1,6 0-450,3 0 1,9 0-108,7 0 0,4 4-152,0 0 1,1 4-67,0-4 1,4 5 12,0-5 1,-4 4-344,-5-4 0,-4 6 195,0-2 1,-3 7-556,-5 2 0,-4 5-447,-8-2 1,-4 9 485,-9 4 0,-4 3 82,-8 1 1,2-3 25,-6-1 1,1-2 310,-1 2 0,-1-2-13,5-7 0,1-4 367,7-4 0,1-2-156,7-2 343,-2 1 0,14-5-155,-3 0 0,8-3-21,4 3 0,9-4-37,3 4 1,4-4-84,0 5 1,7-7 30,2 3 0,1 0-74,-1-1 0,3 0-129,-3-4 0,3 0 114,1 0 1,1-1-849,-1-3 1,0 2-247,0-2 1,-4 2 959,0-3 0,6 4 0,5-5 0</inkml:trace>
  <inkml:trace contextRef="#ctx0" brushRef="#br0">13571 15999 7777,'0'-12'1383,"0"-1"-1028,0 1 1,0-1 26,0 1 0,0 0-71,0-1 0,-1 1-8,-3-1 1,3 5-63,-4 0 0,0 0-86,1-5 0,-6 6 37,2 3 0,1 3-133,-1 1 1,-1 1-14,-3 3 0,0 9-120,-1 7 0,1 9-152,-1 4 1,2 5 130,3 3 1,-3 2-80,3 2 0,2-2 66,2-6 0,3-5 69,1-3 1,1-10 68,3-7 0,3-5 116,6-7 0,0-2-163,4-7 0,-2-5 29,6-10 0,-5-7-263,5-2 1,-4-3 90,3-1 0,0-4-15,0 0 0,2-5 71,-5 5 0,3-6 22,-3 1 1,4-2 13,-5-1 0,-1 4-30,-6 4 0,2-2 94,-3 2 1,2 0-41,-2 4 1,2 1 148,-6 3 1,0 0 34,-4 8 568,5 3-481,-3 15 0,3 3 52,-5 8 0,0 4-38,0 9 1,-1 3-30,-3 9 1,1 3 19,-5 5 0,4 2-25,-5 2 1,5 3-278,-4 6 1,1 4 66,-1-1 1,-2 1-832,6-4 1,-4-1 501,3 1 0,1 2-733,4-2 1,0-3 197,0-10 0,0-5-1,0-4 1,4-3 867,1-4 0,4-9 0,-7-6 0,3-6 0</inkml:trace>
  <inkml:trace contextRef="#ctx0" brushRef="#br0">13906 16197 7658,'0'13'0,"0"-5"909,0 0-374,0-5 0,0 4 804,0-3-925,0-2 1,2 4-154,2-1 1,-1-3-112,5 7 0,-4-5 42,4 4 1,-3-4-238,3 4 113,-5 1 0,3 3-382,-1 0 0,-4 1-200,3-1 1,-3-3-451,-1-1 0,0-4-1609,0 4 1635,-5-5 938,4 2 0,-10-10 0,4-2 0</inkml:trace>
  <inkml:trace contextRef="#ctx0" brushRef="#br0">13944 15962 7658,'7'0'2348,"-2"0"-2194,-5 0 1,1 0 295,4 0 1,1-4-460,7 0 1,-1-2-614,1 2 1,5 3 621,2-4 0,4-1 0,1-1 0</inkml:trace>
  <inkml:trace contextRef="#ctx0" brushRef="#br0">14328 16222 7658,'4'9'168,"0"-1"0,5-4 817,-5 4-461,6 0 1,-8 6-146,7 3 1,-3-3-188,3 2 1,0 2-1,-4-1 0,3 3 336,-4-3 1,4 5-181,-4-2 0,0 4-229,-4 1 1,0 4 45,0 0 1,0 4-126,0-4 1,-5 4-38,-3-4 1,-2 0 67,2-5 1,-3 1-371,2 0 0,0-6-16,1-2-82,-3-3 1,4-3 162,-6-3 0,5-4-666,0-8 1,1-4 172,-1-9 0,-2-2 41,6-6 1,0-5 685,4-3 0,-6-9 0,-1-2 0</inkml:trace>
  <inkml:trace contextRef="#ctx0" brushRef="#br0">14316 16049 11428,'0'-9'658,"0"1"1,5 4-443,4-4 1,2-1-367,1-3 1,5 4 171,-1-1 0,2 1-1051,-1-4 1,-4 5 1028,4 3 0,-3-3 0,-2 0 0</inkml:trace>
  <inkml:trace contextRef="#ctx0" brushRef="#br0">11698 15429 7658,'-19'0'-50,"0"0"141,2 0 0,3 1 320,-2 3 0,-2 4-102,1 9 0,1 4 98,3 7 1,0 10-82,-4 7 0,7 9 115,-2 4 1,7 4-377,-4 4 1,8-31 0,-1 0 167,0 4 0,0 1 0,1 30-457,1 0 0,5-9 220,4-3 0,3-4-1060,5 3 0,-2-10 664,6-1 1,-2-6-1785,2-3 2184,2 0 0,-7 3 0,4 0 0,-4 0 0,1 1 0</inkml:trace>
  <inkml:trace contextRef="#ctx0" brushRef="#br0">15073 16780 7658,'-2'-11'607,"-2"3"1,3-3 386,-3 3 1,-2 1-495,2-1 1,-4-2 162,3-7 0,1 2-229,4-5 1,-4-5-163,0-4 0,0-11-68,4-1 0,0-9-180,0-8 1,0-7-235,0 27 0,0-2 1,2-1-1,1 0 137,1-2 0,1 0 1,0-3-1,1-1-65,0 0 1,0-1-1,2 3 1,1 1 88,-2 2 0,2 1 1,2 4-1,0 1-103,10-22 0,0 13 90,3 7 0,-6 9 33,7 1 1,-4 8 2,0 8 1,1 1-40,-6 7 0,1 0-81,-5 4 1,-5 9-208,-3 4 1,-3 11 483,-1 1 0,-1 8-381,-3 0 0,-3 7-47,-5 2 1,-5 3-9,1-4 0,-5 1 502,4-5 1,2-7-196,7-5 0,-3 0 48,3-4 0,2-8-24,2 0 0,5-9 9,8 0 0,0-3-75,12-1 1,0 0 24,3 0 0,1 0 163,0 0 1,-2 0-103,-2 0 0,1 0 208,-5 0 0,-2 6-107,-7 2 0,-2 3 57,-6 2 1,-2 0-72,-2 4 1,-4-2-149,-9 6 1,-3-5-168,-9 5 1,3-2-551,-3 2 0,2 1-571,3-5 1,0-1 580,4-4 0,2-1 722,5-2 0,1 2 0,-1-4 0</inkml:trace>
  <inkml:trace contextRef="#ctx0" brushRef="#br0">15594 16272 7658,'6'7'1864,"5"4"0,-4-6-1392,6 4 0,-1 0-76,1-5 1,3 6-164,1-2 1,-1-1-231,-3 1 1,-1 1 99,0 3 0,-1 5-1,-2-1 0,-4 6 3,-5-1 1,-5 8-61,-4 4 0,-3-1-494,-4 1 0,-2-6 238,-3 2 1,-3-4-315,4-4 0,2-5 230,1-8 0,4-2-1123,0-6 1,2-11 113,3-6 1304,-3-16 0,9-5 0,-3-12 0</inkml:trace>
  <inkml:trace contextRef="#ctx0" brushRef="#br0">15668 15999 9493,'8'0'1942,"1"0"0,0-1-2760,8-3 0,2 1 439,6-6 1,5 0-2371,3-8 2749,-2 4 0,4-11 0,-3 5 0</inkml:trace>
  <inkml:trace contextRef="#ctx0" brushRef="#br0">16226 15453 7658,'8'4'397,"1"1"1,-1 4 566,4 0 1,1 2-74,-1 1 0,6 0-410,3 1 0,4 5-155,4 2 1,-2 4-104,6 1 0,-5 1-155,1 3 1,-4 4 90,-5 8 0,-2-1-114,-5 6 1,-7 3-133,-1 5 0,-7 9 74,-6-1 1,-2 3-541,-10-3 1,-1 0-42,-4 0 0,0-7-255,1-5 1,3-12 400,0-9 1,-4-4 447,-4-4 0,-2-1 0,0-7 0,-2-6 0,0-4 0</inkml:trace>
  <inkml:trace contextRef="#ctx0" brushRef="#br0">9949 15639 9515,'25'0'1693,"2"0"-728,7 0 0,6 4-516,13 1 1,9-1-738,9-4 1,-36-2 0,1 0 74,0 0 0,-1-1 0,32-10 165,-5 0 0,-5-2-236,-4 3 0,-14 1 194,-10 2 1,-10 3 148,-10 1 1,-4 4 0,-5-4 0</inkml:trace>
  <inkml:trace contextRef="#ctx0" brushRef="#br0">10197 15701 7718,'-7'0'2111,"3"2"-1268,8 2 0,10-3-321,11 3 1,4-2-151,4-2 0,3 1-136,-3 3 1,1-2-144,-1 2 0,0 3-177,-8 1 0,-3 3-256,-9 1 1,-6 8-388,-3 4 0,-15 7 362,-10 6 0,-8 0-16,-8 0 0,-6 2-123,-2 2 0,-4-2 654,0 2 0,5-8-173,2-4 0,7-3 156,6-1 0,1-5 449,11-4-91,6-8 1,13 2-143,10-6 1,8 0-96,8-4 0,4 0-220,5 0 0,6-5 81,3-4 0,-2 3-795,1-3 0,1 5 381,3-4 0,2 5-2373,3-1 2672,-3 3 0,0-3 0,-5-1 0,0 3 0,3 0 0,0 2 0</inkml:trace>
  <inkml:trace contextRef="#ctx0" brushRef="#br0">12269 16619 7858,'8'11'807,"0"-3"-360,-5-2 362,8-6-487,-4 0 1,6-4-196,-1 0 1,-1-2-44,-3 2 0,3 3-93,-2-3 0,-3 2 128,3 2 0,-2 2-78,1 2 0,2-2-14,-6 7 0,0 3 49,-4 5 0,4 5-106,0-2 0,0 4 31,-4 1 1,0-1-58,0 1 0,-4 4 71,0 0 0,-4 0-68,4-4 1,-5 0 121,5-1 0,-1-3 23,0 0 1,3-6 71,-7 1 0,5-3-117,-4-5 1,4 2-42,-4-6 1,3 0 115,-3-4-427,0 0 1,-4 0-17,-1 0 1,2-5-158,3-4 0,-2-2-592,6-1 1,-4-6 471,4-3 1,-5-6-35,5-2 632,0 0 0,-1-7 0,-2-3 0</inkml:trace>
  <inkml:trace contextRef="#ctx0" brushRef="#br0">12306 16458 7718,'8'-8'-463,"1"-1"0,-5 5 1,4-4 1416,-5 5 1,6-4-450,-4 3-349,4 3 1,-2-5-157,6 6 0,-1-5 0,0-2 0</inkml:trace>
  <inkml:trace contextRef="#ctx0" brushRef="#br0">10284 16681 12326,'12'0'493,"1"0"0,-5-4-89,0 0-262,1 0 1,3 4-113,0 0 1,-3 0 415,-1 0-248,-5 5 1,6 2-17,-4 6 0,-1 0-107,-4 4 1,0 2-93,0 6 0,-2 0-63,-2 0 0,3 4-41,-3-1 1,-2 1-282,2-4 0,0-1 456,4-4 0,0-2 517,0-5-400,0-6 0,5-2-174,4-5 1,2-5 148,1-4 0,1-3-887,-1-5 1,0-2 408,1-6 1,-1 0-1246,1 1 0,-1-1 433,0 0 0,-1 0 1144,-2 0 0,2 1 0,-4-1 0</inkml:trace>
  <inkml:trace contextRef="#ctx0" brushRef="#br0">10284 16470 7718,'-12'0'924,"3"4"-533,1 1 1,5 0 770,-1-1-760,8-2 1,7 3-380,6-5 1,6 0-571,2 0 0,1-1 547,7-3 0,1-9 0,3-6 0</inkml:trace>
  <inkml:trace contextRef="#ctx0" brushRef="#br0">17330 15429 7718,'13'-25'0,"-5"0"283,0 0 1,1 6 118,3 2 0,-4 5 165,0 4 0,-1 1-117,2 3 1,2 4-133,-3 0 1,-1 11 127,1 9 1,-1 9-115,1 4 1,-1 4-25,-3 5 0,-2 2-48,2 6 0,-4 3-88,-4 1 1,0 1-322,-9-1 1,2 2 136,-10 6 1,1-1 57,-5-3 1,0-3-126,0-5 0,0-8-505,1-4 1,4-9 284,4-13 1,2-5-398,2-11 1,3-5 248,1-4 1,1-3-136,-1-5 0,1-2 207,3-6 1,1 0 373,-5 1 0,4-4 55,-5 3 1,7-2-102,-2 6 0,-2-2 6,2-2 0,-2 1-42,2 4 0,3-2 798,-3 5-543,2 1 1,8 5 290,2 2 0,5 5-107,3 8 1,3 3 20,6 6 1,0 5-109,0 2 0,4 4-109,0 0 0,0 1-161,-4 0 0,-2 0 96,-2 0 1,1-5-259,-6 1 1,1-4 114,-5 3 0,1-1-856,-1 2 1,-5-3 29,-3-6 0,-3 1-1235,-1-1 2109,0 1 0,0-1 0,0 0 0</inkml:trace>
  <inkml:trace contextRef="#ctx0" brushRef="#br0">17715 15962 7718,'12'0'746,"1"-2"-554,-1-2 1,-4 3 752,1-3 1,-1 4-407,4 4 1,1 3-60,-1 5 1,1 2-131,-1 3 0,0-2-92,1 5 0,-1-3-191,1 4 0,-5-2-180,0 2 1,-5 1-804,1-6 0,-3 5 586,-1-5 0,-1 2-1437,-3-1 0,-2-8 1767,-2 4 0,-8-9 0,2 1 0</inkml:trace>
  <inkml:trace contextRef="#ctx0" brushRef="#br0">17789 15776 7718,'2'-8'1196,"2"-1"1,3 5-966,5-4 1,6 1-895,3-1 0,8-3 663,4 2 0,3-2 0,1-1 0</inkml:trace>
  <inkml:trace contextRef="#ctx0" brushRef="#br0">18869 15863 7718,'0'6'2087,"-6"0"-1206,5 0 0,-3-4 32,8 7 0,8-7-416,9 2 0,6-2-163,2-2 1,10-2-976,-2-2 1,4-3 473,1-5 0,-2-5-475,5 1 1,-10-5 309,-2 5-3133,-6-1 2457,-13 10 1,-11 5 1007,-20 10 0,-7 6 0,-14 10 0</inkml:trace>
  <inkml:trace contextRef="#ctx0" brushRef="#br0">19005 16024 7718,'0'12'2902,"0"1"-1861,0-1 0,7-1-501,5-3 1,2-2-551,7-6 1,-1 0 85,5 0 1,6 0-1120,2 0 1,0-6 682,4-2 0,-3-7-1407,8-2 1767,2-5 0,0 3 0,6-6 0</inkml:trace>
  <inkml:trace contextRef="#ctx0" brushRef="#br0">19737 15825 7718,'-1'17'352,"-4"-1"1,3 2 500,-7-1 1,7 2 313,-2 6 1,-2 4-574,2 0 1,1 0-469,7-4 0,7-7 58,6-6 0,9-1-322,-1-7 0,8-5 168,0-8 0,3-8-510,1-8 0,0-6 224,0-6 0,-1 0-145,-3 0 1,2-5 62,-6 1 0,-4 1 17,-5 7 0,-10 3 496,-2 5 0,-5 2-145,-3 2 1,-10 3 378,-2 6 1,-14 3-236,-3 1 0,-7 5-232,-5-1 0,-2 3-236,-3 1 1,-2 1-480,3 3 0,-5 9-1556,-4 7 2329,-2 9 0,-8 2 0,31-14 0,0 1 0,-2 1 0,0 0 0,-2 1 0,1 0 0</inkml:trace>
  <inkml:trace contextRef="#ctx0" brushRef="#br0">11959 17450 7718,'-13'13'-718,"1"0"538,0 4 1,5-8 470,3 4 0,2 1 139,2 2 1,0 2 75,0-1 0,2-2-90,2 5 0,4 1-95,8 4 1,-2 1-86,3 3 1,-3-3-39,-2 3 1,5-1-184,-1 1 1,2-5 57,-1 1 1,-2-5-162,5-8 0,2-1-42,7-3 1,2-2-184,2-6 1,3-10 68,-3-2 0,-2-8 92,2 4 0,-1-5-160,1 5 1,-1-1 91,-3 5 0,1-1 75,3 1 1,7-3 5,-2 2 0,1-6 230,-1 7 0,3-3 10,0 2 0,10 1 68,-1-1 1,4 1-285,0 0 0,-2 1 121,6 2 0,4 0 146,4 4 1,0 1-47,-4 4 0,-4 0-3,0 0 1,-7 6-38,-1 2 0,-8 7-18,-9 2 1,-9 3-18,-12-3 0,-1 5-83,-7-1 0,1 6-47,-5 2 0,-6 0-184,-2-4 0,-3 4 48,-2 0 1,5-6 318,0-6-493,0-3 171,-5-8 292,6 0 1,2-16-134,5-2 1,0-7-27,0 2 1,5-5-151,3 1 0,4-2 115,0-2 0,4 2 25,1 2 1,5-1 19,-1 5 0,4-5 119,3 2 1,0 0-110,5 0 0,2 5 271,6-2 0,-1-1-6,5 2 0,0-1 12,0 5 1,3-1 2,-2 1 0,-2 0-90,1-1 1,-5 6-19,2 3 0,-5 3-5,-4 1 0,3 0 47,-3 0 1,-3 5-61,-1 3 0,-3-1 226,-1 2 1,5-2 67,4 1 1,-3 1 70,2-4 1,0-1 40,5-4 1,0-2-112,4-2 0,0-7-358,4-5 0,2-6 89,-2 1 0,2-2-62,1-2 1,-5 1 105,-2 4 1,-9 2-431,-4 5 1,-3 2 169,-1 3 0,-6 1-1420,-2 3-301,-9 3 1842,-3 1 0,-10 6 0,-2 7 0</inkml:trace>
  <inkml:trace contextRef="#ctx0" brushRef="#br0">13733 18256 7718,'-6'-7'319,"5"-4"1,-9 9 891,6-7-419,0 7 490,4-9-876,0 9 0,7-3 139,5 5 1,2 1-115,7 3 1,-1-1-185,5 5 0,0-5-200,0 1 0,4-3 113,0-1 1,5 0-604,-1 0 0,-2 0 347,-2 0 0,-3-1-1218,-1-3 1,-6 1-159,-3-5-1481,-2 5 2953,-7-2 0,-12 5 0,-9 0 0</inkml:trace>
  <inkml:trace contextRef="#ctx0" brushRef="#br0">13894 18244 7718,'-1'19'257,"-3"-2"1,2-2 1,-2 1 0,-2 4 152,2 4 0,-4 7-86,4 2 1,-2 3 234,2 1 1,3 0-293,-3 0 1,2-5-233,2-3 0,0-7-190,0-1 1,2-6-441,2 1 1,-1-7-530,5-5 0,0-3 592,5-1 0,-5-5-358,0-4 889,-5-2 0,2-7 0,-5-1 0</inkml:trace>
  <inkml:trace contextRef="#ctx0" brushRef="#br0">13832 18542 7718,'1'-9'229,"4"1"1,-3 5-32,7-1 1,-1-1 265,4 0 1,1 1-122,-1 4 0,2 0 307,2 0 1,2 0-207,3 0 1,2 0-126,-2 0 1,2 0-637,2 0 0,-4-1 282,0-3 1,-6 2-2046,1-2 1230,-2 3-363,-1 1 1,-8 1 742,-5 3 1,-7 3 469,-9 6 0,-4-1 0,-4 1 0</inkml:trace>
  <inkml:trace contextRef="#ctx0" brushRef="#br0">13906 18628 7718,'-11'9'0,"3"-1"208,-3-5 0,10 8 301,-3-3 0,2-1-28,2 1 1,2-5-70,2 1 1,8-3 117,9-1 0,4 0-140,4 0 0,2-1-132,6-3 0,2-3-440,2-5 1,-1-1 201,6 1 1,-5-5-1150,5 1 0,-2 0 188,1 8 770,-2-3 1,-6 4 0,0-5 0</inkml:trace>
  <inkml:trace contextRef="#ctx0" brushRef="#br0">20940 15912 7718,'0'-12'967,"2"-1"-343,2 1 0,-1 4-80,5-1 0,0 3 16,4-3 1,1 0-217,-1 5 1,5-6-121,-1 2 0,5 1-157,-4-2 0,1 5 100,-2-4 1,-2 5-234,2-1 0,-2 3 99,-1 1 0,-7 9-153,-1 4 0,-4 13 24,-1 3 0,-7 12-143,-5 9 0,-6 5-73,-7 7 1,13-29-1,1 2 271,0 0 0,1 0 0,-2 1 0,0 1-78,2 0 1,0 0 0,1 0-1,0 1-14,1-1 0,-1 0 1,-7 31 293,3-6 1,4-7-92,9-10 0,0-9 51,0-11-168,5 0 0,2-13 8,5 0 1,1-5-19,-1-7 1,-1 6 62,-2 2 0,2 3-17,-3 2 1,-3 6 269,0 6 0,0 1 97,-1 7 0,0 6-177,-4 6 0,4-1 217,1 2 1,0-2-314,-1 1 0,-2-2-295,2-6 0,-3-4-89,-1 0 0,0 0 184,0 5 1,-1-1-524,-3 0 1,-5 2 287,-7 2 0,1 2-983,-6 2 1,2 2 1334,-2-6 0,-8 6 0,3-3 0</inkml:trace>
  <inkml:trace contextRef="#ctx0" brushRef="#br0">17368 17363 7725,'0'-26'-1245,"0"-3"1300,0 8 1,0 4 1535,0 0-805,0-2 0,5 6-326,3 1 1,7 5 174,2 7 1,4 7-258,-5 5 1,5 8-20,-5 9 1,4 8-136,-8 8 0,2 3-129,-10 2 1,0 4-206,-4 0 0,-1 3 131,-3-3 0,-5 4-46,-7-4 1,1-2 150,-6-6 0,0-4-471,-3-4 1,3-8 134,0-5 1,6-12-799,-2-8 704,4-4 1,0-7-205,1-2 1,5-8 154,3-5 1,-2-2 265,2-2 1,0-6 93,4-2 0,0 3-56,0 1-17,0 3 1,0 3 0,0 2-10,0 4 0,6 5 517,2 4-335,3 2 1,5 6-1,2 3 312,2 5 0,0 2-64,5 10-211,0 1 1,0 3 0,0-2-720,-1-2 1,0 0 74,-4 0 130,-2 4 1,-2-6-1,-3 2 370,-2-3 0,-6 2 0,0 0 0</inkml:trace>
  <inkml:trace contextRef="#ctx0" brushRef="#br0">17740 17810 7725,'12'0'-386,"-5"0"1,4 0 1316,-3 0 0,-1 1 21,1 3 37,-5-2 1,7 9-375,-6-3 1,0 3-93,-4 1-617,0 1 0,0 3 0,0 1-320,0-2-163,0-1 514,-5-2 0,2-1-1617,-5-3 0,3-2 1680,-3-6 0,0-6 0,-5 0 0</inkml:trace>
  <inkml:trace contextRef="#ctx0" brushRef="#br0">17814 17661 7725,'13'0'230,"-1"0"0,-4 0 407,0 0 1,1 0 108,3 0-553,1 5 1,-1-3-930,0 2 1,1-3 488,-1-1 1,1 0 246,-1 0 0,0-5 0,1-2 0</inkml:trace>
  <inkml:trace contextRef="#ctx0" brushRef="#br0">17057 17475 7840,'0'-18'928,"0"4"-562,0-2 1,-1 6 316,-3 2-420,2 5 1,-9-3-1,3 8 113,-3 2 0,-1 8-61,-1 9-271,-5 3 0,1 10 1,-6 3-21,3 2 0,5 3-497,-2 0 351,3-1 0,7-1 0,3-3-149,3-5 0,6-4-37,4-4 203,7-10 0,4 1 1,4-11-242,1-1 1,0-1 62,0-2 257,-6 5 0,3-2 0,-5 6 3,-2 5 1,-6 0 185,0 7-103,-7 5 0,8 1 0,-6 7 259,-1 0 1,-2 2-104,-1 1-192,0 0 1,0 0 0,0-2-344,0-6 298,0 0-244,0-21 0,6 3 0,2-12-585,3-3 0,2-10 850,-1-11 0,6-5 0,1-8 0</inkml:trace>
  <inkml:trace contextRef="#ctx0" brushRef="#br0">17963 17276 7840,'19'-12'736,"-2"0"0,1 3-250,-2 1 0,5 1 536,-5-1 1,1 1 132,-5 3-485,1 3-486,-1 1 1,-3 11-76,-1 5 1,-5 6-111,1-1 0,-4 8-169,-4 4 0,-2 3-388,-2 1 0,-3 4 360,2 1 1,3-5-269,-3-4 0,7-4 156,-3 4 0,4-6-104,1 2 0,1-4 67,4-4 1,1 1 109,7-6 1,-1 6 405,1-1 0,3-2-141,1 2 0,-1-4 344,-3 3 0,-5 0-196,0 0 1,-4 2 23,5-5 1,-7 1-51,3-2 1,-4-1-310,-1 6 0,0-6-1,0 2 0,-6-2-8,-2 2 0,-3-4-172,-1 4 0,-1-2 15,1 2 1,-1-4-1527,1 4 1851,0-3 0,-6-2 0,-2 0 0</inkml:trace>
  <inkml:trace contextRef="#ctx0" brushRef="#br0">18794 17611 7726,'0'-8'1576,"0"0"-982,0 5 0,2 0-57,2 12 1,1 0-241,3 12 0,2 4-98,-6 4 0,4 4-113,-3-4 0,3 4 67,-4-4 1,2 4-750,-2-4 1,-3-6-842,3-6-1298,-2 2 2735,3-11 0,-4-8 0,5-14 0</inkml:trace>
  <inkml:trace contextRef="#ctx0" brushRef="#br0">18807 17376 7726,'6'-13'0,"1"1"488,-3-1 0,3 5-120,6 0 0,1 4-284,2-4 1,2 5 10,3-1 0,6-2-612,-2 2 1,3 0 4,-4 4 0,1-2 512,0-2 0,0 3 0,0-5 0</inkml:trace>
  <inkml:trace contextRef="#ctx0" brushRef="#br0">19166 17326 7726,'0'21'502,"0"-1"1,-1-3-128,-3 4 1,1-5-248,-5 5 0,1-5 261,-1 5 1,-3-2 209,2 2 1,4 1-288,1-5 0,2 1-101,2-2 1,0-6-343,0 2 0,6-2 177,2 2 0,9-1-196,3-3 0,0 3 165,0-2 0,0-2-225,0 1 0,4-4-6,-4 4 1,-2-1 67,-1 1 1,-3 2 300,-2-6 0,-4 4 30,1-3-1,-7 4 0,4-6-22,-6 5 0,-2-4-765,-2 5 1,-3-2 301,-5 1 1,1 3-1042,3-3 1,-3-1 47,2 1 1296,-2 1 0,-7 3 0,-1 0 0</inkml:trace>
  <inkml:trace contextRef="#ctx0" brushRef="#br0">20022 17611 7726,'-12'-19'366,"-1"-3"-305,1 5 0,4-3 448,0 3 0,-1 1-85,-3 3 0,-1 6 3,1 3 1,-2 3-254,-2 1 1,6 5 24,-2 4 0,2 7-140,-2 5 0,-1 6 41,1 2 0,5 6-150,3-2 0,2-3 105,2-1 0,0 0-689,0-4 338,0 2 1,6-18-78,2-1 1,5-7 73,3-5 1,3-10 93,6-10 0,-4-3-9,0-6 1,-6 4 47,1-4 0,-2 10 421,-2-2 1,1 9-197,-1-1 1,1 9 375,-1 4 1,-4 4-111,1 4 0,-7 10 41,3 10 0,0 3-103,-1 6 0,0-2-30,-4 2 1,2 2-364,2-6 1,-1-2 104,5-6 1,-4-4-802,4-9 1,1-3 403,3-5 0,-1-2-1523,-3-7 1945,3-4 0,-4-23 0,6-3 0</inkml:trace>
  <inkml:trace contextRef="#ctx0" brushRef="#br0">20382 17066 7726,'0'8'736,"0"0"1,-1 2-412,-3 6 1,1 4-127,-6 4 0,5 8 12,-4 5 1,4 6 0,-4 7 0,1-1-13,-1 1 0,-2-5 12,6 1 1,0-6 0,4 1 0,0-9 186,0-7-186,0-12 0,5-7-480,3-6 0,3-1 74,2-4 0,1-1-72,2-7 0,-1 5 75,6 0 1,-6 5 3,2-1 0,-4 2 88,0 2 1,-2 6 194,-3 2 1,2 3 89,-6 2 0,0 0 20,-4 4 0,0-3-162,0 2 0,-1-2-99,-3-2 0,1 1 489,-5-1 1,1-4-126,-2 1 0,-2-7-548,3 3 1,-3-4 101,-1-1 1,-1 0 85,1 0-847,-1 0 1,1 0-24,0 0 1,3-6 70,1-2 0,5-3 380,-1-1 0,4-1 470,4 1 0,3-6 0,11 4 0,1-4 0</inkml:trace>
  <inkml:trace contextRef="#ctx0" brushRef="#br0">20754 17463 9197,'-12'0'960,"4"0"-73,-1 0 0,1 5-341,-4 3 1,-1 10-173,1 7 1,-2 4 144,-3 4 0,5 3-124,0-3 0,1 1-684,6-1 0,1-8 200,4-8-214,0-3 0,6-9 263,2-5 1,2-5-448,-2-8 1,3-5 165,-3-2 0,3-4 49,2-1 1,-2 2 235,-3 2 0,2-1-145,-6 6 1,5-1 243,0 5 0,-2-1 63,1 1-23,-5 5 1,4 2-74,-3 5 1,-3 6 80,3 7 1,-2 5-7,-2 7 1,0-2 45,0-2 0,0 2-243,0-2 1,0-3 88,0-2 0,0 2-920,0-1 0,1-5 435,3-4 1,-1-5-809,5 1 0,-4-2 142,5-2 1154,-1-11 0,4-3 0,1-11 0</inkml:trace>
  <inkml:trace contextRef="#ctx0" brushRef="#br0">21077 17413 7726,'0'-7'1591,"-2"1"840,-2 6-1837,3 0 0,-10 6-54,3 2 0,-2 9-158,2 3 1,-3 0-332,2 0 1,0 1 110,0 4 1,0-6-536,5-2 373,-1 2-571,5-5 111,0 4 83,6-11 1,1-2 209,5-5 0,1 0 69,-1 0 0,-4 4 244,1 0-101,-7 6 0,8-3 939,-6 5-695,0 1 0,-4 3 66,0 1 0,-1-1-281,-3-3 0,1-1-758,-5 1-1538,0-1 1142,-5 0-337,6 1 0,2-8 660,5-5 0,0-5 375,0-8 0,5-9 382,3-2 0,9-10 0,2 3 0</inkml:trace>
  <inkml:trace contextRef="#ctx0" brushRef="#br0">21201 17525 7726,'0'12'1409,"0"0"-411,0 1 1,0-1-312,0 1 1,0-1-86,0 0 0,0 1-321,0-1 1,0 1-127,0-1 0,0 0-1945,0 1 1182,0-6-2473,0 4 1937,0-10 1144,0-1 0,-6-12 0,-1-8 0</inkml:trace>
  <inkml:trace contextRef="#ctx0" brushRef="#br0">21337 17338 7726,'7'-5'0,"4"4"-275,-3-4 0,-1-1 94,2-3 0,-1 2 418,4-1 0,1 4-257,-1-4 0,5 4-441,-1-5 0,2 7 233,-1-3 0,-4 3 228,4-2 0,-3 2 0,-2-2 0,-1 4 0,-3 4 0,-2-1 975,-6 5 0,0 2-480,0 6 0,-6 0 980,-2 4 0,-3-3-572,-1 3 1,-5 1-248,1 4 0,-1 0-184,5 0 1,-1-5-147,1 1 1,5-5-661,3 5 0,2-6 272,2 2 1,6-3-402,2-2 0,7-5 371,2-3 0,5 1-305,-1 0 1,-3 0 131,-2-1 1,-2-2 127,-2 2 0,-1 3 184,-2 1 1,-4-1-106,-5 1 0,0 0 91,0 5 1,-5-1-29,-4 1 0,-2-1-977,-1 0 0,-2 1 28,-2-1 0,-5 5-297,-8-1 0,-3 2 485,-5-1 756,-11 2 0,-3 6 0,-11 0 0</inkml:trace>
  <inkml:trace contextRef="#ctx0" brushRef="#br0">18633 18517 7695,'12'-13'0,"1"1"54,-1-1 0,-1 1 111,-3 0 0,2 3 1465,-6 1-643,0 5-309,-4-8 1,0 13-202,0 2 0,-1 4-63,-3 13 0,1 5-82,-5 7 0,5 3 77,-1 1 0,-2-1-428,2-3 1,0 1 73,4-5 1,1-4-455,4-4 1,1-7 291,7-2 0,5-6-218,2-11 1,4-8-212,1-12 0,-5-1-234,1-7 1,-6 1 446,2-1 0,-8 1 111,0 3 1,-7 9 342,3-1 0,-5 7-154,-5 6 1,-7 2-6,-9 6 0,-3 6-51,-5 2 0,2 3-374,-2 2 0,5 2-42,3-3 1,3 3-726,6-7 399,-1-2 821,6 0 0,3-6 0,8 0 0,7-5 0,6 1 0,5-4 0,-1 4 0,2 0 0,2 4 0,0 0 166,0 0 0,-1 0 526,1 0 1,0 1 729,0 3 0,0 3-317,-1 6 0,3-7-552,2-1 1,-2-4 45,6-1 0,-1 0-208,1 0 0,3-11-964,-3-6 0,-3-5 401,-1-2 0,-8-3-1159,-5-2 0,-2-1 746,-1-3 1,-7 3-982,-1 5 1,-11 1 797,-6 4 0,-6 2 768,-7 5 0,-1 1 0,-3 0 0,1-1 0,-5 1 0,6-1 272,-2 1 1,8 5-190,4 3 863,4 3 1,2 6-131,2 3 1,9 13-71,9 4 1,3 8-107,5 0 1,-2 8-268,5 5 1,-3 2 275,4 2 0,-6 3-407,1 1 0,-2 10-153,-1-2 1,-7-2 57,-1-2 0,-4-6-553,-1 2 1,-6-4 73,2-25 148</inkml:trace>
  <inkml:trace contextRef="#ctx0" brushRef="#br0">20059 18256 7798,'0'7'2090,"0"4"-1359,0-3 0,0 9-286,0 4 1,0 5-90,0 7 1,-1 1-128,-3 12 1,3-1-178,-4 5 0,4-2 104,1-2 0,0-4-642,0-4 1,0-7-109,0-2 1,1-8-504,4-5 0,-3-3-91,7-5 1,0-4 679,8-8 1,-3-8 507,2-9 0,-2-8 0,-2-3 0</inkml:trace>
  <inkml:trace contextRef="#ctx0" brushRef="#br0">20382 18306 7695,'0'-13'147,"0"1"0,0 4-54,0 0 0,0 3 378,0-3 1,-1 5-109,-3-1 1,-3 4-190,-6 4 1,-1 3 21,-2 6 1,1 5-372,-6 2 0,0 4 11,-3 0 0,0 1-124,3 0 0,-2-1 20,2-4 1,2 4 106,-2-4 1,6-2 40,-1-1 0,6-5-5,2-4 1,4 3 413,-5-2-198,7-4 0,-3 5 158,10-6 1,-3 6 70,7-2 1,3 2 54,5-2 0,5 3 30,-2-3 0,4 3-81,1 2 0,3-5-350,1 0 0,0-5 88,-4 1 0,-3 1-187,3 0 0,-7-1 78,7-4 1,-3 0-1012,3 0 1,-5 0 107,1 0 950,-6 0 0,3-6 0,-6-1 0</inkml:trace>
  <inkml:trace contextRef="#ctx0" brushRef="#br0">21089 18256 7695,'0'-12'-490,"0"-1"-62,0 1 0,4 4 2205,0 0-643,1-1-486,-5-3 1,0 6-149,0 6 0,-6 7-340,-2 10 0,-9 3 39,-3 9 1,-4 9-66,-1 7 1,-4 3 76,0 2 1,-1-1-223,1 1 1,3 1 81,-3 3 0,3-9 13,1 1 1,6-8-485,2-5 0,8-2 250,0-6 0,6-6-435,-1-3 0,3-6 281,1-2 0,1-5-374,3 1 802,-2-8 0,14-14 0,-2-8 0</inkml:trace>
  <inkml:trace contextRef="#ctx0" brushRef="#br0">21052 18492 7695,'5'-13'442,"2"1"167,6 0 0,5 1-182,2 2 0,4 4 105,1 5 1,5-4-178,3 0 1,-1-1-140,1 5 0,-2 2-232,3 2 1,-1-3-321,-9 4 1,3 0-76,-11-1 1,1 2-415,-5-2 1,-1-1-1510,-3 5 2334,-2 0 0,-12 10 0,0 1 0</inkml:trace>
  <inkml:trace contextRef="#ctx0" brushRef="#br0">21250 18542 7695,'-8'17'-220,"0"4"1,5 3 223,-1 0 1,3 5 589,1 0 0,0 6-196,0-2 1,0 3 15,0 1 1,0-1-739,0-3 0,0-4 219,0-9 1,0 2-2058,0-5 2162,0-6 0,5 0 0,2-4 0</inkml:trace>
  <inkml:trace contextRef="#ctx0" brushRef="#br0">21201 18790 9181,'12'0'1058,"6"0"-626,3 0 1,2 0-347,2 0 0,5-2 29,3-2 1,-1 1-813,1-5 1,-5 5 474,1-1 1,-7 3-834,-2 1 0,-9 0 405,2 0 0,-10 1 650,-3 3 0,-6 9 0,-17 6 0,-3 6 0</inkml:trace>
  <inkml:trace contextRef="#ctx0" brushRef="#br0">21275 19000 7695,'-1'7'887,"-3"-3"-204,2 3-431,2-5 1,13 3-314,7-5 0,9-1-344,4-3 0,5 1-139,3-5 0,7 4 544,6-5 0,5 1 0,-2-4 0</inkml:trace>
  <inkml:trace contextRef="#ctx0" brushRef="#br0">21697 16669 7695,'-25'5'0,"0"-3"401,1 2 1,4-3-55,4-1 0,2 0 1043,2 0-947,5 0 0,7 0-4,8 0 0,10 0-142,7 0 1,5 0 110,7 0 0,6 0-72,2 0 0,8 0-151,1 0 0,1-5-438,-2-4 1,0 1 332,5-4 1,4 2-817,4-6 1,0-2 398,-4 1 0,-11-4-1279,-5 5 1,-9 1 44,-8 6 1571,-11-2 0,-13 6 0,-5-3 0,0 2 0</inkml:trace>
  <inkml:trace contextRef="#ctx0" brushRef="#br0">21796 16805 7695,'-25'18'141,"3"-4"29,6 2 1,5-2 51,11-1 0,3-1-117,5 0 1,6 1 583,10-1 1,11-5-229,2-3 1,10-2-392,3-2 0,3-7-292,5-6 0,7-5-223,-3-6 1,-30 9 0,1 1-33,29-15 123,-6-6 0,-6-2 0,-7-7 0</inkml:trace>
  <inkml:trace contextRef="#ctx0" brushRef="#br0">22280 16383 8173,'15'0'966,"6"0"1,2 2-410,15 2 0,2 7-288,9 6 0,6 6-693,3 2 1,-8 0 505,-5 4 0,-10-2-391,-6 2 0,-14-1 323,-7 5 1,-7-2-328,-5 2 1,-14 3 140,-11-3 1,-6 3-59,-7 1 1,4 1-34,-4-1 1,-2-1-13,-1-3 0,1 3 52,-2-3 223,6-3 0,-4 3 0,5-3 0,0 3 0,-1-2 0,-2-4 0</inkml:trace>
  <inkml:trace contextRef="#ctx0" brushRef="#br0">24327 15850 7785,'-25'-5'-478,"6"3"695,2-2 0,4-1 696,0 1 1,5-2 1471,0 2-1776,5 3 1,0-9 12,11 6 1,3-2-226,14 2 1,0 3-6,12-3 1,-1 2-125,10 2 1,0 4-109,8 0 1,-4 6-302,-1-2 0,5-1-75,-4 2 1,2-7-652,-2 2 1,-2 2 487,-3-2 1,-3 0-1204,-9-4 0,-3 0-166,-5 0 82,-6 0 1666,-6 0 0,-2 0 0,-4 0 0</inkml:trace>
  <inkml:trace contextRef="#ctx0" brushRef="#br0">24426 15937 7785,'-5'8'952,"-4"1"-586,4-7 1,1 8 537,8-6 1,4 6-411,9-2 0,8 2 180,8-2 0,4 3-225,4-3 1,-2-1-164,2 1 0,-2-1-188,-2 2 1,-5 0-135,-3-5 1,-10 6-422,-7-2 0,-5 7 358,-7 2 0,-12 6-618,-9 2 1,-5 4 324,-11 4 0,2 7-123,-6-3 1,-2 3 126,2-3 0,1 1 206,7-1 1,0-5 224,8-3 1,-1-9 685,9-3 366,1 2-844,9-5 1,7-2 102,8-8 1,8 2-33,5-2 1,7 0-105,1-4 0,5 0 4,-1 0 0,7 0-96,2 0 0,-1 0 60,-4 0 1,4 0-11,1 0 1,-2-4-892,-7 0 1,1-2 416,-5 2 1,0 3-1354,-4-3 0,-2-2 118,-2 2 1533,-8 0 0,-2 4 0,-5 0 0</inkml:trace>
  <inkml:trace contextRef="#ctx0" brushRef="#br0">24674 17016 7785,'-7'0'2637,"1"0"-1851,1 0 0,4 1-328,-3 4 0,4-4 119,4 3 0,3-3-174,5-1 1,1 0-300,-1 0 0,5 0-138,-1 0 1,2 0-239,-1 0 0,-4 0 185,4 0 0,-3 6 114,-2 2 0,-1 3-163,-3 2 0,2 5 46,-6 2 0,0 5 292,-4 4 1,-5 7-171,-3 5 1,-3 6 127,-2-2 1,1-2 67,-1-1 1,1-5 135,0-4 1,5-8-237,3-9 1,-2-2 32,2-2 1,-2-5-1022,2-3 698,3-2 0,-9-8-390,6-2 1,-4-3 244,4-1 1,-5-1-1373,5 1 0,-5-5 521,0 1 0,-2-6 1158,-1 1 0,-6-3 0,-1 0 0</inkml:trace>
  <inkml:trace contextRef="#ctx0" brushRef="#br0">24687 16966 7785,'0'-12'931,"0"0"1,1-1 54,3 1 0,-1-1-446,5 1 1,1 0-82,3-1 0,4 1-139,1-1 0,5 1-504,-1 0 1,2 1-285,2 2 0,0 0-549,0 5 0,-6-1 1017,-3 5 0,-7 0 0,-4 0 0</inkml:trace>
  <inkml:trace contextRef="#ctx0" brushRef="#br0">25890 16309 7785,'-12'-19'0,"3"-5"342,1 4 1,4-4-50,-4-1 1,4 1 136,-5-1 0,6 4-91,-1 1 1,-3 4 165,-1 0 0,1 2-79,-1 2 0,0 3-51,-5 1 1,1 5-62,0-1 1,-1 8-110,1 5 1,-5 9 106,1 6 1,-1 7-82,5 6 0,-1 6-8,1 2 0,0 3-18,-1 2 1,6-2-174,3-2 0,-1-1-95,0-8 1,3-4-122,6-12 0,4-9-183,9-7 0,2-7 215,6-6 0,1-11-660,3-14 1,-2-5 361,7-3 1,-7-2-73,2-2 1,-7-2 168,-1 6 0,-2-6 243,2 1 1,1 2-20,-6-1 0,-1 3 102,-6-3 0,0 4 41,-4-5 0,3 7-110,-4 2 1,0 1 263,-4 8 1,0 0 72,0 7 172,0 9 0,0 8-192,0 8 1,0 8 386,0 9 0,0 8-271,0 4 0,-4 4 18,0 5 1,-6-1-157,2 8 1,1-6 24,-1 7 0,1-3-865,-1 2 0,-3 1 395,2-1 0,0-3-1157,0-1 1,2-6 642,3-2 1,3-1 759,-3-7 0,8-6 0,3-5 0</inkml:trace>
  <inkml:trace contextRef="#ctx0" brushRef="#br0">26126 16346 8257,'7'6'1127,"-2"-5"1,-1 6-377,0-3 1,1-1-301,-5 5 1,0 0-234,0 5 0,4-5-13,0 0 0,0 1-990,-4 3 1,0 1 566,0-1 1,0 4-2611,0 1 2828,-6 0 0,0-5 0,-7 0 0</inkml:trace>
  <inkml:trace contextRef="#ctx0" brushRef="#br0">26151 16272 7785,'6'-6'351,"4"4"133,-6-7 0,6 2-161,-2-1 1,5 1-137,3 3 1,-1 3-597,6-3 0,-5-2 84,5 2 325,0 0 0,4 4 0,-1 0 0</inkml:trace>
  <inkml:trace contextRef="#ctx0" brushRef="#br0">26448 16483 7785,'2'8'120,"2"0"1,-1-1 97,5 1 0,0 2 168,4-6 1,1 6-61,-1-2 1,1 3-27,-1 2 0,-1 4-95,-3 4 1,2 3 141,-6 0 0,0 3-86,-4 1 1,-1 4 126,-3 5 1,-3-4-147,-6 1 0,1-3-136,0 2 1,-1-7-444,1-5 399,-1-6-2202,1-2 1635,0-8 1,5-14-482,3-4 1,2-9 985,2-3 0,-5-5 0,-2-7 0</inkml:trace>
  <inkml:trace contextRef="#ctx0" brushRef="#br0">26547 16309 7785,'7'-12'834,"0"3"194,-3 1 0,-1 4-406,5-4 0,1 4 94,3-5 0,2 2-698,2-1 0,2-3 67,3 3 1,7-2-1897,-4 2 0,3-2 1811,-7 6 0,4-5 0,-5 2 0</inkml:trace>
  <inkml:trace contextRef="#ctx0" brushRef="#br0">27465 17177 7785,'-12'0'654,"0"4"171,-1 1 0,1-1 48,-1-4 1,5-4-363,0-1 0,1-4-177,-1 0 0,-2-7-116,6-5 0,-2-2 88,2-2 0,3-7-101,-3-5 1,2-7-96,2-10 0,6-8-265,-2 28 0,0-2 0,2-2 0,1-1 139,1 0 1,0-1 0,0-2-1,-1 0-82,3 1 0,1 0 1,-1-3-1,-1 1 84,2-3 1,-1 1 0,0 6 0,-1 1-40,0 0 1,-1 1-1,7-23-40,6 6 1,-5 14 195,5 7 0,-2 11-75,2 5 1,-3 9-152,-6 4 1,1 2-21,-1 2 1,-4 2-141,1 2 1,-7 4 380,2 9 0,-2-2-313,-2 6 0,-6 3-18,-2 5 1,-7 6 21,-2-2 1,-3-1 21,3 1 0,1-6 129,3 2 1,1-4 190,-1-4 1,6-2-4,3-3 110,3-2 1,6 3 118,4-9 0,7 2-144,5-6 1,2 4 111,2-4 1,0 2-67,0-2 0,0 1 58,-1 4 1,-4 2-85,-4-3 1,-7 3-72,-5 1 1,-6 5-205,-6-1 1,-2 5 68,-10-4 1,-5 5-741,-4-2 0,-6 0 385,2 0 0,3-5-673,1 2 1,4-3-171,5-2-1477,-4-5 2648,10-1 0,2-6 0,6 0 0</inkml:trace>
  <inkml:trace contextRef="#ctx0" brushRef="#br0">27825 16656 7785,'13'7'1810,"-5"-1"-1267,0-6 0,0 4 298,5 0 0,-2 2-349,-3-2 0,3-2-210,-3 7 1,-1-1-53,2 4 1,-5 1-140,4-1 1,-5 1 9,1-1 1,-3 5-176,-1-1 0,-5 6 79,-3-1 1,-4 2-131,0 2 0,0-2-1009,-1-2 0,1-3 469,-1-6 0,1-1-687,0-2 0,5-5 643,3-8 0,2-5 709,2-7 0,0-9 0,0-7 0</inkml:trace>
  <inkml:trace contextRef="#ctx0" brushRef="#br0">27949 16346 7785,'2'-8'715,"2"0"0,-1 4 575,5-5 1,-4 7-494,4-3 0,2 4-255,6 1 0,0 0-644,4 0 1,1 0-613,4 0 0,1 0-550,3 0 1,-3 0 1263,3 0 0,-3 0 0,-1 0 0</inkml:trace>
  <inkml:trace contextRef="#ctx0" brushRef="#br0">28768 16235 7785,'17'-4'643,"-1"-1"0,8 1-23,0 4 1,7-4 156,6 0 1,4-4-1181,1 4 1,-1-5 224,-4 5 0,0-4-1126,1 4 0,-8-4 634,-5 3 1,-7 0 669,-10 1 0,-3 2 0,-5-3 0</inkml:trace>
  <inkml:trace contextRef="#ctx0" brushRef="#br0">28880 16421 7785,'-9'1'1262,"1"3"-760,5-2 0,-1 3-51,8-5 0,9 0-184,7 0 0,9 0-49,5 0 0,1-4 97,3 0 0,4-6-97,4 2 0,2-3-1406,2-2 1,1-3-851,2-1 2038,-2 1 0,10-2 0,-4-1 0</inkml:trace>
  <inkml:trace contextRef="#ctx0" brushRef="#br0">29798 16036 7785,'-20'13'2211,"1"-1"-1398,3 0 1,2 6 112,-3 3 0,8 7-390,0 1 1,7 5 37,-3-1 0,4 1-214,1 0 1,11-4-105,6-5 1,5-5-527,2 1 0,5-11 231,0-2 0,4-7-433,-4-5 1,6-8 76,-2-9 1,-1-4-307,1-4 1,-6-2 277,2-7 0,-3 0 14,-1-3 0,-1 3 274,-4 1 1,-3 0-57,-9 4 0,2-3 717,-6-1 1,-3 5-333,-9 3 0,-3 3 433,-14 1 1,-2 2-345,-11 2 0,1 5-331,0 7 1,-2 4-50,-2 5 1,1 3-492,-5 5 1,5 6-972,-2 10 0,2 7-564,-1 2 2123,2 3 0,-5 2 0,6 4 0,0 3 0,4 3 0</inkml:trace>
  <inkml:trace contextRef="#ctx0" brushRef="#br0">27788 16780 7785,'-5'7'-639,"-2"-1"0,-2-2 1335,1 0 1,4 0-102,-4-4 1,4 0 152,-5 0 773,7 0-615,-10 0 679,11 0-585,-4 0 53,5 0-649,0 0 0,1-4-59,3 0 1,3-6-281,5 2 1,1-2 92,-1 2 1,1-3-92,-1 3 1,0 1 233,1-1-462,5-1 1,-4-2 106,2 3 1,-2-2-280,-2 6 0,-1-1-153,-2 1 223,2 2 1,-9-3-294,7 5 263,-7-6 211,4 5 0,-6-3-101,0 8 132,0 3 1,-1 5-53,-4 1 0,3 3 127,-7 1 0,7-1-23,-3-3 0,-1 0 75,-3 4 0,2-3 69,-1 2 0,4-1-49,-4 2 1,4-2 71,-5 6 0,5-5-88,-4 5 1,4-5-26,-4 5 1,3-2 10,-3 2 1,4 1 149,-4-5 0,5 3-32,-1-3 0,2 4-34,2-5 0,0 1 124,0-5 0,0 0-96,0 1 0,0-1-124,0 1 80,0-1 0,0 0-164,0 1 0,2-5 98,2 0 0,-3 1-98,3 3 0,-2-4 4,-2 1-95,0-1 0,0 4-45,0 1 167,0-6-115,0 4 105,0-10-209,-6 4 0,4-5-229,-7 0 215,1 0 1,-4 0-78,-1 0 1,1 0-265,-1 0 1,1 0-294,0 0 1,-1 0 337,1 0 1,-2-1-515,-3-3 0,4 1 493,-4-5 1,3 4 548,2-4 0,-6-6 0,-1-6 0</inkml:trace>
  <inkml:trace contextRef="#ctx0" brushRef="#br0">22987 14573 7785,'0'-13'638,"0"1"-309,0 0 1,0-1 172,0 1 1,0 3 397,0 1-357,0 5-333,0-2 0,6 16 12,2 5 1,3 8-48,1 5 1,1 8 29,-1 9 1,2 3-149,3 5 0,-4 4-209,4 8 0,-3-3 95,-2 3 0,0 1 9,1-5 0,-1-3-40,1-10 1,-5-11 467,0-9-132,0-9 50,5-13 1,-2-8-65,-3-12 1,3 0-128,-3-8 0,3-1 384,2-7 1,-1-3-608,1-5 0,-1 0 111,1 0 1,3-6-272,1-3 0,3 0-304,-3 0 1,3-2 368,-3 2 0,5 2-233,-1-1 1,-3 6 134,-2 2 1,-3 5-83,-5 8 1,-1 3-265,-3 0-59,-3 12 0,3-2 42,-8 11 1,-3 1-691,-5 3 1362,0 3 0,-12 5 0,-2 1 0</inkml:trace>
  <inkml:trace contextRef="#ctx0" brushRef="#br0">23124 14883 7785,'-13'8'-45,"1"0"1,4-5 44,-1 1 1745,7 3-1228,-4-5 1,7 3-50,4-5 1,3 0 19,8 0 1,4-5 16,4-4 0,1 2-419,0-1 1,4 1 84,0-1 0,1-2-652,-1 6 0,-3-4 377,3 4 1,-4 0-1237,-4 4 0,2-5 605,-2 1 0,-3 0 735,-2 4 0,4 0 0,-1 0 0</inkml:trace>
  <inkml:trace contextRef="#ctx0" brushRef="#br0">23868 14858 7785,'0'-7'873,"0"-4"0,1 4-397,3-5 0,3-1 117,6 1 0,5 0-207,2-1 1,4 1-287,1-1 1,-5 6 54,1 3 0,-2 3-174,2 1 1,-3 5 38,-6 4 1,-5 7 8,-3 5 0,-2 7 172,-2 0 1,0 3-88,0-2 0,-4-3 35,-1 3 1,-3-8-56,4-5 0,-4-2-159,4-2 163,-1-5 0,5-3-984,0-8 1,6-4-179,2-9 1,2-2-591,-2-6 0,3-4 1654,-3 0 0,-2-5 0,-1 2 0</inkml:trace>
  <inkml:trace contextRef="#ctx0" brushRef="#br0">24066 14461 7785,'7'-1'404,"-3"-3"1,3 1-184,2-5 1,2 1 427,1-2 1,6 0-195,3 5 1,2-5-716,2 5 0,5-4 97,3 4 163,3 0 0,1-2 0,1-1 0</inkml:trace>
  <inkml:trace contextRef="#ctx0" brushRef="#br0">25580 16979 7192,'-8'-11'-14,"-1"3"338,7 2 809,-4 0-663,6 5 0,0-3-2,0 8 1,0 3-244,0 5 1,0 2-36,0 3 0,4-2-235,0 6 1,0-5 94,-4 5 0,2-6-14,2 1 0,-3-2 5,4-1 0,0-1-449,-1 0 237,6 1 0,-7-2-77,5-3 0,-4 2 69,4-6 1,0 0 87,5-4 1,1 0 55,2 0 0,-1-4-10,6 0 1,4-10 30,4 2 1,5-5-29,-1 1 0,2 2 54,-2-3 0,1 5-8,-5 4 0,0-2 81,-4 6 0,-6 0-97,-2 4 1,-3 1 4,-2 3 1,-5 3-36,-3 5 0,-2 1 38,-2-1 1,-2 2 10,-2 3 1,1-4-16,-5 4 1,5-3 81,-1-2 0,-1-4-45,0 1 0,1-5 37,4 4-10,0-5 1,6 2 130,2-5 0,7 0-232,2 0 0,5-4 89,-2 0 1,0-6-159,0 2 1,1 1 86,4-1 0,-2 1 6,-2-1 0,-2-2 52,-2 6 1,-3-4 111,2 4 1,-2-2-133,-2 2 1,1 3 0,-1-4 0,1 0-756,-1 1 1,5-4 96,-1 3 647,1 1 0,-5-1 0,0-2 0</inkml:trace>
  <inkml:trace contextRef="#ctx0" brushRef="#br0">25853 17599 7958,'0'8'291,"0"0"1,1-5-29,3 1 1,9-2 147,7-2 1,5 4-287,4 0 1,-1 0-228,5-4 1,-4 0-89,4 0 0,-6 0 192,2 0 0,-2-4-749,-3 0 0,-4-4 441,-4 3 0,-2-4-638,-2 1 944,-5-3 0,-7-2 0,-7 1 0</inkml:trace>
  <inkml:trace contextRef="#ctx0" brushRef="#br0">26064 17587 7958,'-6'12'0,"1"0"0,-4 1 0,0 5 274,5 2 0,-2 5 24,2 4 1,3 4-22,-4 8 0,0 1-462,1 7 0,-4-7 164,3 3 0,1-5-264,4-3 1,0-5 207,0-3 0,0-8-521,0-5 0,2-7 287,2-5 1,-3-4-301,3-4 611,-2-3 0,3-11 0,2-2 0</inkml:trace>
  <inkml:trace contextRef="#ctx0" brushRef="#br0">25989 17934 7958,'-12'0'114,"1"-2"407,3-2 190,2 3 0,9-5-810,5 6 1,11 0 59,14 0 0,10-1-742,7-3 1,10-3-437,-25 1 0,1 0 1217,0-3 0,1 0 0,3-3 0,0-1 0,0-3 0,1 0 0</inkml:trace>
  <inkml:trace contextRef="#ctx0" brushRef="#br0">27503 17983 7849,'-13'-5'420,"6"2"229,3-5-75,3 5-227,1-8 0,1 8 35,3-5 0,9 5-82,7-1 1,4 3 19,1 1 1,5 0-104,3 0 1,4 0-207,5 0 0,-2 4-117,5 0 0,1 0-110,3-4 0,1 0 10,0 0 1,2-1-346,-2-3 0,-4 1 0,-8-5 1,-7 5-150,-2-1-942,-8 2 1642,-9 2 0,-12 6 0,-7 1 0</inkml:trace>
  <inkml:trace contextRef="#ctx0" brushRef="#br0">27602 18132 7882,'-12'7'171,"1"0"57,2-3 1,9-2 416,9 2 1,7-3-203,5-1 1,8 0-169,4 0 0,7 0-114,1 0 0,6-4-93,-2 0 0,5-6-106,4 2 1,-3-3-447,3-2 0,-9 1-689,-4 0 1,-2-1 586,-2 1 1,-11-1 585,-5 1 0,-11-6 0,-5-1 0</inkml:trace>
  <inkml:trace contextRef="#ctx0" brushRef="#br0">28098 17748 7882,'13'8'0,"-1"0"0,2-1 179,2 1 0,2 3-35,3-2 1,2-2 444,-2 1 1,2-1-152,2 1 0,4 3-94,0-3 1,4 3-185,-4 2 0,0-1 27,-4 1 0,-2 0-60,-2 4 1,-4-3-133,-9 2 1,-3 4-236,-5 0 0,-5 4 160,-3 0 1,-10 5-194,-7 0 1,-5 6 130,-8-2 1,1 1-255,0-1 1,0 2-28,-1-6 0,3 4-189,2-4 0,-1 4 612,10-4 0,-4 0 0,9-5 0</inkml:trace>
  <inkml:trace contextRef="#ctx0" brushRef="#br0">27131 15379 7984,'-7'11'0,"-6"-3"305,1 3 21,-6-9 1,7-2 130,3-9 1,2-3-175,6-5 0,0-2-30,0-6 1,0-5-95,0-3 0,0-7 66,0-1 0,4-8-113,0 0 1,5-2 84,-5-7 0,5 0-519,0-4 1,2 1 235,1 3 1,2-2-39,2 2 1,2 4 87,3 5 0,2 10 52,-2 10 1,-2 4 40,2 5 0,-6 7-28,2 9 0,-5 4-118,-3 4 0,-4 4 74,-5 9 1,0-2-113,0 6 0,-1 4 234,-3 4 1,-3 5-398,-6-1 1,-1 2 128,-2-2 1,2 1-104,-2-5 1,-1 4 354,5-4 1,-4-6-123,8-6 0,1-3 70,-1-2-121,5-5 1,3-1 221,9-6 1,7-6 3,5-2 1,4 1-80,4-1 1,-3 5-16,3-1 1,-3 2-2,-1 2 1,-5 0 197,1 0 0,-7 2-77,-2 2 0,-4 3 16,-3 5 1,-5 5-108,0-1 0,-6 2 37,-6-1 1,-2-2-230,-3 6 0,-1-2-322,-2 2 1,-4 1-24,4-6 1,0 1-350,0-5 1,5-1-839,-2-3 1645,3 3 0,2-9 0,-1 3 0</inkml:trace>
  <inkml:trace contextRef="#ctx0" brushRef="#br0">27639 14994 7984,'0'9'1400,"0"-1"-1489,0 0 0,0 5 503,0-1 1,0 0 691,0 1 1,-4 1-736,0 2 1,-4-1-316,3 6 1,-4 0-330,1 3 0,1 1 237,-2 0 1,3-4-872,-3-1 0,0-9 137,4 2-862,-4-9 1632,7 1 0,-9-10 0,5-2 0</inkml:trace>
  <inkml:trace contextRef="#ctx0" brushRef="#br0">27602 14697 7960,'-7'-8'424,"3"-1"1,3 5 424,1-4 0,6 5-306,7-1 1,1 1-1626,6-1 1,1 3 488,4-3 0,0 2 593,-1 2 0,1 0 0,0 0 0</inkml:trace>
  <inkml:trace contextRef="#ctx0" brushRef="#br0">28135 14585 7879,'7'13'852,"-3"-1"1,-2 0-327,-2 1 0,0 1 240,0 2 1,0 2-298,0 3 0,0 2-196,0-2 0,0 1-392,0-2 1,0 3-1072,0-7 548,0 6 0,0-8 642,0 2 0,0-2 0,0-1 0</inkml:trace>
  <inkml:trace contextRef="#ctx0" brushRef="#br0">28148 14399 7879,'-6'-7'1711,"5"-4"-1205,-5 10 1,6-6-722,0 3 1,6 2-931,2-2 1,7 3 1144,2 1 0,5 0 0,-3 0 0</inkml:trace>
  <inkml:trace contextRef="#ctx0" brushRef="#br0">28532 14436 7879,'-8'13'532,"0"-1"1,1-4-168,-1 1 1,1-1 566,3 4 0,2 1-393,-2-1 1,-1 1-397,0-1 0,1 0-131,4 1 1,0-1-240,0 1 1,2 3 130,2 1 1,-1-1-115,5-3 1,-4-5 190,4 0 1,1-1 71,3 1 0,0 2-26,1-6 0,-1 4-57,1-4 1,-4 5 124,4-5 1,-8 4-131,8-4-68,-4 6 0,-2-3-314,-3 5 1,-2 1 170,-2-1 0,-6 0-579,-2 1 1,-7-1 824,-2 1 0,-5-1 0,3 0 0</inkml:trace>
  <inkml:trace contextRef="#ctx0" brushRef="#br0">29475 14436 7831,'-12'-19'0,"-1"1"509,1 6 0,0 1-37,-1 2 0,-1 0 22,-2 5 1,2 5-164,-3 7 0,2 6 59,-1 7 1,1 1-160,-6 11 1,6 0-22,-2 4 0,8-5-115,0-3 0,7-3 265,-3-1-532,4-6 0,4-2-38,5-9 0,2-8-270,10-8 1,1-9 21,4-4 0,0-2-357,0-2 1,-1-4 329,1 0 0,-4 0 125,-1 5 1,-3 3 291,4 0 1,-6 6-271,1-2 832,-2 9 0,-6 10 8,1 10 0,-7 6 312,3 7 0,-4 4-379,-1 0 1,0 4 106,0-4 1,0 0-654,0-5 0,0-4 143,0-4 1,1-3-935,4-5 0,1-3 232,7-5 670,-1 0 0,6-5 0,1-2 0</inkml:trace>
  <inkml:trace contextRef="#ctx0" brushRef="#br0">30095 13903 7868,'0'-7'1713,"0"2"0,-4 12-1151,0 5 0,-1 11 319,1 10 1,-2 9-394,-2 3 0,-3 5-279,2 4 0,-2-3-253,-1 2 1,4-3 60,-1-5 0,3-3-646,-3-9 1,4-4 300,5-9-335,0-7 1,1-8 198,3-5 1,-1-5-13,5-3 1,1-3 187,3-2 1,0 2 384,1 3 0,-5 2-65,0 6 0,1 0-66,3 0 1,-4 2 307,1 2 0,-1 3-100,4 5 1,-3 1 111,-1-1 1,-1 0-113,1 1 0,-3-1 43,-5 1 1,5-1-151,-1 0 0,0-3-101,-4-1 0,-6-4-12,-2 4 1,-7-4-217,-2 5 0,-5-5 17,2 4 0,0-5 146,0 1 0,0-3-210,0-1 0,-2 0 69,5 0 0,-2-1-485,6-3 0,0-3 32,8-5 0,1-1-581,4 1 1274,6-1 0,6-5 0,8-1 0</inkml:trace>
  <inkml:trace contextRef="#ctx0" brushRef="#br0">30468 14350 7868,'4'-13'1514,"0"1"-954,0-1 1,0 1 1329,0 0-156,0 5-680,-9 1-845,-2 6 1,-5 1-97,-1 4 0,5 2-125,0 5 1,1 0 93,-2 1 1,-2-2-71,3-3 0,1 3 75,-1-3 1,4 2-187,-4-2 1,5 3-288,-1-2 1,-2-3 213,2 3 1,0-5-520,4 4 463,-6 0 1,5 5 48,-3-1 0,3 1-36,1-1 84,0 0 1,0 1 52,0-1 0,1-4-43,3 1 1,-1-7-137,5 3 1,0-4 89,5-1 0,1-6-58,2-2 1,-2-3 58,2-1 1,0-2-1,0-3 1,-2 4 111,2-4 0,-6-1 355,-2 2 316,1-1 28,3 5 423,-5-1-681,-2 6 1,-5 7 3,0 9 1,0 2-53,0 1 0,-4 2-309,0 2 0,-4-2 8,4 3 1,0-3-152,4-2 0,0 0-205,0 1 0,0-5-1403,0 0 65,0-5 1,5 3 1655,3-6 0,3 0 0,2 0 0</inkml:trace>
  <inkml:trace contextRef="#ctx0" brushRef="#br0">30877 14201 9760,'-12'5'699,"-1"3"1,4 3-285,-4 2 0,3 3-325,-6 1 0,2 4 137,2-5 0,1 5-383,2-5 0,0 5 11,5-4 1,0-5-108,4-4 0,0-4-207,0 5 0,5-7 207,3 3 1,7-4 17,2-1 1,1 0 44,-2 0 1,-2 0 291,3 0 0,-3 4 112,-2 0 0,0 2 312,1-2 1,-6-1 277,-3 5-110,-3 0 1,-1 5-282,0-1 1,-5 0-199,-4 1 0,-2-2-276,-1-3 0,0 3 92,-1-3 0,1 2-2410,-1-2 165,1-2 2213,5-6 0,2 0 0,5 0 0</inkml:trace>
  <inkml:trace contextRef="#ctx0" brushRef="#br0">31051 14362 8409,'0'12'2352,"0"1"0,0-1-1773,0 1 1,-4-5-195,-1 0 1,1-4-2066,4 4 1407,0 1 0,0-1 273,0 0 0,-5 1 0,-2 3 0</inkml:trace>
  <inkml:trace contextRef="#ctx0" brushRef="#br0">31175 14188 7868,'0'-18'283,"0"5"36,0-4 0,1 5-393,3 3 1,3-2-429,6 3 1,0 1 501,4-1 0,2 0 0,6-5 0</inkml:trace>
  <inkml:trace contextRef="#ctx0" brushRef="#br0">31448 14151 7868,'0'12'539,"-5"1"144,1-1 1,-4 1 8,4-1 1,-6 0 269,2 1 1,-3-1-58,-1 1 0,3-1-393,1 1 0,4-2-538,-4-3 1,5 3-200,-1-3 95,2 3 1,8 0 187,2-3 1,5 2 5,3-6 0,-2 2-31,2-2 1,-2-3-84,-1 3 0,-1-1-156,0 1 0,-1-1 66,-2 5 0,0-4-1705,-4 5 902,-1-1 0,-10 8-339,-2 1 1,-7 0 486,-2-5 795,-5 6 0,-3 1 0,-6 6 0</inkml:trace>
  <inkml:trace contextRef="#ctx0" brushRef="#br0">29512 17773 7850,'-12'-18'162,"0"2"77,-1-4 1,2 5-40,3-2 0,1 3 13,3 2 0,2 4 571,-2-1-473,-3 7 1,1-2 133,-7 8 1,3 4-89,-2 8 0,2 5-13,-6 8 1,2 7-49,2 5 1,-1 6-46,1-1 1,1-5-145,3-4 1,2-1-145,6-7 1,0-6-65,0-6 0,3-5 106,5-3 0,2-11-367,10-10 1,1-6 202,4-7 1,0-5-221,0-3 0,1-5-53,3-3 0,-3-3-189,3-6 1,-3 5 96,-1-1 0,-2 1 98,-2-5 0,1-3 375,-5-1 1,-2 1-99,-7 8 0,-3-2 203,-5 6 0,0 1-62,0 7 1,-5 7 352,-3 5 1,1 7 195,-1 2-238,5 5 0,-4 7-37,3 0 1,2 7 183,-2 5 0,3 6 213,1 7 1,-4 5-295,0 3 0,-2 4 44,2 5 1,-2 1-153,-2 2 1,-3 3-490,3-2 0,-2-2-160,2 1 0,-3 5-482,3 4 0,-2-2 417,2-7 0,-2 2-221,6-5 0,1-2-577,7-7 1,5-10 1250,7-10 0,3-7 0,6-6 0</inkml:trace>
  <inkml:trace contextRef="#ctx0" brushRef="#br0">29835 17847 7853,'5'-7'1136,"-3"2"-733,3 5 0,-5 1 377,0 3 0,0 4-309,0 9 0,4-2-239,1 6 1,-1-5-272,-4 5 1,0-5-330,0 5 0,1-4-534,3 3 735,-2-5 167,9 3 0,-10-5 0,5-1 0</inkml:trace>
  <inkml:trace contextRef="#ctx0" brushRef="#br0">29847 17748 7853,'0'-9'1305,"0"1"1,6 4-619,2-4 1,9 4-618,3-5 1,5 7-556,4-2 1,-1-2 484,5 2 0,0 0 0,4 4 0</inkml:trace>
  <inkml:trace contextRef="#ctx0" brushRef="#br0">30182 17959 7853,'0'12'443,"0"0"-218,0 1 1,2-1-253,2 1 1,3-5 87,5 0 0,2 0 220,2 5 0,2-4-31,3 4 1,1-3-14,-5 6 1,-2 3 91,-7 2 1,2 4 109,-6 4 0,-1-2 51,-8 6 0,-3-4-112,-8 4 0,0-1-332,-4 1 0,3-4 137,-3-8 0,6-3-134,1-6-575,1-5 0,6-3-1649,-2-8 2175,3-8 0,10-13 0,2-7 0</inkml:trace>
  <inkml:trace contextRef="#ctx0" brushRef="#br0">30219 17711 7853,'6'-13'-71,"1"2"-126,5 3 0,5-3 1149,-1 3 1,11 1-388,-3-2 1,9 5-566,1-4 0,7 0 0,3-5 0</inkml:trace>
  <inkml:trace contextRef="#ctx0" brushRef="#br0">30765 17773 7836,'7'0'1425,"-1"-6"1,3 1-320,4-4 0,9-2-539,3 3 1,5-2-665,7 2 0,6-3 140,2 3 0,-2-2-1069,-2 2 1,-2-2 1025,-2 6 0,-5 0 0,-2 4 0</inkml:trace>
  <inkml:trace contextRef="#ctx0" brushRef="#br0">30902 17983 7836,'-18'13'0,"8"-6"1098,-2-3 243,8-3 0,4-1-775,8 0 1,8-1-119,5-3 0,7-7-576,1-6 0,7-1 151,1 2-23,0-4 0,11-4 0,-4-1 0</inkml:trace>
  <inkml:trace contextRef="#ctx0" brushRef="#br0">31485 17673 7836,'0'13'904,"-4"1"205,0 2 0,-1-1-531,5 6 1,0 0 37,0 3 0,0 1-187,0 0 1,6-4 13,2-1 1,9-9-594,3 2 0,4-9 143,1 0 1,4-4-416,0-4 0,5-7 257,-1-6 1,2-9-81,-2 1 1,1-4 34,-5 0 0,-1 3-77,-8-3 1,1-1 430,-9 1 0,2 2-89,-10 6 0,0-1 179,-4 5 1,-6 1-26,-7 3 1,-6 5-510,-10 0 1,-3 5-17,-5-1 1,-4 9-146,-1 8 0,-5 5 204,2 7 4,-3 5 1,18-12 0,-1 1 0,-1 3 0,1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2928 3634 7775,'-13'-6'743,"2"4"122,3-7-233,2 7-24,6-9-62,0 9 0,6-3-160,2 5 0,5 0 211,3 0-346,3 0 0,10 0-47,0 0 0,6 0 80,-2 0 1,4 0 0,4 0 9,5 0 1,-2 0-374,2 0 0,-5 0 179,4 0 0,-5-2 223,2-2 0,-5-1-1470,-4-4 1,-3 0 81,-5 5-1331,0-1 1737,-6 0 0,-2 5 44,-9 0 0,-2 1 0,-8 8 615,-2 0 0,-3 2 0,-5 2 0</inkml:trace>
  <inkml:trace contextRef="#ctx0" brushRef="#br0">3126 3683 7775,'-8'0'416,"0"0"1,-1 0-175,-3 0 0,4 0 0,1 2 39,1 2 0,-2 0 323,4 9 0,-4-2-50,3 9 0,1 2-162,4 7 0,0 4-225,0 9 0,0 3 50,0 9 0,4 4-545,1 8 0,-1-3 240,-4 3 0,0 2 9,0-2 0,0-30 0,0 0-66,0 34 1,0-8 29,0-4 1,0-11-89,0-6 0,0-8 18,0-4 1,4-8-414,0-5 164,0-7-702,2-4 1,1-6 29,5-3 1,-1-3 1254,-3-6 1,9-5 0,-3-1 0</inkml:trace>
  <inkml:trace contextRef="#ctx0" brushRef="#br0">3126 4440 8153,'-7'-1'1823,"3"-3"-1213,3 2 1,1-5 462,0 3 1,1 1-405,3-5 1,7 4-147,6-4 0,5 1-401,-1-1 0,2-2-228,2 6 0,4-6 222,0 2-856,5 2 1,-6-1-93,5 3 0,-6 3-614,2-3 1,-4 4 203,-4 4 0,-5 3 191,-7 5 1051,-4 1 0,1 10 0,1 3 0</inkml:trace>
  <inkml:trace contextRef="#ctx0" brushRef="#br0">3077 4775 7642,'-13'0'-201,"1"5"1,3-3 2344,1 2-123,5-3-1613,3-1 0,13-4 1,8-1 297,2-2 1,6-1-300,0-5 1,5 1-157,-1-1 1,3 5-48,1 0 0,1 4-306,-1-5 1,0 7-156,0-3 1,1 4-279,-1 1 1,4 0-697,0 0 0,1 0 561,-5 0 1,-1 0-797,-3 0 0,0 6 1466,-8 2 0,2 3 0,-7 1 0</inkml:trace>
  <inkml:trace contextRef="#ctx0" brushRef="#br0">3424 5122 7775,'0'-12'0,"0"3"683,0 1 463,0 0-356,0 1 333,0-4-757,0 10 1,0-3 168,0 8 1,0 4-168,0 8 0,0 4-65,0 5 0,0 1-102,0 3 0,-1 7-181,-4 5 0,4 2 78,-3-2-36,-3 3 0,4 7-54,-5 3 0,4-2-495,-4 6 1,1-6 278,-2 2 0,0-7-216,5-2 0,-1-10 121,5-2 0,0-7-22,0-5 0,0-3-466,0-6-104,0 1-589,0-7 920,6 5 1,-3-5-66,5 2 629,-5-2 0,8-6 0,-4 0 0</inkml:trace>
  <inkml:trace contextRef="#ctx0" brushRef="#br0">3101 6375 7775,'-12'0'427,"0"0"1,-1 0 319,1 0 326,5 0-307,1 0-264,6 0 0,7 0 41,6 0 1,6 1 160,10 3-410,3-2 0,3 7-74,-2-5 0,3 1 87,-3-5-303,3 0 0,-3 0 159,0 0 1,-1 0-555,1 0 0,2-2 1,-6-1-1074,-2-1 0,-1-4 746,-1 4 0,-6 0-1717,-2 4 2435,-9 0 0,3 0 0,-4 0 0</inkml:trace>
  <inkml:trace contextRef="#ctx0" brushRef="#br0">3250 6524 7775,'-12'8'707,"-1"0"63,1 0 1,1 6-289,3 3 1,2-2-213,6 6 0,0 1-66,0 7 1,0 4 118,0 8 1,4 3-213,0 6 1,1-1-177,-5 1 0,0 0 0,0-2-276,0-3 0,-5 1 254,1-9 1,0-3-417,4-9 0,0-6-73,0-2-529,0 2-625,0-5 638,6-2 1092,-5-6 0,10-1 0,-4 2 0</inkml:trace>
  <inkml:trace contextRef="#ctx0" brushRef="#br0">3188 6958 7775,'0'-13'1677,"0"6"1,2 1-1148,2 1 1,4 4-72,9-3 1,-2-2-196,5 2 0,1 0-219,4 4 0,1-4 94,3 0 1,-3-4-781,3 3 0,1 1-134,-1 4 0,2 0-604,-2 0 1,-7 0 1378,3 0 0,-3 6 0,2 1 0</inkml:trace>
  <inkml:trace contextRef="#ctx0" brushRef="#br0">3908 6561 7932,'0'-7'463,"-6"-4"221,-2 3 0,-3-2-314,-2 2 1,1 2-17,0 6 1,-1 6-175,1 2 1,4 9 51,-1 3 1,1 9 25,-4 4 1,-1 9 47,1 3-286,5 3 1,-3 3 152,6 3 0,-1-3-268,1 3 0,2-5 109,-2-3 0,4-5-982,4-8 1,-1-4-240,5-8 1,2-9 631,6-8 0,0-2-108,4-2 1,1-11 682,4-6 0,-1-10 0,1-5 0</inkml:trace>
  <inkml:trace contextRef="#ctx0" brushRef="#br0">4354 6424 7775,'0'7'1930,"4"4"-1324,1-2 1,-1 3 22,-4 5 1,4 6 0,0 9 237,-1 3 1,2 5-592,-1 10 1,1 5-73,-5 3 0,-6 1-801,-2-1 0,-5 1 584,-3-5 1,-2-3-100,-3-9 0,-1-3 97,6-10-111,-6-5 0,6-6 1,-3-6-223,1 1 0,2-7-8,3-1 1,1-5-222,-1-5 1,1 1 27,0-8 200,5 2 1,-3-13-47,6 2 1,-4-2 0,2-3 232,-1-3 0,4 2-75,-1-1 1,3 5 71,1 3 108,0 5 1,1-3 13,3 5 0,3 6 105,6 3 1,-1 3 269,1 1 1,5 0-33,2 0 0,4 5 319,0 4 0,1 2-252,0 1 1,0 1 78,0-1 1,-2 2-332,-2 2 1,2-1-592,-2 6-604,-3-6 0,4 9 622,-6-4 1,2 0-113,-1 0 1,-3-5-1,4 2 570,-1-3 0,3 4 0,5 1 0</inkml:trace>
  <inkml:trace contextRef="#ctx0" brushRef="#br0">4913 6672 7775,'12'-5'-893,"0"-2"0,1-1 2306,-1 0 1,-4 5-585,1-1 0,-1 2 311,4 2-786,1 0 1,3 6 130,1 2 0,-1 4-193,-3 5 1,1 2-1,1 6-68,1 0 0,1 4-58,-5 0 0,-3 5-71,-1-1 0,-1 3-196,1 1 1,-3 1 1,-5-1 1,-1 0-303,-3 0 1,-4 0 215,-9 1 0,2-5 0,-6-2-362,-1 0 114,-1 3 0,-2-4 0,-1 5-680,-3-2 0,-3-6 107,-5 2 1,-10 2 1005,-3-2 0,-2 0 0,2-5 0</inkml:trace>
  <inkml:trace contextRef="#ctx0" brushRef="#br0">6128 6933 7775,'-1'-8'-17,"-3"-1"200,2 1 209,-3-4 0,5-1-100,0 1 0,0 4 612,0-1-168,0 1-516,5-4 0,4 3-94,7 1 0,-1 5 91,6-1 0,-4 4-59,3 4 0,1-1 46,4 5 0,0 1-163,-1 3 0,1 5 99,0-1 1,-2 6-341,-2-1 1,-3 2-18,-6 2 0,-3 0-124,-1 0 0,-5 0 54,1-1 0,-8 7 95,-5 2 0,-3-2 43,-5 2 0,-2-5-13,-6 1 0,1-3-57,-1-1 1,-1-4 79,-3-1 1,7-5-145,-3 2 0,4-9-46,0-4 1,-2-2-147,2-2 1,3 0-72,2 0 0,-2-6 546,1-2 0,-10-9 0,1-2 0</inkml:trace>
  <inkml:trace contextRef="#ctx0" brushRef="#br0">5930 7181 7775,'12'-7'1438,"-5"-4"-1222,4 4 1,-5-1 364,2 0 1,3 5-258,-3-1 0,3-2-177,2 2 1,3 0-415,1 4 0,5-4 261,-2 0 0,8 0-982,1 4 1,5 0 552,-1 0 0,3-2-1031,2-2 1466,-1 3 0,0-10 0,0 4 0</inkml:trace>
  <inkml:trace contextRef="#ctx0" brushRef="#br0">7009 7652 7775,'-19'25'0,"1"-6"568,5-2 0,1-5-157,0-3 1,-1-4 327,1-5 1,4 0-145,-1 0 0,6-1 27,-1-3 0,3-5-239,1-7 0,0-4-127,0-4 1,5-5-354,4 0 1,2-6 132,1 2 1,5-4-226,-1-4 0,6-3 190,-1-6 1,2-1-502,2-3 1,1 2 174,3-6 0,-1 6 138,5-2 1,-4 4 62,4 5 0,-5 8 22,1 8 0,-5 8 158,-3 4 1,1 5-65,-5 4 1,-1-2 122,-3 6-126,-7 0 1,0 5-127,-6 3 0,0 3 97,0 6 1,-6 3 181,-2 1 1,-3 3-124,-1-3 0,1 1-56,2-2 0,0-6-72,5 2 65,0-2 1,4 3 123,0-1 0,1-4-104,3 0 0,3-1 15,5 2 1,1 2 33,-1-3 0,5 2 84,-1-2 1,5 3 40,-5-3 1,1-1-82,-5 1 0,1-4-4,-1 5 0,-5-5 32,-3 4-92,-2-5 0,-5 6 55,-5-4 0,-3 3-373,-14-4 1,1 6-236,-9-2 1,-4 2-459,-4-2 1,-8 3-1040,0-3 1753,-6 9 0,-13 2 1,34-7-1,-1 1 1</inkml:trace>
  <inkml:trace contextRef="#ctx0" brushRef="#br0">3784 8272 7775,'8'-15'263,"0"3"1,-5 2-47,1-2 0,2 3 845,-2 1-277,0 0 96,-4 1-90,0 2-453,0 5 0,0 9-76,0 4 1,0 9-46,0 2 0,0 7-150,0 6 0,0 4 104,0 1 1,0 6-233,0 1 1,-2 1-87,-2 4 1,3 1-249,-3-1 1,-3 5 24,-1-1 0,2-7-132,2-2 1,-1-7 48,0-1 1,0-6 126,1-2 0,2-6-444,-2 2 1,-1-7 283,1-1 1,-1-6-718,5 2 1203,0-4 0,0 0 0,0-1 0</inkml:trace>
  <inkml:trace contextRef="#ctx0" brushRef="#br0">3064 9872 7775,'-7'-1'956,"3"-3"511,3 2-967,1-9 1,1 10 320,3-3 1,5 2-325,7 2 1,3-4-236,6 0 0,4 0-101,0 4 1,6-4-109,-2 0-241,2-6 1,1 3 0,-1-4-158,-2 3 1,-6-3-1176,2 3 0,-4 2 721,-4 2 0,-3 3 799,-6 1 0,-5 0 0,-1 0 0</inkml:trace>
  <inkml:trace contextRef="#ctx0" brushRef="#br0">3213 9823 7775,'-7'5'520,"0"1"179,3 2 0,3 3-111,-3-3 0,2 5-218,2 3 0,0 5 353,0 8 0,0 2-49,0 7-403,6-1 1,-4 4-1,5 2 20,-1 1 0,-1 4-386,0 2-124,-4 2 1,4-12-175,-5 6 1,0-5 260,0 5 1,0-8-221,0-1 0,0-1-191,0-7 0,0-4-1614,0-4 692,0-12 624,0 2 0,0-12 841,0-3 0,0-3 0,0-6 0</inkml:trace>
  <inkml:trace contextRef="#ctx0" brushRef="#br0">3176 10331 7775,'7'-8'-844,"-3"0"1624,-3-2 0,3 3 349,0-1-509,1 0 1,-1-1 416,0 1 1,1 0-411,0-5 0,-3 5 96,7 0 0,-1 0-349,4-5 0,1 5-143,-1 0 0,5 1-685,-1-2 0,6 3-184,-1 1 0,2 4-440,2-3 1,0 3 53,0 1 0,0 1-2210,-1 3 3234,1-3 0,5 16 0,2-3 0</inkml:trace>
  <inkml:trace contextRef="#ctx0" brushRef="#br0">4069 9909 7775,'-8'-12'94,"-1"0"0,3 3 110,-3 1 1,2 4 24,3-4 1,1 5 178,-5-1 1162,5-3-997,-8 6 1,5-4-92,-7 10 1,5-1-212,0 8 1,1 1-55,-2 11 0,0 0-1,5 9 0,-5 0 1,5 4 0,0 2-200,4 2 1,0-2 66,0 2 0,1-2-665,4-2 1,2 0-260,5 0 0,0-5-600,1-3 0,5 1 205,2-1 1,4-3 1234,1-1 0,-1-3 0,1 8 0</inkml:trace>
  <inkml:trace contextRef="#ctx0" brushRef="#br0">4329 10889 7775,'0'13'-289,"0"-1"0,-1 0 460,-3 1 1,3-5 1559,-4 0-200,-1-5-1077,4 3 0,-7-12-177,4-2 0,1-5-61,4-3 1,0-5-156,0-8 1,0 2 90,0-6 1,0-2-188,0-6 1,0-3-88,0-6 1,6-6 35,2-6 1,-1-2-138,-3 29 0,0 0 0,9-34 211,-5 34 0,0 0 1,9-31 1,-5 8 0,2 4-7,2 9 0,-2 5 243,3 11 0,-3 5-5,-2 12 1,-4 5 362,0 3-604,-5 2 0,3 4 80,-6 2 0,0-1-190,0 5 0,0 0 318,0 5 0,-6 0-298,-2 4 0,1-2 62,-1 6 1,4-6-144,-5 2 1,7-4 87,-2 0 1,2-1-216,2 1 52,0-1 0,0 0 64,0 1 0,6-5-115,2 0 0,3 1 120,1 3 0,2-4 231,3 0 0,-4-3-154,4 3 0,1-4 390,-2 4-219,1 1 1,-6 3 129,-3 0 1,-2 1-13,-6-1 1,-2 5-88,-2-1 1,-4 2-187,-9-1 0,0 1 103,-4 2 1,-3-2-621,4-5 0,0-2 282,0-3 0,5 2-861,-2-6 0,5-2 1200,3-6 0,-2-8 0,5-7 0</inkml:trace>
  <inkml:trace contextRef="#ctx0" brushRef="#br0">4764 9885 7775,'18'-6'307,"-5"5"-65,4-3 1,-3 2 121,-2 2 0,5 0-111,-1 0 1,1 2 328,-5 2 0,2 3-183,2 5 1,-2 5-68,3-1 0,-3 6-115,-2-1 0,0 2-264,1 2 0,-6 4-155,-3 0 0,-4 5-169,-4-1 1,-9 7-335,-7 2 0,-4 3 384,-1-3 0,-1 0-231,-3 0 1,2-4 154,-6 4 0,-1-4 148,-3-1 1,0-5 0,0-2 0</inkml:trace>
  <inkml:trace contextRef="#ctx0" brushRef="#br0">3746 11497 7775,'2'-12'767,"2"-1"-62,-3-5-245,5 4 1105,-6 2-605,0 7-587,0 5 1,0 1-145,0 3 1,0 3 129,0 5 0,0 5-103,0-1 0,1 5-33,3-4 1,-2 5-309,2-2 0,-3 5 115,-1 4 1,0 1-6,0 3 1,-4 5 29,0-1-277,0 0 0,-2 6-308,-2-6 1,1 2 96,-1 2 1,1-2 0,-3 1-915,2-6 451,5-4 1,-4-5 96,3 0 0,3-6 799,-3-2 0,-3 2 0,0 0 0</inkml:trace>
  <inkml:trace contextRef="#ctx0" brushRef="#br0">3374 12774 7775,'-5'-6'0,"3"-1"947,-2 2 233,3 4 1,2-6-211,3 3 0,5 3-469,7-3 1,5 4-58,8 4 1,3-3-132,5 3 0,4 2-314,0-2 0,5 0 107,-5-4 1,5 0-551,-5 0 1,-5-1 101,-7-4 1,0 3-182,-4-7 0,1 7-3087,-10-2 1963,-5 2 1647,-5 2 0,-6 6 0,0 1 0</inkml:trace>
  <inkml:trace contextRef="#ctx0" brushRef="#br0">3598 12737 7775,'-13'8'0,"1"1"0,3-1 0,1 4 0,5 2 699,-1 3 0,3 3 989,1 9 0,0 4-1037,0 9 1,4 2-264,0 5 1,0 1 9,-4 0 1,0-1-262,0 1 1,0 0-173,0-1 1,0 1 100,0-1 0,0-5-465,0-2 1,0-4-621,0 0 1,0-5 556,0 0 1,0-6-624,0 2 0,0-4 439,0-4 1,0-3-641,0-6 503,0 0 846,0-5 1,6-12 0,1-9 0</inkml:trace>
  <inkml:trace contextRef="#ctx0" brushRef="#br0">3610 13208 7775,'-4'-8'990,"0"0"1,-2 4-397,2-4 0,3 3 294,-3-3 0,2 4-370,2-4 1,2 4-54,2-5 0,3 7-187,5-3 1,6 0 14,3 1 1,3 0-173,5 4 1,-1 0-143,5 0 0,-5 0-280,0 0 0,0 4 302,1 0 0,-3 1-779,3 0 0,-4-4 372,-4 3 1,2 2-1191,-2-2 1,2 0 164,2-4 1431,0 0 0,0 0 0,-1 0 0</inkml:trace>
  <inkml:trace contextRef="#ctx0" brushRef="#br0">9254 5420 7775,'-12'0'785,"0"0"1,-1 0 696,1 0-1014,5 0 0,3 0 335,8 0 0,3 0-339,5 0 1,6 0-160,3 0 1,4 0-77,4 0 1,1 4-37,3 0 1,3 0-243,-3-4 1,3 0 126,1 0 0,0 0-642,0 0 0,1 0 372,-1 0 1,-4-5-415,0-4 0,-1 3 244,1-3 0,-4 1-1913,-9-4 930,4 5-367,-5-4 1712,-5 9 0,-3-3 0,-11 5 0</inkml:trace>
  <inkml:trace contextRef="#ctx0" brushRef="#br0">9465 5556 7775,'-31'7'268,"2"-3"0,8 2 1271,4-2-1033,9 6 1,4-8 202,8 7 1,9-7-289,7 2 1,5 2-142,4-2 0,3 2-49,5-2 1,3-3-14,-3 3 1,3-2-377,-7-2 0,3-4 187,1-1 1,-4-4-840,0 0 0,-5 3 195,1-3-15,-8 1 0,1 0 0,-6 0-546,-1-2 0,-2 3 1176,-5-1 0,3-1 0,-4-3 0</inkml:trace>
  <inkml:trace contextRef="#ctx0" brushRef="#br0">9775 5122 7775,'5'-8'1736,"-1"0"-1462,5 5 0,-2-4 1,7 4 81,3-1 1,2 0 152,6 4-356,-1 0 0,7 5 0,1 2-7,-1 0 0,0 8-77,-7-2 0,4 3 135,-3 1 1,1-2-185,-10 6 0,5-1 49,-4 5 1,-2 4-240,-7 0 0,-2 1 60,-6-1 0,-2-1-205,-2 5 1,-4 0 162,-9 4 1,2-4-26,-6 0 0,1-4 218,-5 4 1,0-5-49,0 1 0,2-4-283,2-5 0,-1 2 68,6-5 0,-5-1-1751,4-3 1973,1-1 0,3 1 0,1-1 0</inkml:trace>
  <inkml:trace contextRef="#ctx0" brushRef="#br0">11872 4403 10390,'12'0'1632,"2"0"-1135,3 0 0,2 0-167,6 0 0,5 0 28,3 0-294,9 0 1,-2 0-406,5 0 0,-6 0-283,-2 0 0,-1 0 557,-7 0-520,0 0 0,-6 0-38,-2 0-2445,-3 0 3070,-6 0 0,-11 0 0,-2 0 0</inkml:trace>
  <inkml:trace contextRef="#ctx0" brushRef="#br0">12046 4403 7775,'-7'0'1172,"0"0"-357,3 0 520,2 5-185,-3-3-551,5 9 1,0-4-251,0 5 0,0 0-120,0 1 1,0 3-224,0 1 0,0 6 79,0 2 0,4 1-142,0 7 1,0 5 0,-4 3-122,0-1 0,0 3 145,0-2 1,-4 6-231,0-2 151,-6-2 1,8 0 59,-7-6 0,5 0-12,-4 0 0,5-1 110,-1-3 0,-2-2 13,2-7 0,0-3 119,4 0 0,0-6-60,0 1 139,0-2 1,4-6-109,0 1 1,5-5 0,-4 3 180,2-2 0,0 1-62,1-2 0,3-1-68,-2 5 1,2-4-117,1 4 0,0-4 89,1 5 0,1-5-194,2 4 1,-1-1 43,6 1 1,-4 2-140,3-6 0,1 0-503,4-4 1,-2 0 337,-2 0 1,2-1-1019,-2-3 0,1 2 589,-1-2 1,1-1-397,-6 1 1,1-1 1105,-5 5 0,1 0 0,-1 0 0</inkml:trace>
  <inkml:trace contextRef="#ctx0" brushRef="#br0">12790 4490 7988,'0'-13'0,"0"1"0,0 4 576,0-1 1,0 5 703,0-4-428,0 5 1,5-2-355,4 5 0,2 5-209,1 3 0,6 3-236,3 2 1,6-5 74,2 0 0,2-1-231,-2 2-38,-3-4 1,10-1 0,-5 0-665,1-1 0,-2-2-548,-5-1 1,-1-4 597,-4 0 0,2-1 755,-5 1 0,-6-3 0,-6-6 0</inkml:trace>
  <inkml:trace contextRef="#ctx0" brushRef="#br0">12864 4514 7700,'-11'13'982,"3"-1"1,-2 1-239,6-1 1,0 5-261,4-1 1,0 12 134,0 1 1,2 5-186,2 3 0,-2 6-256,7 2-124,-7 9 0,4-7-24,-6 3 1,0-3-231,0 2 1,0-3-88,0-1 0,-1-6 231,-4-2-843,4-5 0,-4-13-68,5-3-1401,0-2 1580,0-7 0,4-7-235,0-8 1023,5-3 0,-7-2 0,3-5 0,-5-1 0</inkml:trace>
  <inkml:trace contextRef="#ctx0" brushRef="#br0">12852 5011 7988,'5'-7'372,"-2"1"199,6 6 1,-5-4-148,4 0 1,-4 0 110,4 4 0,1-4-118,3-1 0,5-3-280,-1 4 0,6-6 0,0 2-38,6-3 0,2-1-349,3-1 1,-1 2-795,-3 3 0,-3-2 641,3 6 1,-4-4-1586,-5 4 1988,-2 0 0,-5 4 0,-1 0 0</inkml:trace>
  <inkml:trace contextRef="#ctx0" brushRef="#br0">13720 4626 7988,'-12'-12'905,"0"-1"0,3 2-81,1 3 60,5 2-569,-8 6 1,8 2 0,-3 3 394,0 8-448,-4 5 0,4 13 28,-7 7 1,1 4-26,-1 8 0,2 0 28,3-1 0,-3 1 45,3-1-752,2-5 0,1-1-860,5-6 0,1-5 759,3-3 0,3-8-531,5-5 1,2-8-1,3-5 251,3-6 0,4-3 795,1-7 0,0-10 0,-1-3 0</inkml:trace>
  <inkml:trace contextRef="#ctx0" brushRef="#br0">14093 4576 7988,'8'0'954,"0"0"1,-5 2 218,1 2 0,1 4-551,0 9 1,3 2 40,-4 6 0,0 5-213,-4 3 1,0 4-499,0 5 0,0 1-114,0 2 1,-5 3-33,-4-2 0,-2 1-603,-1-2 1,-5-8 521,1-8 1,-2-8-131,1-5 0,2-3 74,-5-5 0,3-2-395,-4-6 0,6-6 241,-1-2 0,2-5 96,1-3 0,1 1 119,0-6 0,-1 0 38,1-3 0,1 0 229,3 3 1,2 4-104,6 4 0,0 1 737,0-1-531,0 1 0,1 5 551,4 3 0,1 3-228,7 1 1,3 0 0,2 1 163,2 3 1,0-1-281,5 5 1,0 0-65,0 5 0,-1-1-200,1 1 0,0-5 242,0 0-634,0 0 0,4 5-1179,0-1 1,0 1-827,-5-1 2354,1 0 0,0 6 0,0 2 0</inkml:trace>
  <inkml:trace contextRef="#ctx0" brushRef="#br0">14514 4676 7988,'9'0'-60,"-1"0"60,0 5 405,5-3 1,-1 9-1,0-3 1649,1 3-1639,-1 1 0,1 2-79,-1 3 1,0 1-192,1 2 0,-1 8-75,1-3 1,-7 2-195,-1-2 0,-4 1 285,-1 3-593,-6 3 0,0 1 89,-7 0 1,-3-6 215,-1 2 1,-4-2-215,5-3 0,-5-4 1,5-4-4,0-2 0,4-6-1192,4 1 323,-3-7 363,9 4 850,-3-12 0,10-1 0,2-5 0</inkml:trace>
  <inkml:trace contextRef="#ctx0" brushRef="#br0">14973 4812 7988,'7'-7'0,"4"-4"1307,-4 10 0,6-5-570,-1 6 1,-4 0 310,0 0 0,-3 0-736,3 0 0,0 2-600,5 2 0,-5-1-3049,0 5 2685,0 0 0,3 9-1115,-2-1 1767,-4 1 0,-5-5 0,0 1 0</inkml:trace>
  <inkml:trace contextRef="#ctx0" brushRef="#br0">14961 5048 7988,'-6'7'-1044,"5"4"0,-5-9 2390,6 7 0,0-5-546,0 4 1,0-4 584,0 4-1002,0-5 1,2 4-143,2-3 0,3-2-872,5 2 1,2-3 463,3-1 1,-2 0-2551,5 0 2717,1 0 0,4 0 0,0 0 0</inkml:trace>
  <inkml:trace contextRef="#ctx0" brushRef="#br0">15445 4601 7988,'0'-12'2612,"0"5"-1263,5-4 0,6 10-616,6-4 0,5 8-124,-2 1 1,8 2-187,1-2 1,10-3-171,-2 3 1,7-2-167,-3-2 1,5-6 91,-5-2 0,0-3-1144,-3-1 0,-2 1 642,-3 2 0,-4 0-3953,-9 5 3054,-7-1 1,-9 5-525,-8 0 1746,-3 6 0,-17 1 0,-2 5 0</inkml:trace>
  <inkml:trace contextRef="#ctx0" brushRef="#br0">15730 4614 7988,'-12'1'349,"-1"3"1,5-1-69,0 5 1,5-4-28,-1 5 0,-2 0 687,2 8 0,0 2-394,4 6 1,0 4 267,0 0 0,0 9-327,0 0 1,0 2-230,0-3 1,0 0-7,0 0 1,0 4-475,0 1 0,4-2-989,0-7 1,0 1 803,-4-5 0,5-1-1231,-1-8 1099,5-2 1,-6-7-2285,5-2 2822,-5-4 0,3-5 0,-6 0 0</inkml:trace>
  <inkml:trace contextRef="#ctx0" brushRef="#br0">15656 4986 7988,'6'0'2017,"0"-6"1,0 5-1422,2-3 0,3-2-459,1 2 0,6-1 41,3 0 0,6 3-846,2-7 0,7 1 455,1-4 0,1-1-2662,3 1 2678,3 0 1,-5-6 0,3-2 0</inkml:trace>
  <inkml:trace contextRef="#ctx0" brushRef="#br0">16499 4403 10439,'0'-7'2338,"0"1"-2381,0 1 1,2 2 97,2-5 1,4 5-82,8-1 0,0-2 89,4 2 1,-3-1-17,4 1 0,-5 2-38,5-2 0,-6 3-107,1 1 1,-2 0-33,-1 0 1,-1 0 16,0 0 1,1 4-61,-1 0 1,-3 6 75,-1-2 1,-1-1 81,1 1 1,2 0-25,-6 5 1,1-1-86,-1 1 0,-2 3-16,2 1 0,-3 5 10,-1-2 1,0 4-191,0 1 1,0-1 210,0 1 0,-1 0 1584,-3 0 0,2 4-668,-2 0 0,-1 0-949,1-4 0,-1 3 96,5 1 0,0 0-262,0-4 1,-1 4 109,-3 0 1,3-1 83,-4-8 0,4 4 270,1-4 0,-1 2-112,-3-1 1,2 1 125,-2-5 0,1-1-23,-1-3 0,3-1 97,-3 0 0,2 1-12,2-1 0,0-4-129,0 1 27,0-1 0,0 4-168,0 1 0,0-5 25,0 0 0,0-4 22,0 5 0,0-5-9,0 4 0,-1-4 52,-3 5 1,1-5 23,-5 4 0,4-5-45,-5 1 0,0 1-702,-8-1 0,2 5 334,-6-5 1,-4 6-898,-3-2 1,-14 3-569,-3 1 0,-10 6 511,-12 3 958,31-10 0,-2 1 0,-7 5 0,-2 2 0,-4 0 0,1 1 1</inkml:trace>
  <inkml:trace contextRef="#ctx0" brushRef="#br0">17293 4825 7720,'0'-13'2093,"1"5"-1640,4 0 0,1 5 147,7-1-300,-1-3 1,6 5-1,3-2-247,2 3-52,2 1 1,0 0-39,0 0 0,0 0-106,-1 0 1,0 4-294,-4 0 0,3 4-671,-7-3 1,-1 0-702,-6-1 1808,2-2 0,-10 9 0,4-4 0</inkml:trace>
  <inkml:trace contextRef="#ctx0" brushRef="#br0">17380 4998 7720,'-7'7'0,"0"-1"1245,3-6-651,3 5 0,-4-4 90,10 4 0,3-4-445,8-1 0,4 0-41,5 0 1,1-1-637,3-4 1,2 3 407,7-7 0,-1 5 1,0-3-2416,0 2 2445,0-5 0,6 3 0,1-5 0</inkml:trace>
  <inkml:trace contextRef="#ctx0" brushRef="#br0">18261 4465 7720,'7'0'1429,"-2"0"1,1 0-842,2 0 1,4 0-159,5 0 0,6 0-125,6 0 0,6 0-220,-2 0-18,3 0 0,4 0-169,-3 0 0,1 0-376,-9 0 1,0 0-64,-4 0 1,-1 0-1012,-4 0 0,-7 1 1552,-9 3 0,-3-2 0,-1 3 0</inkml:trace>
  <inkml:trace contextRef="#ctx0" brushRef="#br0">18360 4527 7041,'-12'0'1597,"3"0"-993,1 0 543,5 0-730,-2 0 1,5 5 0,0 4 0,0 3-73,0 5 1,0 0-171,0 4 1,4 4 0,0-2-33,-1 5 0,2 6 68,-1-1 0,1 3-270,-5 2 1,4-1 115,0 0 0,0 2-269,-4 2 1,-1-3-120,-4 4 1,3-9 192,-7-4 0,7-2 14,-2 2 0,-2-7 72,2 3 0,0-8-12,4-1 0,0-6 3,0-2 1,0-4 359,0 5-143,5-7 1,-2 5 11,5-3 1,-4-2-5,5 2 0,-5-3-74,4-1 1,-4 0 178,4 0 1,-3 2 158,3 2-286,0-3 1,6 5-9,2-6 0,-2 0-128,3 0 1,1 0-44,-2 0 0,6 0-231,-1 0 1,2-2-590,2-2 0,0 3 422,0-3 1,0-2-1282,-1 2 1,1 0 222,0 4 1493,-6-6 0,-1 5 0,-5-5 0</inkml:trace>
  <inkml:trace contextRef="#ctx0" brushRef="#br0">19129 4589 7720,'1'-8'-583,"4"-1"2020,-4 7-787,4-9 1,1 9-4,2-2 1,-1 3 54,1 1 1,2 0-253,7 0 1,-2 0 103,5 0 1,1 4-171,4 0 1,0 1-194,0 0 0,-1-4 7,1 3 1,0-3-292,0-1 1,0 0-830,-1 0 0,1-4 578,0 0 1,-2-4-1580,-2 4 1,-3-2-149,-6 2 2071,-5 3 0,-1-5 0,-6 6 0</inkml:trace>
  <inkml:trace contextRef="#ctx0" brushRef="#br0">19266 4614 7720,'-7'5'0,"0"-2"521,3 5 0,1-4-112,-5 5 0,5-1-46,-1 4 0,2 6 354,2 3 0,0 4-253,0 4 1,0 2-54,0 7 1,0-1-147,0 0 1,4 0-313,1 0 1,-1-1 90,-4-3 1,0 2-478,0-6 0,0 1-13,0-1 1,-4-4-358,-1-1 0,-3 0 73,4-8 1,-4 1-243,4-5-642,0-5 1438,4-1 1,0-23-1,0-3 1</inkml:trace>
  <inkml:trace contextRef="#ctx0" brushRef="#br0">19266 4936 7720,'8'0'-472,"0"0"1,-5-1 2398,1-3-969,3 2 1,-4-3-468,5 5 1,-4 0 345,4 0-501,1-6 0,3 5 20,0-3 1,1 2-106,-1 2 1,5-1-407,-1-3 0,6 2-644,-1-2 1,1 3 582,-1 1 0,2-1-1357,-2-4 1,2 4 139,2-3 1433,0 3 0,-6 1 0,-1 0 0</inkml:trace>
  <inkml:trace contextRef="#ctx0" brushRef="#br0">20059 4638 7720,'-12'0'580,"0"0"-326,-1 0 0,1 0 189,-1 0 1,5 6-85,0 2 0,0 7-147,-5 2 1,2 9 19,3-1 0,-2 8-21,6 0 0,-4 8-186,4 5 0,0 1 111,4-2 1,0 2-81,0-6 0,0 1-347,0-5 0,1-1-505,3-3 1,3-8-339,5-9 1,2-3 525,3-5 1,-2-3 607,6-5 0,-1-5 0,5-2 0</inkml:trace>
  <inkml:trace contextRef="#ctx0" brushRef="#br0">20494 4663 7359,'8'-7'1410,"0"3"0,-5 4-590,1 4 1,2 5-306,-2 7 1,4 3-162,-4 6 0,4 6-124,-3 2 1,-1 3-256,-4 1 0,0 4 74,0 0 0,-2 6-576,-2-1 0,-4-4 23,-9 0 1,4-5 347,-4-4 0,3-4-185,2-8 1,-1-5-8,1-8 0,0-2-14,-1-6 0,5-1 79,0-4 0,1-3-24,-1-8 0,-2 1 108,6-6 1,-5 4 147,5-3 0,0 0 54,4 0 1,-4-4-119,0 4 1,0-2 363,4 1 0,0-1-174,0 5 1,0 1 402,0 3 0,1 5-202,3 0 1,3 5 339,6-1 0,-1 3-214,0 1 1,5 1 29,0 3 1,5 3-406,-2 5 1,4 1 30,0-1 0,1 1-234,0-1 0,-4-4 183,-1 0 1,1 1-1094,4 3 1,-6-1-38,-2-3-852,2 3 1975,-5-4 0,4 0 0,-6-1 0</inkml:trace>
  <inkml:trace contextRef="#ctx0" brushRef="#br0">20878 4738 7720,'0'-7'2471,"6"1"-2088,1 6 0,5 0 225,0 0 1,2 2-229,3 2 1,-3 4-5,2 9 0,2-2-334,-1 5 1,-1 1 28,-3 4 1,-2 4-181,-3 0 0,-1 4 160,-3-4 0,-3 5-434,3-1 0,-8-1 212,-4 1 0,-4-4-96,-5 4 0,2-9 76,-6 0 1,6-3-459,-2 0 0,0 1-530,0-6 1,-1-1 584,2-6 1,2 0 593,-3-5 0,-2 1 0,0-5 0</inkml:trace>
  <inkml:trace contextRef="#ctx0" brushRef="#br0">21412 4775 10440,'8'0'1493,"0"0"-1113,0 0 0,5 5-931,-1 4 0,1 2-224,-1 1 1,1 1-600,-1-1 1,0-4 1373,1 0 0,-1 1 0,1 3 0</inkml:trace>
  <inkml:trace contextRef="#ctx0" brushRef="#br0">21412 5023 7720,'0'12'239,"0"1"0,0-5-28,0 0 0,0 1 579,0 3-530,0 0 0,5-1-277,3-2 0,3-4 91,2-5 1,5 0-1112,2 0 0,4 0 1037,1 0 0,5-5 0,2-2 0</inkml:trace>
  <inkml:trace contextRef="#ctx0" brushRef="#br0">21933 4564 7720,'7'-5'0,"-1"3"1189,-1-2-743,2 3 1,9 1 386,1 0 1,5 0-6,-2 0 1,9-4-350,4-1 0,3 0-472,1 1 0,6 1 46,3-5 0,0 4-871,0-5 0,1 2 548,-6-1 0,-1-1-452,-7 4 0,-4 1 722,-8 4 0,-9 0 0,-6 0 0</inkml:trace>
  <inkml:trace contextRef="#ctx0" brushRef="#br0">22156 4564 7720,'-8'12'0,"-1"1"0,5-1 560,-4 1 1,5 5-157,-1 2 1,3 8 508,1 1 1,1 9-424,3 0 1,-1 7 197,5 0 0,-4 0-255,5 0 1,-7-1-204,3 2 1,0-4-20,-1-4 0,0-4 0,-4 3 0,0-8-1660,0 4 0,-1-5 777,-3-3 1,3-5-2588,-4 1 1764,4-6 1495,1-2 0,6-8 0,0-5 0</inkml:trace>
  <inkml:trace contextRef="#ctx0" brushRef="#br0">22168 4973 7720,'-6'-5'765,"0"3"0,6-4 1030,0 1-1293,0 4 0,6-4-83,2 5 0,8-5-95,5 1 0,2 0-138,2 4 0,4-4 13,0 0 0,6-6-919,-2 2 1,-2 1 511,2-1 0,-1 1-2843,1-1 3051,-2-3 0,-1 4 0,2-6 0</inkml:trace>
  <inkml:trace contextRef="#ctx0" brushRef="#br0">22962 4564 7660,'0'-7'856,"0"2"-568,0 5 0,-4 1-64,0 3 1,-6 4 287,2 9 0,-1 4-98,0 8 0,-2 4-90,3 8 1,-2 0-219,2 9 0,-2-3 50,6 7 0,-4-5-226,4-3 0,0 0 129,4-4 0,0 2-1296,0-7 839,0-2 1,4-6-324,0-1 1,4-3 720,-4-4 0,12 0 0,-3 3 0</inkml:trace>
  <inkml:trace contextRef="#ctx0" brushRef="#br0">23260 5507 7660,'-11'12'0,"3"0"0,1-5 876,3-3-186,2 3-39,-9-5 1,10 2-353,-3-8 1,2-3-108,2-6 1,0-3-158,0-1 1,0-5 67,0 2 0,0-4-68,0-1 1,5-5 69,-1-3 1,5-4-65,0-5 1,6-2-57,1-5 1,2-6-332,-1-3 0,-2-7 357,6-1 1,-2 5 169,2 7 1,1 6 65,-6 7 0,5 5-101,-5 11 0,1 12-216,-5 4 1,-3 6 113,-1 3 1,-5 7-93,1 6 1,-3 1 90,-1 6 1,0 1-233,0 4 1,-1 0 101,-3-1 0,-3 0-122,-6-4 0,1 2 27,0-5 1,-1 4-84,1-5 139,5 1 1,-3-5 22,6 1 0,0-1-138,4 0 144,0-5 1,5 4-19,4-2 1,2-3 167,1 3 1,1-5-43,-1 4 1,-4 0 15,1 5 1,-7-4-88,2 4 1,-4-4-338,-4 8 0,-3-3 145,-5-2 1,0-1-482,-1-3 0,-3 2 271,-1-6 1,1 0 461,3-4 0,1 0 0,-1-11 0,1-2 0</inkml:trace>
  <inkml:trace contextRef="#ctx0" brushRef="#br0">23781 4589 8726,'8'1'1081,"1"3"0,-2-1-675,1 5 0,7 1-88,-3 3 1,4 0-127,-4 1 1,4 3-68,1 1 0,4 5 67,-5-1 1,-1 2-202,-6 2 1,0 4 85,-5 0 0,-1 1-354,-7-1 1,-3-3-97,-5 3 0,-6 1-702,-3-1 901,-2 0 1,-1-8 0,2-2-157,2-1 0,3-1-80,-4-5-132,6-5 542,-3-1 0,11-12 0,2-1 0</inkml:trace>
  <inkml:trace contextRef="#ctx0" brushRef="#br0">24215 4428 7183,'-8'0'616,"0"0"502,5 0 304,-3 0-557,6 0-18,0 0-602,6 0 1,1 0 42,5 0 1,1-4-148,-1-1 0,1 0-138,-1 1 1,2 1-144,2-5 0,-2 5 180,3-1 0,-2-2-156,1 2 0,-2 0 68,3 4 1,-4 0-56,0 0 0,-1-4 13,1 0 0,-1 0 179,0 4 1,1 0-89,-1 0 1,-1 1 15,-2 3 0,0-1-12,-5 5 1,5-4 30,-5 5 1,4-1 6,-4 4 0,0 2-15,-4 3 0,0 2 60,0 6 1,0 1-64,0 3 1,-1-2 121,-3 6 0,2 5 0,-2 3 1,1 2-25,-1-2 1,3-4-160,-3 0 0,2 1 119,2-5 0,0 1-228,0-1 0,0-1 70,0-3 0,0-4 99,0-1 1,0 4-16,0-7 1,0 4-144,0-9 1,0 1 89,0-5 1,-4 0 185,0 1-10,0-1-139,-1 1 0,2-5-197,-6 0 1,5-5 84,-4 1 1,4-1-414,-4 1 335,-1-3 0,-3 5-310,0-6 1,-1 0-119,1 0 0,-1 0-241,1 0 0,-6 0 25,-3 0 1,-6 0 840,-2 0 0,-11 0 0,1 0 0</inkml:trace>
  <inkml:trace contextRef="#ctx0" brushRef="#br0">25046 4341 7660,'13'5'230,"-1"-3"0,1 3 371,-1-5 1,0 0 295,1 0 1,6 0-420,6 0 1,1-1 81,7-3 1,2 1-176,6-5 0,3-1-566,6-3 0,-6 1 182,-3 3 0,-2-3-1108,-2 2 1,-5 4 313,-3 1 0,-9 2-835,-3 2 1628,-9 0 0,-8 6 0,-7 1 0</inkml:trace>
  <inkml:trace contextRef="#ctx0" brushRef="#br0">25381 4378 7660,'-18'18'-1201,"6"-8"900,0 2 1,-1-2 1630,5 2 1,1 0-571,-1 1 1,5 5-55,-1 2 0,-2 4-276,2 1 1,0 1-67,4 3 0,0-3-220,0 3 0,0-2 51,0 2 1,-1-2-65,-3 2 0,2 1 61,-2-1 1,-1 0-149,0-4 0,-4 3 64,1 1 0,1 4-241,-2-4 0,5 0 91,-4-4 1,5 0-86,-1 0 1,3-6 37,1-2 0,5-4 78,4 0 0,3-6-141,4-3 0,4-3 47,5-1 1,4 0-285,-1 0 1,8-5 154,2-4 1,-1 0-1464,4 0 0,-2 0 1697,-2 5 0,0-6 0,0 3 0</inkml:trace>
  <inkml:trace contextRef="#ctx0" brushRef="#br0">26039 4403 8660,'5'7'2720,"6"-2"-2164,6-5 1,6 0-200,2 0 0,7-4-726,9 0 0,-1-4 290,6 4 0,-6-6-1039,1 2 0,2-3 708,-2-2 1,-6 1 409,-11-1 0,-4 1 0,-8 0 0</inkml:trace>
  <inkml:trace contextRef="#ctx0" brushRef="#br0">26250 4403 7660,'-2'12'111,"-2"1"0,3 0 246,-3 4 0,2 2-165,2 6 1,0 0 12,0 0 0,0 6 864,0 7 1,0 3-489,0 4 1,-1 4-99,-3-4 1,1 3-138,-5 2 0,1-5-457,-1 1 0,-2-10-126,6 1 1,0-8-280,4 0 1,0-9-29,0-3 1,0-7 251,0-2 0,1-5-972,3 1 0,3-4 561,6-4 1,-1-5-170,0-7 872,-5 2 0,10-9 0,-3 3 0</inkml:trace>
  <inkml:trace contextRef="#ctx0" brushRef="#br0">26200 4825 8418,'0'-9'861,"0"1"1,6 5-54,2-1 0,3 3-355,1 1 1,8-4-359,4-1 1,3 0 71,6 1 0,0 1-517,4-5 1,0 1 270,0-1 1,-1-2-1317,-3 6 0,2-4 1395,-6 3 0,0-4 0,-4 2 0</inkml:trace>
  <inkml:trace contextRef="#ctx0" brushRef="#br0">27069 4353 7660,'0'-8'367,"0"0"0,-6 4 794,-2-5 0,1 5 73,-1-4-563,-1 5 0,-7 3-257,-1 8 0,1 9 77,3 4 1,-1 8-133,-2 4 0,2 8-47,-2 4 1,3 0-84,5 0 0,-3 0-171,3 5 0,2 0-546,2-1 1,3-5 390,1-2 0,0-5-805,0-4 0,5 3 434,3-3 1,1 1-1076,3-1 1,-1-4 171,10-8 1371,-1-3 0,5 0 0,0 1 0</inkml:trace>
  <inkml:trace contextRef="#ctx0" brushRef="#br0">27155 5420 8400,'-5'7'1664,"-2"-2"-1011,-5-5-316,-1 6 619,6-5 1,2 3-382,5-8 1,0-8-654,0-9 1,5-2 115,4-2 0,6-6-402,1-2 1,5-8-143,-5-4 0,6-4 319,-1 0 1,-2-6-177,2-3 0,-4-3 235,3-1 1,-4 0-4,0 0 1,-2 4-74,-2 0 0,1 7 475,-1 2 1,-1 10-6,-3 10 1,3 10 124,-2 7 0,-2 1 412,1 6-290,-5 1-627,2 4 126,1 6 1,-5 1 169,3 5 1,-3 5-95,-1-1 1,-1 2-226,-3-1 0,3-4 50,-4 4 0,4-3-268,1-2 1,0 0-78,0 1 0,0-1 148,0 1 1,4 0 224,0 4 1,6-3-60,-2 2 0,-1-1 121,1 2 1,1-3-99,3 2 1,-4 2 439,1-1 0,-5-1-180,4-3 0,-5 0 178,1 4 0,-3-3-126,-1 2-314,0-2 1,-7-1-849,-5-1 1,-2-5 480,-6-3 0,3-3-853,-4-1 1,1 0 805,-5 0 1,6-1 510,2-3 0,3-9 0,2-6 0</inkml:trace>
  <inkml:trace contextRef="#ctx0" brushRef="#br0">27714 4440 7660,'12'7'612,"0"-3"1,1 2-174,-1-2 0,1 4 500,-1-4 0,0 2-437,1-2 1,-1 1-88,1 4 0,0 3-152,4 0 0,-3 1-378,2 3 1,-2 2 177,-2-1 0,-5 8-243,-2-5 0,-4 8-155,-1-3 0,-1-1-430,-4 5 0,-7 3-599,-9 1 0,-4-1 626,-3 1 0,-6-1-927,-7 1 1665,-3 2 0,-6-3 0,1 5 0</inkml:trace>
  <inkml:trace contextRef="#ctx0" brushRef="#br0">28334 4564 7660,'4'-12'1395,"0"-1"-207,0 6-578,-4-4 1,2 10-644,2-3 0,-1 2 56,5 2 0,-4 0-205,4 0 1,-1 6 192,1 2 1,3-1-1289,-2 1 0,-2 1 273,1 3 1004,-5 0 0,8 6 0,-4 2 0</inkml:trace>
  <inkml:trace contextRef="#ctx0" brushRef="#br0">28297 4787 7660,'0'13'-234,"0"-1"0,0 1 93,0-1 1,0 0 1793,0 1-1057,0-1 1,4 1-85,0-1 0,4 0-709,-4 1 1,6-5 177,-2 0 1,3-1-1338,2 1 0,0 2 1356,4-6 0,2 6 0,6-3 0</inkml:trace>
  <inkml:trace contextRef="#ctx0" brushRef="#br0">28979 4390 10118,'0'-6'2227,"7"0"-1743,5 6 1,6 0-133,7 0 1,1 0-287,3 0 1,-1 0 80,5 0 0,-2 0-848,3 0 0,0 0 189,-5 0 0,0 0-221,-4 0 0,-6 0-2454,-2 0 2574,-9 0 1,-4 0 612,-8 0 0,-9-5 0,-6-2 0</inkml:trace>
  <inkml:trace contextRef="#ctx0" brushRef="#br0">29202 4415 7660,'-7'6'-234,"-2"-3"504,5 5 0,-2-1-34,2 1 1,3 3 442,-4-3 1,0 9-220,1 3 0,0 4 233,4 1 0,-2 5-275,-2 3 0,3 7 177,-3 1 0,1 6-357,-1-1 1,2-4-266,-2 0 1,-1-4-184,1 0 1,-2-3 211,2-2 0,3-6-829,-4-7 1,4-5 417,1 2 1,1-7 134,4-2 0,-3-5-1354,7 1 1628,-1-3 0,4-1 0,1 0 0</inkml:trace>
  <inkml:trace contextRef="#ctx0" brushRef="#br0">29115 4763 7660,'-6'1'1066,"1"3"-317,-2-3-68,6 5 1,-3-6-239,8 0 1,7 4-320,6 0 0,6 0 69,2-4 0,1-1-619,7-3 1,4 1-349,5-5 0,3 0 774,-3-5 0,4-5 0,-1-1 0</inkml:trace>
  <inkml:trace contextRef="#ctx0" brushRef="#br0">30009 4254 9102,'6'-6'1216,"1"5"-810,-2-3 1,-4 1 180,3-1 0,3 3-206,1-3 1,3 1-176,2-1 1,3 2-218,1-2 0,5 1 93,-2-1 1,4 3-91,1-3 1,-5 1 72,1-1 1,-2 3-84,2-4 1,-3 4-9,-6 1 0,1 0 87,-1 0 0,-4 4 64,1 0-45,-7 6 1,8-3-62,-6 5 0,0 1 69,-4-1 1,0 0-188,0 1 0,0 1 109,0 2 1,0-1 7,0 6 0,-4 1 11,0 7 1,0-1 445,4 5 1,0 0 55,0 4 0,0 6 242,0 2 1,0-1-465,0 2 1,0-2-93,0 1 0,0 2-193,0-6 0,0-5 112,0-7 1,0-3-286,0-1 1,4-1 158,0-4 0,4-2-125,-3-5 1,-1-1-67,-4 0-66,0 1 278,0-1 0,0-4 416,0 1-467,-6-7 0,-1 8 85,-5-6 1,4 0-352,-1-4 213,1 0 0,-4 0-429,-1 0 1,5 2 110,0 2 1,-5-3-31,-3 3 0,-2-2 17,1-2 1,2 0-163,-5 0 0,-7 4-130,-6 0 0,-3 0 271,-1-4 1,-6 0-587,-2 0 1,-7 2 481,-2 2 0,0-3 303,4 3 0,6-2 0,2-2 1</inkml:trace>
  <inkml:trace contextRef="#ctx0" brushRef="#br0">2270 6821 8621,'0'-12'392,"6"5"1,-4 0-106,7 3 0,0 3-42,8-4 1,-2 4-382,6 1 0,4 4 177,4 0 0,1 0-449,-1-4 0,-3 2 267,3 2 1,-4-3-731,-5 4 0,2-4 194,-5-1 677,-6 0 0,-5 5 0,-6 2 0</inkml:trace>
  <inkml:trace contextRef="#ctx0" brushRef="#br0">2283 6970 7666,'12'7'-898,"0"-3"0,1-2 1499,-1-2 0,2 0-126,3 0 0,-2-5-571,5 1 1,1-5 86,4 0 1,-2 0-582,-2 0 0,5-2 590,-5 3 0,5-3 0,-7-1 0</inkml:trace>
  <inkml:trace contextRef="#ctx0" brushRef="#br0">1476 6350 7422,'0'14'1650,"0"2"1,4 4-1182,1 4 0,4 11-166,-1 2 0,2 10 59,-2 3 1,2 5-671,-6 7 0,0 4 228,-4 0 1,-5 1-553,-4 0 1,-2-9 429,-1-1 1,4-6-550,0-5 0,3-3 275,-3-6 1,5-6-452,-1-2 0,3-8 495,1-4 0,5-5 432,4-4 0,-4-2 0,1-6 0</inkml:trace>
  <inkml:trace contextRef="#ctx0" brushRef="#br0">1960 6598 7990,'-7'-5'289,"3"-4"-327,-3 4 1,0-5 820,-5 6 1,-1 0-347,1 4 0,-6 7-423,-3 5 1,-2 2 90,-2 7 1,0-1-343,1 5 0,-1 4 37,0 0 0,4 1 35,1-1 1,4 2-6,0 2 0,3 1 90,5-5 1,3-4 237,5-5 1,1 0-102,3 0 0,3-2 336,6-5 0,0-1-145,4 1 0,-2-1-38,6 0 1,-5-3-223,5-1 0,1-1-93,7 1 1,-2 3-1091,7-3 1,-1 3 1194,4 2 0,6-1 0,1 1 0</inkml:trace>
  <inkml:trace contextRef="#ctx0" brushRef="#br0">2493 10182 8114,'-12'-5'0,"4"2"1473,0-5-469,5 0 30,-3 1-648,6 1 1,10 6-149,2 0 0,9 0-303,0 0 1,2 1 150,2 4 1,0-4 151,0 3 0,-1-2 0,1-2 0,-4 4-26,0 0 1,-6 1-189,1-1-24,-8-2 0,-2 9 0,-6-4 0</inkml:trace>
  <inkml:trace contextRef="#ctx0" brushRef="#br0">2543 10319 8114,'-12'0'-472,"-1"0"472,6 0 298,2 0 0,6 0 471,3 0 0,3 1-807,6 3 1,5-2 50,2 2 0,0 1-966,0-1 1,0 5 134,0-5 818,4 0 0,-5 1 0,6 2 0</inkml:trace>
  <inkml:trace contextRef="#ctx0" brushRef="#br0">1712 9959 10094,'0'-18'864,"-4"4"-1389,0-2 1,4 6 70,4 2 0,11 1 1672,2-1 0,0-2-501,4 6 1,0-2-706,4 2 0,-1 3-562,1-3 1,0 2-29,0 2 0,-2 0-817,-2 0 0,-2 2 673,-2 2 1,-8 3 721,4 5 0,-9 1 0,1-1 0</inkml:trace>
  <inkml:trace contextRef="#ctx0" brushRef="#br0">1799 9996 8174,'-7'13'-1052,"-4"-1"900,3 0 0,1 1 756,-2-1 1,5 6-137,-4 3 0,5 8 388,-1 4 0,-1 3-148,0 1 1,1 2-251,4 2 1,-4-1-1014,0 5 0,0-1 425,4 2 1,0-5-622,0-8 1,0-7 289,0-5-683,0-6 1144,0 3 0,5-11 0,2-1 0</inkml:trace>
  <inkml:trace contextRef="#ctx0" brushRef="#br0">1737 10492 8174,'0'-12'348,"0"0"1,0 3 558,0 1 0,0 4 210,0-4 0,5 4-519,4-5 0,7 5-474,5-4 1,-2 4 76,2-5 0,-1 5-1165,5-4 0,0 5 627,0-1 0,0 3-1367,-1 1 1,-6 7-254,-5 5 1957,-6 6 0,-7 12 0,0 2 0</inkml:trace>
  <inkml:trace contextRef="#ctx0" brushRef="#br0">1724 10753 8174,'9'4'0,"-1"0"0,-4 0 496,4-4 0,-4 0-64,5 0 0,-1 0-54,4 0 0,5-5-79,-1-4 0,7 3-911,-3-3 1,9 5 271,4-4 340,3 5 0,7-8 0,1 4 0</inkml:trace>
  <inkml:trace contextRef="#ctx0" brushRef="#br0">2680 13159 8187,'6'0'1349,"5"0"0,-4 0-760,6 0 1,-5 0-48,0 0 0,1 0-901,3 0 1,0-1 279,1-4 1,-1 4-1438,1-3 1,-5-2 822,0 2 0,-4 0-543,5 4 1236,-7-5 0,4 3 0,-6-3 0</inkml:trace>
  <inkml:trace contextRef="#ctx0" brushRef="#br0">2680 13208 12111,'17'0'391,"-1"0"-1067,4 0 0,-3 0-291,4 0 1,-2-1 617,2-3 1,1-2 348,-6-2 0,1-3 0,-5 4 0</inkml:trace>
  <inkml:trace contextRef="#ctx0" brushRef="#br0">1985 12799 10697,'1'-7'2292,"3"3"1,7 1-1996,6-1 0,9 2-21,-1-7 0,8 2-521,0-1 0,2-3 245,-2 3 0,2-2-1151,-1 2 0,-4-2-55,-1 6 0,-4 0-2478,-5 4 3684,-7 0 0,-2 6 0,-4 0 0</inkml:trace>
  <inkml:trace contextRef="#ctx0" brushRef="#br0">2134 12861 8187,'-6'25'-169,"1"0"253,-4 0 1,4 1 500,5 3 1,0 4-131,0 8 1,0 2 205,0 2 1,0 4-193,0-4 0,0 3-50,0 2 0,0-6-239,0-3 0,-4-6-179,0-2 0,0-10-627,4 2 1,0-4 495,0-1 0,1 0-1521,3-4 1,-3-2 233,4 3 1417,-4-4 0,-1 0 0,0-1 0</inkml:trace>
  <inkml:trace contextRef="#ctx0" brushRef="#br0">2072 13357 8187,'4'-8'259,"0"0"1,0 4 431,-4-5 1,4 5 318,0-4 0,6 4-411,-2-4 0,5 3-374,3-3 0,8 0-21,5-4 1,5-2-1066,-1-3 1,9 3 598,3-2 0,3 2 262,2 2 0,-1-1 0,1 1 0</inkml:trace>
  <inkml:trace contextRef="#ctx0" brushRef="#br0">13882 5966 8391,'7'-6'2680,"-2"5"-2292,-5-5 0,0 12-1,0 2 0,4 7 110,0 2 0,0 10-129,-4 2-180,0 6 0,0 3-81,0 3 1,-1 4-166,-3 4 1,1-1-1,-4-2-667,2-5 1,1-4 418,4-3 0,0-6 127,0-7 1,1-7-714,3-6 1,3-5-852,5 1 0,1-8 926,-1-4 817,1-9 0,-1-2 0,0-6 0</inkml:trace>
  <inkml:trace contextRef="#ctx0" brushRef="#br0">14130 6028 8187,'-13'-6'534,"1"5"1,5 1-265,3 8 0,3 4 436,1 5-396,0 8 1,0 2-54,0 6 0,0 6-42,0 6 0,0 4-180,0 0 0,0 1-248,0-1 0,0 5-1311,0 0 1,1-2-542,3-6 2065,-3-4 0,10-4 0,-4-1 0</inkml:trace>
  <inkml:trace contextRef="#ctx0" brushRef="#br0">13249 7466 8187,'-12'-12'972,"-1"-1"-362,1 1 1,-1 1-177,1 3 0,0-3-105,-1 2 1,5 4-69,0 1 0,-1 2-59,-3 2 0,4 0 166,-1 0-214,1 6 0,-4 6 92,-1 9 0,5 4-83,0 4 0,-1 2 5,-3 7 0,1-5-204,3 0 187,-3 0 1,9 3-268,-2-3 0,3-8 96,1-9 1,1-8-83,3-4 0,5-4 33,7-4 1,3-8-535,6-9 0,0-8 1,0-4-125,0-3 0,-5 3 363,1 0 0,-2 0 59,2-4 0,2 0 53,-2 0 0,-2-5-22,2 1 0,-6-7-43,2-2 0,-3-4 325,-2-4 1,-5 3 33,-3 6 1,2-4-36,-2 4 0,0-2 88,-4 9 1,-4 8 0,0 9 370,1 7 657,-4 10 41,6 2-783,-5 12 0,2 5 268,0 6-386,0 5 0,-1-3 177,1 6 0,-4 5-127,4 3 1,-4 7 54,4 1-215,-6 6 1,3-1 13,-5 7 0,3 0 37,1 5 1,1-6-1,-3 2 118,2-3 0,4-2-2538,-4 1 1,5-11 256,-1-6 1,4-7 832,4-5 1,-1-9 1125,5-8 0,2-7 0,6-1 0,4 0 0</inkml:trace>
  <inkml:trace contextRef="#ctx0" brushRef="#br0">13460 7491 8187,'-6'25'-1533,"5"-6"1226,-3-2 0,2-4 2626,2 0-1566,0-6 0,2-2 125,2-5 1,3-5-706,5-4 0,6-7 5,3-5 0,2-4-524,2-3 0,0 0 303,0-5 0,-6 7-358,-2 1 1,-4 0 319,0 4 0,-6-1-107,-3 2 0,-3 2-31,-1 5 0,-7 5 369,-5 0 1,-6 5 322,-7-1 1,2 3-251,2 1 0,-2 9 203,2 4 1,-5 9-85,1 2 1,-1 3-169,9 6 1,1-4 74,3 4 0,1-4-318,-1 4 1,7-6-386,1 2 1,4-7-545,1-1 0,6-6-694,2 2 0,4-5 1692,5-4 0,8-2 0,6-6 0</inkml:trace>
  <inkml:trace contextRef="#ctx0" brushRef="#br0">13869 7441 8187,'-18'24'999,"-1"-9"0,-2 14 164,1-8 0,3 2-531,-4 2 1,6 0-1,0-2 25,5-2 1,5-3-65,5-6-379,0-5 1,5-3-82,4-8 0,3-3-115,5-5 1,2-6 0,4-3-353,-2-2 0,1 2-42,-5 0 1,5 2-331,-2-2 1,-2-1 168,-1 6 0,1-5 172,-2 5 0,-1 3 364,-6 5 0,2 1-134,-3-1 0,-2 4 171,-2 8 1,-3 4-146,-1 9 0,0 6 263,0 6 0,0 5-57,0-1 0,-4 7 146,0 2-237,0 10 0,4-5-155,0 11 1,0-4 232,0 3 0,0 1 155,0 4 0,-6-7 47,-2-5 0,-3 0-85,-2-5 0,1 3 27,0 2 1,-2-6 94,-3-3 0,4-9 211,-4-7 0,3-7-191,2-10 1,-1-4-1,1-8 168,0-4 0,-1-9-465,1-3 0,-5-4 61,1-1 1,-1-1-616,5-3 0,-2 2 582,-3-6 0,2 6-793,-5 3 1,3 4 347,-4 8 1,5 1-1452,-5 3 1,7-3-2506,2 2 4327,0-2 0,5-7 0,-6-1 0</inkml:trace>
  <inkml:trace contextRef="#ctx0" brushRef="#br0">14502 7144 8187,'-6'-20'899,"-1"3"0,-5 10-331,0 3 1,-1 2-148,1 2 1,1 6 222,3 2 1,-3 8 104,2 5-398,4 3 1,-5 6 0,6 4-2,1 6-275,2 4 1,1 6-291,0 0 1,0-1-648,0 1 0,1-1 796,3 1-673,3-6 0,6-3 1,0-7-2483,4-6 1883,2-7 1338,12-8 0,-5-2 0,4-5 0</inkml:trace>
  <inkml:trace contextRef="#ctx0" brushRef="#br0">15011 6995 8187,'4'8'1052,"0"0"0,1 1-902,-1 3 1,3 6 109,6 3 1,-5 8 311,0 4 0,1 7-140,3 1 0,0 10-61,1-1 0,-5 2-173,0-2 1,-5-2-141,1-3 1,-8-2-185,-4-6 0,-3-1 170,-2-3 0,-3-8-543,-1-9 0,-5 1 260,2-5 0,0 2-453,0-10 0,3 0 295,-4-4 0,6-5-31,-1-3 0,2-5 195,1-3 0,1 1 279,0-6-66,5-5 0,-4-2-13,2-5 0,4 0 28,1-4 0,2 5 260,2 3 1,0 3-84,0 1 171,6 6 1,-2 2-18,8 9 0,-2 3 118,7 5 1,2 1-73,2 3 0,-2 7-188,2 6 1,-1 5-1,4-2-256,-4 4 0,2-4 59,-5 1 1,1 0-417,-2 4 0,-6-1-1499,3 1 0,-5 0 1928,0 0 0,3 5 0,-4 2 0</inkml:trace>
  <inkml:trace contextRef="#ctx0" brushRef="#br0">15370 7652 8187,'0'9'-279,"0"-1"1,0 0 1230,0 4 0,-4 1-315,0-1 0,0 5-478,4-1 1,-2 1 46,-2-5 1,3 2-1169,-3 3 0,-2-4 192,2 4 770,0-3 0,-1 4 0,-2 1 0</inkml:trace>
  <inkml:trace contextRef="#ctx0" brushRef="#br0">15618 7231 8187,'6'-7'3972,"5"1"-3044,5 6 1,6 0-338,-1 0 1,8 0-664,4 0 0,-1-1-149,1-3 0,0 2-39,4-2 0,-1-1-1608,-3 0 1,-8-3 391,-8 4 1476,-4-6 0,-6 4 0,-1-7 0</inkml:trace>
  <inkml:trace contextRef="#ctx0" brushRef="#br0">15866 7193 8187,'-12'20'0,"1"3"643,3-2 0,-2 8-161,6 4 1,-2-2 830,2 3 1,3-1-423,-3 4 0,2 4-133,2 0 1,0-3-1193,0-5 0,0-4 327,0 4 0,-4-6-412,0 2 1,0-7 410,4-1 0,0-6-1388,0 2 1,0-8-161,0 0-402,6-7 2058,-5 4 0,4-6 0,-5 0 0</inkml:trace>
  <inkml:trace contextRef="#ctx0" brushRef="#br0">15817 7541 8439,'7'0'2071,"4"0"1,-4-5-1535,5 1 0,6 0-152,3 4 1,-2-4-320,2 0 1,3-2 129,5 2 0,4 2-1510,-4-7 1,6 1 337,-2-4 976,-3-1 0,6 1 0,-4-1 0</inkml:trace>
  <inkml:trace contextRef="#ctx0" brushRef="#br0">16450 7057 10207,'4'8'1102,"0"0"0,4 1-676,-4 3 1,6 1 486,-2-1 1,5 6-262,3 3 1,-1 3-99,6 5 0,-6-1-537,2 5 0,1 0 85,-2 4 0,-5 5-1008,-7-1 1,-2 0 631,-2-4 1,-7 2-1415,-6 2 1,-5-1 771,-6 6 0,-7-6-372,-2 1 1,-3-2 1287,-1-2 0,0 0 0,0 0 0</inkml:trace>
  <inkml:trace contextRef="#ctx0" brushRef="#br0">18807 5916 6654,'0'7'594,"1"2"470,3-4-558,-3-1 0,6-4-203,-3 0 0,-1 0 24,5 0 0,1 0-224,3 0 0,2 0 84,2 0 1,0 0-130,4 0 1,5 0 155,4 0 0,7 0-171,1 0 1,2 0 23,6 0 1,1-2-69,3-2 0,2 3-162,3-3 1,3-2 127,5 2 1,1-4-70,3 4 1,2-5 78,-33 7 1,0 0 0,2 0 0,-1 0-99,34 2 1,-33 0-1,1 0 58,1 0 1,0 0 0,-1-2 0,0 0-190,1 0 0,1 0 0,-2 0 1,1 0 233,0 2 0,1 0 0,-1-1 0,0 0-68,4-1 0,1 0 0,-4 1 1,0-1 13,3-1 1,1-2-1,-3 2 1,0-1-40,1 0 1,-1 0 0,2-2-1,1 1 17,-1 1 1,1 0 0,-1 0 0,1 1 44,1-1 0,1 0 1,-2 0-1,0 1 70,-1-1 1,1-1-1,-1 0 1,0 1-81,1 2 1,-1 0 0,0-3-1,0 0 108,-2 1 1,0 0 0,2 0-1,-1 1-60,-3-1 0,0 0 1,1 1-1,0 1 54,0-2 0,-1 0 0,-3 2 0,-1 0-25,3-2 1,-1 0 0,30 0 26,-32-1 0,1 1 0,30 0-23,-31 0 0,0 0 0,30 0-12,1-4 1,-3 5 8,-1-1 1,0 2-213,0 2 1,-5-4 286,-3 0 0,-3 0-82,-2 4 1,1 0 4,0 0 0,-6 0 115,-3 0 1,2 0 178,-2 0 1,2 0 173,-2 0 1,-6 0-329,2 0 1,-8 0 462,0 0 0,-2-2-456,2-2 0,-7 3-17,3-3 1,-8 2 56,-1 2-621,4 0 0,-11 0 179,4 0 0,-9-1-2009,0-3 2249,-8 3 0,-3-5 0,-6 6 0</inkml:trace>
  <inkml:trace contextRef="#ctx0" brushRef="#br0">20754 5978 8187,'0'-12'1649,"0"-1"-525,0 1 859,0-1-861,0 6-806,0 2 0,0 16-189,0 5 1,4 8 78,0 5 1,5 8-233,-5 9 0,1 2 90,0 1 1,-4 1-297,3 0 1,-3 3 258,-1 1 1,0 4-943,0-4 1,-1-2 433,-3-6 0,3-5-1888,-4-8-191,4-3 1529,1-16 1031,0-14 0,-6-14 0,0-11 0</inkml:trace>
  <inkml:trace contextRef="#ctx0" brushRef="#br0">20717 6139 8187,'-25'17'-245,"0"-1"0,2 1 10,2-5 0,-1 2 473,6 2 1,0-2-446,8 3-901,3-3 1108,5-8 0,5 0 0,2-6 0</inkml:trace>
  <inkml:trace contextRef="#ctx0" brushRef="#br0">20717 6090 8187,'0'12'914,"1"-1"16,3-3 0,-1 3-329,6-2 0,0-3-511,8 3 0,2-5 12,6 4 1,5-5-1620,3 1 0,3-1 207,1 1 1310,0-3 0,1 10 0,-1-4 0</inkml:trace>
  <inkml:trace contextRef="#ctx0" brushRef="#br0">20109 7392 8187,'-7'0'2776,"2"1"-2521,5 3 0,0 3 538,0 6 0,0 0-218,0 4 1,0 6-575,0 6 1,0 6 61,0-2 0,0-1-1017,0 1 1,4-3 538,0-1 1,1-3-1202,0-14 786,-4 4 1,6-15-1191,-3 3 2020,-3-8 0,5-8 0,-6-8 0</inkml:trace>
  <inkml:trace contextRef="#ctx0" brushRef="#br0">20134 7193 8187,'0'-8'2042,"0"0"-1372,0 5 0,5-8-216,4 3 0,-2 2-14,1 2 0,2-1-1103,6 0 0,-2 1 663,2 4 0,4 0 0,-1 0 0</inkml:trace>
  <inkml:trace contextRef="#ctx0" brushRef="#br0">20345 7404 8187,'0'19'1120,"0"4"-643,0-7 1,0 2 471,0-1 1,0-4-337,0 4 0,0-3-184,0-2 0,0-4-184,0 1 1,1-7-255,3 2 1,3-2-432,6-2-32,-1 0 0,5-7-407,-1-5 0,1-2 501,-5-7 1,0 5-89,1-5 1,-2 6 21,-3-2 0,2 8 646,-6 0-216,6 7 1,-9-3 714,3 10 1,-3 6-237,-1 5 1,0 5 1,0-5 0,0 6-77,0-1 0,0-2 4,0 2 0,0-6-992,0 2 1,2-5 420,2-4 1,3-2-1158,5-6 1,-2-7 624,2-5 1,-2-6 708,7-7 0,2-5 0,0-2 0</inkml:trace>
  <inkml:trace contextRef="#ctx0" brushRef="#br0">20866 6983 8187,'8'0'932,"0"0"-255,1 0 0,2 5 210,-3 3 0,-1 6-307,-3 7 0,1 1-195,4 11 0,-2 0 202,-3 4 0,-1 4-106,5 1 0,-4 3-434,4-3 0,-5 2 79,1-7 1,-1 2-1189,1-11 0,-3 6 689,4-6 0,-4-4-979,-1-8 0,0-2-1786,0-1 1854,-6-6 1284,-6-2 0,-2-10 0,-4-2 0</inkml:trace>
  <inkml:trace contextRef="#ctx0" brushRef="#br0">20767 7255 9494,'-7'0'2861,"1"0"0,16 0-1869,2 0 1,9-1-656,0-3 0,3-2-465,5-2 1,-1-2-1187,5 6 0,-5-4 857,1 4 1,1-4-1841,-1 3 1,-3 1 357,-1 4 1939,-9 0 0,13 11 0,-9 3 0</inkml:trace>
  <inkml:trace contextRef="#ctx0" brushRef="#br0">21089 7367 8187,'-4'14'776,"0"2"0,-4-6 143,3 2-200,1-2 1018,4 2 0,6-3-811,2-1 0,7-5-458,2 1 0,5-7-773,-1-1 0,2-6 246,2 2 1,0-4-908,-1-5 1,3 2 680,2-6 0,-5 5-998,1-5 0,-1 5 469,-8-5 0,1 6 101,-5-2 0,-5 3-8,-3 2 670,-3 5 0,-10 2 571,-4 5 1,-7 0-383,-1 0 0,-2 1 708,-2 3 0,1 3-427,4 5 0,-2 2 475,5 3 1,-4 2-291,5 6 0,-5 0-62,5-1 1,3 5-541,5 0 1,5 0-437,-1-4 0,3 4-642,1 0 1,5-6 605,4-6 0,7-5-1246,5-3 0,2-5 1716,2-8 0,5-14 0,2-9 0</inkml:trace>
  <inkml:trace contextRef="#ctx0" brushRef="#br0">21747 7280 8187,'-13'0'2090,"1"0"-1620,-1 0 1,-3 6 2108,-1 2 1,-6 8-628,-2 5 0,0 3-1119,-4 0 0,5 1-442,3 0 1,4-2-147,9-2 0,3-3-1358,5-6 983,0-5 1,5-1-811,3-6 1,9-3 701,4-5 0,-2 0-1157,1-9 0,0 3 277,0 2 0,3 1 324,-7 3 1,2 2 416,-1 6 1,-4 0 115,4 0 0,-8 7 433,0 5 0,-2 12-201,1 9 0,2 5 569,-6 8 1,0 2-353,-4 14 1,4-3 491,0 8 1,0-5 89,-4-5 0,-4 0 16,0-3 0,-4-10-427,4-3 0,-6-8-99,2-8 1,-3-7-83,-2-6 1,1-5 66,-1-7 0,0 0-421,-4 0 1,2-5 185,-6-4 1,2-7-884,-2-5 1,-1-4-225,6-4 0,-5-2-421,4-6 1,1-6-158,4-3 1,0 2 833,4-1 0,4-2 136,8-7 1,9 7 549,7-2 1,8 6 154,1-2 0,5 5 0,-1-2 0,2 11 0,-2 6 0,1 1 540,-5 8 0,0 3-427,-4 5 1,-2 5 1664,-2-1 0,-3 8-701,-6 5 0,1 2 340,-1 1 1,2 5-721,3-1 0,-4 1-87,4-5 0,1 0-322,-2 1 1,6-6-627,-1-3 1,3-3-885,0-1 1,1-9 845,0-4 1,0-9-1052,0-3 0,-2-1 564,-2-7 0,-5 6 351,-7-2 0,-4 7 267,-5 1 0,-1 6 336,-3-2 0,-5 8-117,-7 0 1,1 6 815,-6-1 0,2 10 56,-2 6 1,-3 6 670,4 7 0,-2 5 210,1 3 0,3 3-868,6 1 0,-5 1-370,1-1 1,1-4-185,6 0 1,2-5-1979,3 0 1417,3-1 1,1-9-80,8-6 1,3-8-502,2-12 1,3-2-1178,1-10 1,3-1-497,-3-4 1,5-4 475,-1 0 2033,-4 0 0,7-1 0,-5-2 0</inkml:trace>
  <inkml:trace contextRef="#ctx0" brushRef="#br0">22317 7330 8187,'13'1'395,"-1"3"1,0 5 602,1 7 1,-1 5 123,1 8 1,-5 2-490,0 7 0,-1 3 214,1 0 1,-1 1-337,-3-5 1,-1-4-603,5 0 0,-5-11 39,1-1 248,3-12 0,-4-5-100,5-8 0,-4-8-26,5-9 1,-1-2-452,4-2 0,5-5 277,-1-3 1,6-3-1144,-1-1 1,7-2 659,1-2 1,5 6-735,-1-2 1,3 4 635,1 0 0,0 7 685,1 5 0,-7 6 0,0-3 0</inkml:trace>
  <inkml:trace contextRef="#ctx0" brushRef="#br0">25989 5891 7715,'-12'-5'466,"5"-2"0,7 0-87,8 3 1,9 2 117,3 2 0,11 0-137,6 0 1,6 6 72,6 2 0,9-2-491,8-2 1,-30-3-1,1-1 216,8 0 1,1 0-1,0 0 1,-1 0-319,7 1 1,0-2 0,1-3 0,0-2 264,0 1 0,1-2 0,3-1 1,-1 0-170,4-1 1,0 1 0,-2 1 0,0-1 77,4-3 1,0 1 0,-1 2 0,-1 1-152,2-1 1,1-1-1,-1 3 1,0 0 72,0 2 1,0 0-1,-3 1 1,0 0-81,-1 3 1,0 0 0,-4 0 0,-1 0 85,-1 0 1,0 0 0,-2 0 0,0 0 49,0 0 0,0 0 0,-3 0 0,-1-1-110,0-1 1,-1 0 0,-3 1 0,-1-1 139,-1-2 1,-1 0-1,-1 0 1,1-1-167,1 0 1,-2-2 0,29-5 173,-1-1 0,-11 2-430,-1 3 0,-9-3 473,-3 3 0,-11-2-883,-6 2 0,-6-2 914,-6 6 1,-6-2-891,-3 2 1,-4 3 505,-4-3 280,-14-3 0,-14 0 0,-12-5 0</inkml:trace>
  <inkml:trace contextRef="#ctx0" brushRef="#br0">27912 5978 7715,'-7'0'1321,"-4"0"1,10 1-893,-3 3 0,2 13 348,2 8 0,-4 12-325,0 0 1,0 10 162,4 3 1,-2-1-210,-2 5 0,3-4-366,-3-5 1,2-6-789,2-6 0,6-11 544,2-2 1,7-6-1044,2-5 1,9-5 598,-1-8 0,8-5-831,0-7 1,2-4 1478,-2-4 0,-3-7 0,-5 0 0</inkml:trace>
  <inkml:trace contextRef="#ctx0" brushRef="#br0">28247 6090 8776,'0'-7'1281,"0"1"0,-4 9-622,0 5 1,0 3-208,4 14 0,0-2-59,0 11 1,0-1-1010,0 4 0,5 1 437,3 4 0,3-2-3214,2 5 3152,-1 1 1,1 3-1,-1 1 1</inkml:trace>
  <inkml:trace contextRef="#ctx0" brushRef="#br0">27019 7503 7715,'-13'-12'270,"1"0"1,-4-1-41,-1 1 1,-1 4 257,2-1 1,2 7-92,-3-3 0,-1 4 59,2 1 0,1 7-91,6 5 0,-2 12 136,3 9 0,3 4-90,0 4 0,0 3-85,1 6 0,0-4-488,4-1 1,0-6 185,0-2-168,0-11 1,5-14 184,3-7 1,5-11-301,3-6 1,5-13 112,8-12 0,-1-6-847,5-7 0,-6 1 182,2-1 0,-3 0 405,-1 1 1,-4-2 25,-1-3 0,-4 2 182,0-6 0,-2 1-13,-2-1 1,-5-1-1,-3 5 1,-2 2 11,-2 7 1,0 7 1139,0 9 0,-4 5 1395,-1 3-845,1 9-766,4 6 0,0 16-483,0 2 0,-4 14-44,0 3 0,-4 7 331,4 5 1,-6 5-160,2 8 0,-3 2-377,-2 6 1,1 0 118,0 0 0,-1 2-353,1 2 1,1-7-326,2 3 0,4-12-655,5-1 1,0-12-539,0 1 1,5-16 902,4-6 1,6-8-431,1-8 1286,6-5 0,-8-2 0,4-5 0</inkml:trace>
  <inkml:trace contextRef="#ctx0" brushRef="#br0">27267 7578 7715,'0'12'1576,"-1"1"-1091,-4-1 1,4 0 460,-3 1 0,3-1-437,1 1 1,0-1 1458,0 0-1407,0-5 0,9-1-232,4-6 1,7-3-186,1-5 0,2-2-135,2-10 0,4-5-469,0-4 0,4-4 350,-4 4 1,-1-4-243,-8 4 1,2 1-157,-5 8 201,-6-4 1,-7 12 1,-8-1 1,-8 6 275,-9 7 0,-4 7 107,-4 6 0,3 6 179,-3 10 0,3 1-81,1 3 0,6 2-85,2-6 1,3 1-386,2-1 1,5 1 138,3 3 0,3-6-686,1-7 1,1-5 362,3 2 1,7-5-527,6-3 1,6-5 225,2-8 1,5-9-21,7-8 1,5-3 797,-1-5 0,1 1 0,-5-5 0,0 1 0,0-1 0,-6 4 0,-7 9 0,-4 2 633,-8 5 0,-5 8-422,-3 5 0,-9 8 1499,-8 13 1,-5 5-46,-7 11 0,1 6-937,-1 2 0,-3 2-164,3-1 0,-1-5-169,10-8 0,-1-3-213,5-5 0,5-10 16,3-2 0,4-9-258,4 0 1,4-9 107,9-8 1,2-5-316,6-7 1,0-5 45,-1-3 0,1 1-236,0-1 1,-2 10-246,-2-2 1,1 9 297,-5-1 0,1 3 2,-2 2 0,-2 5 67,2 3 0,-6 13 251,-2 8 1,-3 6-74,3 6 0,-4 4 113,4 9 0,-4 2 63,5 5 0,-5 7-23,4 1 1,-5 3 712,1-2 0,-4 1-356,-4-5 1,0-1 437,-9-3 1,4-10-291,-8-3 0,-2-9-162,-2-3 1,2-6-130,-2-7 1,2-5-170,-2-3 1,-2-4 50,2-4 0,-2-8 129,-2-9 0,0-4-539,0-4 1,0 0 238,1-8 1,-1 4-591,0-4 1,10 5 285,2 7 1,9 1-793,0-1 0,8 0 530,4 0 0,13-1-130,4-3 0,12 1 15,0-5 0,9 2-173,-1-2 0,4-3-1619,0 3 2552,1-3 0,-5-4 0,1 0 0,1 0 0,1-4 0,2-3 0</inkml:trace>
  <inkml:trace contextRef="#ctx0" brushRef="#br0">28297 7392 7715,'12'-13'195,"0"1"0,-3 1 854,-1 3 65,-5 2 0,1 6-495,-8 0 0,1 6 132,-5 2 1,4 9-300,-5 3 1,2 8 542,-1 1 1,-3 5-474,3-1 1,2 3-29,2 1 1,3 2-151,1 2 1,0 2-249,0 2 0,0 2-1116,0-5 0,0 3 695,0-4 0,0 3-1730,0-6 0,5 0 949,4-9 0,7-7-1822,5-9 2928,2-6 0,8-13 0,0-1 0</inkml:trace>
  <inkml:trace contextRef="#ctx0" brushRef="#br0">28855 8260 8108,'-18'18'882,"4"0"384,-2 2-422,2-2 336,1-11 1,7-3-547,1-8 0,4-3-336,1-5 1,0-5-101,0 1 1,0-10-260,0 1 1,1-5-63,4-3 1,-3-1-65,7-7 1,-5-3 98,4-1 0,-5-11-314,1-6 1,1-6 111,-3 29 1,1-1 0,1-3 0,1-1-127,-1-3 0,0-1 0,2-1 0,-1 0 195,1-1 1,1 1 0,-1 7-1,2 1 16,0 3 0,0 2 0,7-18 193,6 13 0,-4 13 154,3 12 1,-6 9 216,-2 7 1,-1 7-178,-6 9 0,-1 2 258,-4 3 0,0 2-378,0-2 1,-6 6 544,-2 2 1,-3 6-632,-1-2 0,-1-3 48,1-1 1,5-3-99,3-1 0,2-1 32,2-4 0,0 0 46,0-4 1,3-2 33,5 2 0,2-3-29,11-5 1,-2 3-177,2-3 1,2-1 107,-2 2 0,1-1 44,-2 4 1,-2 1-6,-5-1 0,-6 0 109,-3 1 0,-4 3 54,-4 1 0,-5-1 140,-7-3 1,-9-1-243,-8 1 1,1-1 18,-1 0 0,6-5-1135,-2-3 0,3 2 543,1-2 1,5 0-1290,4-4 934,2-5 887,7-2 0,2-11 0,5-1 0</inkml:trace>
  <inkml:trace contextRef="#ctx0" brushRef="#br0">29190 7603 7715,'8'0'1547,"0"0"0,-3 0-642,3 0 1,-4 0-416,4 0 0,-4 0-347,5 0 1,-5 0 301,4 0-1280,-5 0 737,8 5 1,-10 2-482,3 5 1,2 1 293,-2-1 285,0 1 0,-4-1 0,0 0 0</inkml:trace>
  <inkml:trace contextRef="#ctx0" brushRef="#br0">29202 7627 7715,'7'0'1752,"0"0"-595,-3 0-799,-2 0 1,4 5 165,-1-1 0,-4 5-77,3 0 1,-3 3-106,-1 5 1,0-4-406,0 4 0,0 1 129,0-2 0,5 5-552,-1-4 1,0-1 355,-4-4 1,0 1-1835,0-1 875,0 1-437,-6-1 881,5 0 0,-6-5 645,3-2 0,3-4 0,-5-1 0</inkml:trace>
  <inkml:trace contextRef="#ctx0" brushRef="#br0">29599 7082 7715,'-1'-11'2330,"-3"2"796,2-2-2124,2 10 0,13-9-248,7 6 0,4 0-55,1 4 0,5 0-276,3 0 1,4 0-962,5 0 0,-2 0 397,5 0 1,-5 0-1393,1 0 0,-2-4 937,-2 0 0,-6 0-1708,-7 4 1,-4 0 2303,-8 0 0,-5-6 0,-2-1 0</inkml:trace>
  <inkml:trace contextRef="#ctx0" brushRef="#br0">29785 7206 7715,'-25'18'1288,"5"2"-589,-1 9 1,10-1 380,-1 5 1,2 1-20,-2 8 0,5 0-530,3 4 0,-2-2 208,2-3 1,0-3-265,4-1 0,0-1-1000,0-7 1,1-1 374,3-3 0,-2-5-951,2-4 0,1-2-1063,0-2-1357,4-5 2650,-2-1 1,1-6 870,1 0 0,-7-6 0,4-1 0</inkml:trace>
  <inkml:trace contextRef="#ctx0" brushRef="#br0">29785 7417 7715,'0'6'3774,"0"0"-2207,0-6 0,2 0-760,2 0 0,4 0 78,9 0 1,2 0-757,6 0 1,1 0-622,3 0 0,4-4-1777,8 0 0,-1-10 1257,6 2 0,-5-4 1012,5 4 0,-6 0 0,2-1 0</inkml:trace>
  <inkml:trace contextRef="#ctx0" brushRef="#br0">30530 6933 7715,'12'-7'0,"2"-4"0,2 3 0,0 2 757,4 2 0,-1 3 91,2 1 0,3 0 277,-4 0 1,4 5-265,1 3 0,-2 9-389,-2 4 1,1 2-113,-6 2 1,5 7-119,-5 5 0,0 6-140,-8 6 0,-3 1-8,-5-1 1,-1 6-43,-3 3 0,-3 2-334,-5-2 1,-5-3-436,0-6 0,-6 1-179,-2-1 1,0 0-2131,-4-4 3026,-2-2 0,5-3 0,-6 0 0,0-3 0,-1-1 0,0-3 0</inkml:trace>
  <inkml:trace contextRef="#ctx0" brushRef="#br0">9986 10182 7626,'-12'13'1661,"5"-6"-1139,-4 4 1,11-10 593,0 3 0,7-1-514,9 1 1,9-3-53,8 4 1,9 0-151,3-1 0,5 0 24,4-4 0,3-4-767,10 0 0,-4-6 362,3 2 0,-4-1-853,-4 0 0,1 0 461,-5 4 0,-3-3-1299,-10 4 0,-1 0 712,-11 4 0,-5 0-838,-8 0 1798,-7 5 0,2 2 0,-4 6 0</inkml:trace>
  <inkml:trace contextRef="#ctx0" brushRef="#br0">10073 10641 7626,'6'13'428,"2"-1"0,8-1-214,5-3 0,15-2 1009,9-6 0,11-2-555,10-2 0,3-4-863,-32 0 1,0 0-1,-2-2 1,-1 0 291,-1-2 1,0-1 0,29-11-338,-4-1 0,-8 0-1493,-9 0 0,-9 5 1733,-7-1 0,-6 0 0,-7-4 0</inkml:trace>
  <inkml:trace contextRef="#ctx0" brushRef="#br0">10669 9971 7626,'12'-5'0,"0"4"774,1-4 1,5 0-104,2 1 0,5 1 57,4 7 1,7 3-293,5 5 0,1 2-133,-5 3 0,4 2-173,1 6 1,-2 5 58,-7 3 0,-4-1-357,-9 1 1,-3 4 201,-9 5 1,-2 7-420,-6-3 1,-11 6 155,-6-2 0,-10-2-155,-7 2 0,-1-2 450,-3-7 1,5-1-75,0-7 0,6-4-427,-2-8 0,0-1 181,4-7 1,-1 1-2229,9-10 2482,-5 0 0,3-4 0,-6 0 0</inkml:trace>
  <inkml:trace contextRef="#ctx0" brushRef="#br0">12902 10802 7626,'0'-20'0,"0"-1"0,0 0 405,0-3 1,-5 0-73,1 4 0,-5-3 207,0 7 1,-6-1-133,-1 5 0,-1 1-56,5 3 0,-5 2-190,1 6 0,1 7 51,6 5 0,-5 12-66,6 9 1,-6 4 41,6 5 0,1 6 19,-1 6 1,4-2-20,-4-7 0,5-2-245,-1-6 26,2-5 0,4-4-207,2-12 1,3-6-606,5-14 661,6-9 0,1-7 0,6-9-369,0-4 1,0-9 30,0-3 112,-1-4 1,1 0 0,0-1-262,0 1 0,-5-2-829,1-3 1603,-6-3 0,6-5 0,-7 0-10,-3 0 1,-7 0 514,0 0-502,-3 6 1,-1-3-1,-1 6 297,-3 5 1,3 11-8,-4 12 205,-1 6 1,4 9 86,-2 6 1,3 7-162,1 13-189,0 9 1,-4 11 0,-1 7 166,3 1 1,-4 5-31,2 5 1,-6 11 196,2 1 0,-3 0-821,-1 0 1,-1 3 162,7-34 0,0 0 0,0 2 0,-1-1-236,1 2 1,0-1 0,-6 32-341,-1-3 1,6-14-601,3-6 1,3-8-538,1-5 0,3-13 879,5-12 0,1-5-397,12-3 1214,-6-11 0,14-3 0,-3-11 0</inkml:trace>
  <inkml:trace contextRef="#ctx0" brushRef="#br0">13137 10790 7626,'0'18'0,"0"-4"588,0 2 0,0-2-187,0-2 0,0 5 637,0 0 0,2-2-463,2-7 1,3 2-54,5-6 1,6 0-158,3-4 0,4-10-296,3-2 0,0-13-613,5 0 0,-5-6 425,1 2 0,-3-4-297,-1 4 0,-2 0 247,-2 4 1,-9 6-224,-8 2 0,-2 3 80,-2 2 0,-3 5 367,-5 3 1,-2 2-95,-11 2 1,1 7 235,-5 6 1,0 0 413,0 8 1,2 0-317,2 4 1,-1-1 48,5 1 0,-3 3-70,3-3 1,2 6-961,7-6 1,2 1 427,6-5 1,0 1-1094,0-5 0,7-2 594,6-7 0,9-8-129,7-8 0,4-9 886,-4-4 0,5-7 0,-1-6 0,3 3 0,1-2 0,-1 1 0,-3-1 0,-3 8 0,-5 9 0,-5 7 0,-4 5 0,-8 6 382,-3 6 1,-10 11 16,-3 14 1,-3 3 848,-1 1 1,-1 0-406,1 1 1,-1-3-120,1-1 0,4-4 9,0-5-508,5-6 0,-1-2-88,8-9 0,4-8 64,9-8 1,-2-9-392,5-4 1,2-2 200,7-2 1,-2-4-392,2 0 0,-5 2-75,-3 6 0,2 4-238,-2 9 1,-2 3 355,2 5 1,-4 7 59,3 5 1,-3 11 326,4 10 1,-5 9-117,5 3 1,-2 5 176,2 4 1,-3-3-166,-6 2 0,-1 0 158,-3 0 0,-2-2 440,-6 3 1,-3-8-273,-5-5 1,-6-2 515,-11-2 1,0-6-341,1-2 1,-3-8 6,-1-4 1,0-8-117,-5 0 1,5-7-261,-1 2 1,2-9-104,-2-7 0,3-4-81,-3-8 0,3 0-179,1-9 1,1 0-344,4-4 1,-2-5-592,5 1 1,5 0 544,3 4 0,7-1-45,-3 1 1,11-3 312,6 3 1,12-2-1370,9 10 1515,3-5 0,6 2 0,3-5 1</inkml:trace>
  <inkml:trace contextRef="#ctx0" brushRef="#br0">14589 10616 7626,'-25'-5'0,"4"-1"394,1-2 0,-1-2 140,-4 6 0,0 0 381,0 4 0,1 7-19,-1 5 1,0 8-413,0 9 0,0 5 123,1 12 0,6-1-230,5 9 0,6 1-413,7-1 1,2 1-356,2-1 1,8-9-542,9 1 0,4-12-346,4-5 1,-2-4 617,6-5 1,0-3 659,5-9 0,-2-1 0,-1-8 0,3-5 0,2-1 0</inkml:trace>
  <inkml:trace contextRef="#ctx0" brushRef="#br0">14812 11795 7626,'-4'19'0,"0"-3"1313,-6-2 0,5-5 430,-4-1-1020,4-5 1,1-5-472,0-10 0,-1-6-293,5-7 1,0-4 48,0 0 1,0-7 158,0-1 1,0-4-458,0-5 0,0-3 239,0-1 1,5-6-538,-1-11 1,0 31 0,1-1 399,-1-2 1,1 0 0,0-3 0,1 1-183,0 2 1,0 0-1,0-3 1,0 1 341,0 1 1,1 1-1,1 1 1,2 1 324,10-30 0,4 10 298,1 15 0,-2 9-19,-2 17-378,2-1 0,-10 21-21,-1 0 1,-5 6-108,-7 2 0,0 5-259,0-1 1,-1 7 293,-4-3 1,-6 4-306,-5 0 0,-2 1 28,1 0 0,4-2 48,-4-2 1,7 1 2,2-5 1,5-1-188,-1-3 0,3-1 98,1 0 1,1 1-1,3-1 1,3 1 81,6-1 0,0-4 8,4 1 1,-3-1 283,2 4 0,-2-3-132,-1-1 0,-5 0 384,0 4 1,-5 1-237,1-1 0,-3 1 32,-1-1 0,-5 1-16,-3-1 0,-8 0-465,0 1 1,-1-2-324,5-3 0,-1 2-619,1-6 1,0 0 1210,-1-4 0,1 0 0,-1 0 0</inkml:trace>
  <inkml:trace contextRef="#ctx0" brushRef="#br0">15283 11075 7626,'2'9'828,"2"-1"1,-3-4-319,3 4 0,-2-4 211,-2 5 0,0-1-389,0 4 1,-2 5-183,-2-1 0,-3 2-981,-5-1 0,-2 2 556,-2 6 0,2-2-2160,-3-2 2435,4 2 0,0-3 0,1 5 0</inkml:trace>
  <inkml:trace contextRef="#ctx0" brushRef="#br0">15507 10579 7626,'8'0'1215,"0"0"0,-4 0-648,5 0 1,0 0-217,8 0 1,-1 0 805,9 0 1,0 0-524,12 0 0,3-5-346,10-4 1,-1-2-540,1-1 0,-4-5-527,-1 1 1,-6-1-3195,-2 5 2127,-5 0 312,-13 5 1533,-18 7 0,-9 7 0,-17 5 0</inkml:trace>
  <inkml:trace contextRef="#ctx0" brushRef="#br0">15829 10629 7626,'-7'18'826,"0"-4"-462,3 2 0,3 5 488,-3 4 0,2 1-381,2 7 0,5 1 452,-1 8 0,1-2-409,-1 5 0,-2-4-1,2 5 0,-3-8-369,-1 0 1,0-3-462,0-6 0,0-1-961,0-7 0,0-3 415,0-6-976,0-5 1,2-2 126,2-5 1712,-3-5 0,10-8 0,-4-6 0</inkml:trace>
  <inkml:trace contextRef="#ctx0" brushRef="#br0">15829 11013 7657,'0'-7'1620,"6"-2"-664,2 5 1,0-1-429,5 5 1,-2-4-36,9 0 1,2-4-405,7 4 1,-1-6-502,5 2 1,0-3-1327,4-2 1,-1 0 437,-3-4 1300,3-2 0,-4-6 0,5 0 0</inkml:trace>
  <inkml:trace contextRef="#ctx0" brushRef="#br0">16363 10517 7657,'8'-12'0,"0"-1"0,-4 5 811,5 0 1,-1 1 12,4-1 0,1-2 134,-1 6 0,1 0-384,-1 4 1,2 1-180,2 3 0,-2 3 56,3 6 1,1 0-105,-2 4 1,1 4-309,-5 8 1,5 2 46,-1 6 0,-4 1-204,-3-1 0,-7 4-28,3 1 0,-4 4-269,-1 0 1,-3-2-146,-5 1 1,0-5 235,-9 2 1,-2 0-916,-2 0 1,-2-6 573,-2-7 1,0-3-594,0-1 0,-4-2 189,0-2 1069,1-3 0,-3-6 0,-1 0 0</inkml:trace>
  <inkml:trace contextRef="#ctx0" brushRef="#br0">17653 9761 7657,'7'-13'570,"2"1"-227,-4-1 612,4 1 0,-2 8-398,5 8 1,-3 10 378,-1 15 0,-1 8-325,1 8 0,2 9-88,-6 4 1,4 8-372,-5-31 1,-2 0 0,2 6 0,-2 0 45,0 0 0,-2 0 1,1 4-1,0-1-112,1-3 0,-2 0 0,1 2 0,-1 0 22,-1 0 0,0 1 0,1 2 0,-1 1-261,-2-1 1,0-1-1,2 3 1,1-1-122,-1-3 0,0-1 1,-1 1-1,1 0-112,0 4 1,-1-1-1,-1 0 1,0 0 87,2 1 0,0-1 0,-2-2 0,0-2-57,2-1 0,0-1 0,-3-3 0,1 0-432,2-1 0,0 0 0,0 0 0,0-2 77,2 27 0,0-10-445,0-14 1,1-14 1154,4-11 0,0-2 0,3-7 0,-2 0 0</inkml:trace>
  <inkml:trace contextRef="#ctx0" brushRef="#br0">18571 10728 7626,'-6'-19'0,"1"-1"399,-3 4 1,-3 1 36,2-6 1,-2 2 166,-1-2 1,-1-1 72,1 6 1,0 3-255,-1 5 0,-3 1-86,-1-1 0,-4 5-112,5 11 0,-6 3 209,1 14 1,-2 3-113,-2 9 1,4 6 155,1 2 1,4 7-92,0 2 0,2-2-129,2-6 0,5-5-190,3-8 1,2-8-129,2-8 0,3-9-121,5-4 1,6-9 197,11-8 0,1-10-523,3-10 1,3-9 286,5-3 0,0-5-878,0-3 1,1 2 565,-1-3 1,-1-1 125,-3 1 1,-3-5 5,-5 1 1,-4 1 132,-1-1 0,-5 1 193,2-5 0,-7 5-115,-2 3 0,-5 3-17,1 2 1,-3-4 16,-1 4 0,1 7 182,4 13 1,-4 9 338,3 3-1,-2 9 0,-2 4-7,0 8 0,0 8-156,0 9 1,-5 4 714,1 4 0,-4 8-524,4 8 0,-6 4 258,2 0 1,1 5-390,-1 0 1,4 5-7,-5-1 0,2 4-362,-1 4 0,-3-3-438,3 4 1,1-5-756,-1-4 0,5-3 700,-1-6 1,2-7-254,2-9 1,2-9 365,2-11 1,3-6-779,5-3 1298,1-8 0,-1-3 0,0-6 0</inkml:trace>
  <inkml:trace contextRef="#ctx0" brushRef="#br0">18856 10740 7626,'0'25'-341,"0"-5"239,0-4 0,0-2 1295,0-2 0,6-3-265,2-1 0,3-5-39,1 1 1,2-4-396,3-4 0,3-9-164,9-8 0,-2-3-645,1-5 1,-1 1 263,-3-5 1,1 4-60,0-4 1,-6 6 142,-2-2 0,-5 4-253,-3 4 0,-4 3 104,-5 6 1,-11 5 212,-5 3 0,-7 5 215,-1 7 1,-7 6-146,-2 11 0,-1 5-92,1 3 0,2 3 57,7 1 0,0 1-394,3-1 1,8-5 202,4-4 0,8-1-1185,1-3 1,6 0 206,6-3 0,10-9-127,3-8 1,12-3 568,0-1 0,9-11 595,-1-5 0,3-12 0,2-5 0,0-8-247,-1-5 0,4 0 247,-4 0 0,-5 9 0,-15 8 0,-7 8 424,-13 5 1,-5 8 360,-8 3 1,-9 15 689,-7 7 0,-4 10-411,-1 6 1,5 3-571,-1 1 0,6 0-2,-2 1 0,8-7-118,0-2 0,7 0-377,-2-4 1,4-4 323,4-13 1,4-3-346,8-5 1,2-1-56,3-3 1,3-4-35,-4-9 0,4-2-348,0-6 1,1 2 208,0 2 1,-4 3-128,-1 6 1,-3 5 132,4 3 0,-6 4 155,1 4 0,2 8-52,-1 9 1,-1 13 131,-3 8 1,-1 6 34,1 6 1,-5-2-6,0 6 1,-5-2 94,1 2 1,-3-3-88,-1-5 1,-1-10 651,-3-3 0,-3-8-294,-5 0 1,-5-12 259,0-5 0,-5-8-221,2 0 0,-4-2-335,-1-2 0,1 0-246,-1 0 0,0-6-217,0-2 0,-4-3-172,0-2 1,0-5 256,5-2 0,-5-4-1173,0 0 0,-6-3 654,2-2 1,3 2-384,1-6 0,8 5 162,5-1 1029,2 3 0,1 1 0,1 1 0</inkml:trace>
  <inkml:trace contextRef="#ctx0" brushRef="#br0">22180 10403 15683,'4'-2'454,"19"-6"451,6-4 0,8-1-820,9 1 0,6-2 6,2-2 1,5 0-668,-1-4 1,-4 5 476,-5-2 0,-10 3-1289,-10 2 0,-4 5-1470,-5 3-1116,-7 3 3974,-8 1 0,-16 5 0,-3 2 0</inkml:trace>
  <inkml:trace contextRef="#ctx0" brushRef="#br0">22479 10393 7626,'-10'26'166,"-3"3"1,5-3 291,-4 3 0,-1 3 815,5 1 0,1 9-604,-1 3 1,5 7 1084,-1 2 0,3 4-1035,1-4 0,0 4 21,0-5 0,0-4-319,0-8 0,5-5-535,3-7 1,2-5 114,-2-7 0,3-9 148,-2 1 0,2-7 52,1-2 0,-1-1 0,-3-3 0,2-3 83,-6-5-223,0-1 0,-4-5 1,0-1-1</inkml:trace>
  <inkml:trace contextRef="#ctx0" brushRef="#br0">22404 10778 8801,'13'0'39,"-1"0"0,2 0 2003,2 0 1,5-2-885,8-2 0,3 1-479,5-5 1,1 4-1166,4-4 0,0-5 336,4-3 0,-3-5-1951,-6 5 1,-3-2 2100,-5 1 0,6-2 0,-9-6 0</inkml:trace>
  <inkml:trace contextRef="#ctx0" brushRef="#br0">23508 10182 7660,'25'13'185,"-4"-2"139,-1-3 1,0 7 206,0-2 0,4 11-181,-4 1 0,0 10 911,0 2 1,-4 7-596,0 10 0,-3 2-167,-5 6 1,-5 2-12,-12 2 1,-2-1-864,0-30 0,-3 0 0,3-1 0,-1 1-15,-4 0 1,-1 0 0,-1-1 0,-1-1-147,-1-1 1,-2-1 0,-1-2-1,-2-1-359,1 2 0,-2-2 0,-23 19 377,22-24 0,0 0 0,-25 17-469,-2-3 987,23-18 0,0-1 0,-1 0 0,-1 0 0,-2-1 0,0-1 0,-1-1 0,0-1 0,0-1 0,-1 0 0,0-1 0</inkml:trace>
  <inkml:trace contextRef="#ctx0" brushRef="#br1">20518 10368 8190,'-12'-16'0,"0"-1"0,3 1 1354,1 3-401,5 1-263,-8 5 1,4 13-216,-5 10 1,1 9 146,3 8 1,-3 1-45,2 12 1,-6 5-30,-1 7 1,-1 1-605,5-1 0,-1 7 316,1-3 0,0 2-646,-1-2 1,6-5 306,3-3 1,3-7-1060,1-2 1,5-5 604,4 1 1,2-8-808,1-4 1,2-4 314,2-4 1,2-3 202,3-6 0,2-5 88,-2-3 733,-3-13 0,5 6 0,-3-8 0</inkml:trace>
  <inkml:trace contextRef="#ctx0" brushRef="#br1">20928 10530 7847,'-7'5'495,"1"2"97,6 5 1,0 6 348,0 3 1,-4 4-401,0 4 1,0 8-155,4 8 0,-1 4-134,-3 0 1,-2 1-204,-2-1 0,-5 1 116,1 0 1,0-6-565,-5-3 0,3-9 201,2-7 1,-5-7-94,1-10 1,-5-3 106,5-5 1,-5-5-19,4-3 0,-3-8 31,3 0 0,-4-6 16,5 1 1,-1-2-162,5-2 1,4 0 134,-1 0 1,5 5-3,-4-1 1,5 6 146,-1-2 0,3 3 135,1 2 1,5 1 280,3 3 1,8 2-217,0 6 0,6 0 191,-1 0 0,2 0-96,2 0 0,1 6-336,3 2 0,-3 7 140,3 2 0,-2-1-197,-3-3 1,1-1-287,0 0 1,0 5-414,0 0 0,-2 3-396,-2-3 0,-5 5 1228,-7-2 0,7 4 0,-2 1 0</inkml:trace>
  <inkml:trace contextRef="#ctx0" brushRef="#br1">21362 11100 7775,'8'0'0,"1"0"0,-5 0 672,4 0 0,-4 4-170,4 0 1,-5 6-23,1-2 1,-2 3-209,-2 2 0,0 5-55,0 2 0,-10 4-1041,-2 1 0,-9 5 488,0 3 1,-4 3-1746,-3 1 2081,-4 0 0,-5 6 0,-1 1 0</inkml:trace>
  <inkml:trace contextRef="#ctx0" brushRef="#br2">1126 14051 7869,'12'0'0,"5"0"0,-1 0 0,6 0 631,-1 0 1,8 0-304,4 0 1,2 1-273,3 3 1,8 3-344,4 6 1,3-1-124,1 0 0,8 1 276,-28-7 1,2 0 0,3 0 0,0 1 62,2-1 1,1 0 0,3-2 0,2-1-231,2-1 0,1 0 0,6-1 1,2-1 175,3 0 1,2 0 0,6 0 0,2 0-120,-1 0 0,0 0 1,-22 0-1,0 0 1,0-1-149,22-1 0,1 0 1,-22 0-1,0 0 1,1-1 433,2-1 0,0 0 0,1 0 0,4-1 0,0 1 0,1 0 52,-1 0 1,1 0 0,0 0 0,2 0 0,1 0 0,-1-1-58,-1 1 0,0 0 1,1 0-1,1 0 1,2 0-1,0 0-238,3 0 1,2-1 0,0 1 0,-16 1 0,1 0 0,0 0 0,0 0 235,1 0 0,-1 0 0,1-1 0,0 2 0,1-1 0,0 1 0,0 0 0,0 0-225,-2 0 0,1 0 1,-1 0-1,1 0 1,1 1-1,1 0 1,0 0-1,0 0 204,2-1 0,1 0 1,0 0-1,0 0 1,2 1-1,1 0 1,-1 0-1,1 0-57,-1-1 1,-1-1 0,1 1 0,0 0 0,2 1 0,1 0 0,-1 0 0,0 0-84,-2-1 1,0 0-1,-1 0 1,2 0-1,2 1 1,0 0-1,1 0 1,0 0 125,3-1 0,0 0 0,0 0 0,0 0 0,-1 0 0,0 0 0,0 1 0,0-1 0,1 0 0,0 0 0,0 0 0,0 0 0,1-1 0,0 0 0,0 0 0,1 1 0,-14 0 0,1 0 0,0 1 0,0-1 0,0 0 0,2 0 0,-1 0 0,0-1 0,1 1 0,0-1 0,2 0 0,0-1 0,0 1 0,0 0 0,0-1 0,0 2 0,-1-1 0,0 0 0,0 1 0,0-1 0,2 0 0,0-1 0,-1 1 0,1 0 0,1-1 0,0 1 0,0-1 0,1 0 0,-1 1 0,1-1 0,1 1 0,0 0 0,0-1 0,0 1 0,1 0 0,0-1 0,1 1 0,0 0 0,0-1 0,0 1 20,1 1 0,1-1 0,-1 1 0,1-1 1,-1 1-1,-1-1 0,0 1 0,0 0 0,-1-1 1,1 1 7,2-1 0,-1 1 0,1-1 0,-1 1 0,1-1 1,-1 1-1,0 0 0,0-1 0,0 1 0,1 0-19,0 0 0,1 1 0,0-1 0,1 1 0,-1-1 0,-11 0 0,0 0 0,1 0 1,-1 1-1,0-1 0,1 0-1,1 0 0,0 1 0,1 0 0,-1-1 0,0 1 0,0 0 0,-2 0 0,0-1 0,0 1 0,0 0 0,-1 0 0,1 0-9,1 0 1,0-1 0,0 1 0,-1-1-1,1 1 1,0 0 0,0 0 0,0 0-1,-1 1 1,1-1 0,0 0 0,0 1-29,1-2 1,0 1 0,0-1 0,0 1 0,1-1 0,-1 1 0,1 0 0,0 1 0,0-1 0,0 1 0,0-1-1,1 0 0,0 0 1,0 0 0,0-1 0,1 1 0,-1-1 0,0 1-1,-1 0 1,0-1 0,0 1 0,-1 0 0,1-1 0,0 1 28,1-1 0,0 0 0,0 0 0,1-1 0,-1 1 0,0 0 0,1 1 0,0-1 0,-1 0 0,1 1 0,0-1 0,0 1 0,1-1 0,0 0 0,0-1 0,0 1 0,1 0 0,-1 0 0,2 1 0,0-1 0,0 1 0,0-1 0,0 1 0,0-1 0,1-1 0,0 0 0,0 0 0,0 0 0,0 1 0,0-1 0,-2 1 0,0 0 0,0 1 0,0-1 0,0 1 0,0 0 0,1-1 0,-1 1 0,1-1 0,0 1 0,-1 0 0,1-1 0,0 1 0,0 0 0,-1-1 0,1 1 0,0 0 0,0-1 0,2 0 0,-1 0 0,1 0 0,0 0 0,0-1 0,0 2 0,0-1 0,0 1 0,0 0 0,0 0 0,1 0 0,-1 0 0,0 0 0,1 0 0,0 0 0,-1 1 0,0-1 0,0 1 0,-1-1 0,-1 1 0,0 0 0,-1 0 0,1-1 0,0 1 0,0 0 0,1 0 0,-1 0 0,0 0 0,1 0 0,-1 0 0,0 0 0,0 0 0,-1 0 0,1 0 0,-1 0 0,1 0 0,0 0 0,-1 0 0,1 0 0,0 0 0,-1 0 0,1 0 0,0 0 0,1 1 0,0-1 0,-1 0 0,1 0 0,0 1 0,-1-1 0,1 1 0,-1-1 0,1 1 0,-1 0 0,0 0 0,-2 0 0,0-1 0,0 1 0,-1 0 0,1 0 0,0 0 0,-1 1 0,1-1 0,0 0 0,-1 1 0,1-1 0,-1 1 0,1-1 0,-1 1 0,0 0 0,0 0 0,0 0 0,0 0 0,2-1 0,0 1 0,0-1 0,0 0 0,0 1 0,0-1 0,0 0 0,1 0 0,-1 0 0,0 0 0,0-1 0,0 1 14,1 0 1,0 0-1,0-1 1,-1 1 0,1 0-1,-1-1 1,0 1-1,0 0 1,-1 0 0,1 0-1,-1 0 1,1 0 60,0 0 0,-1-1 1,1 1-1,0 0 1,0-1-1,1 1 1,-1 0-1,0 0 1,1-1-1,-1 1 1,1 0-1,-1-1-15,1 0 0,1 0 1,-1 0-1,0 0 0,1 0 1,-1 0-1,1 0 0,0 0 1,0 1-1,0-1 0,-1 0 1,1 1-13,0-1 0,1 1 1,-1 0-1,0-1 0,0 1 1,0 0-1,-2-1 1,0 0-1,-1 0 0,1 0 1,-1 1-1,1-1 6,-1 1 0,1-1 0,-1 1 0,1 0 0,-1 0 0,0-1 0,-1 1 0,0-1 0,0 0 0,0 0 0,0 0 0,1 1-11,0-1 1,0-1 0,1 1 0,-1 0-1,0 0 1,0 1 0,-1-1 0,0 1-1,0-1 1,-1 1 0,1 0 0,0 0-15,0-1 1,0 1 0,0 0 0,0-1 0,0 1 0,-1 0 0,-2 0 0,-1 0 0,0 0-1,0-1 1,0 1 0,-1 0 8,1 0 1,-1 0 0,0-1 0,0 1 0,0 0 0,0-1 0,10 1 0,-1 0-1,0 0 1,0 1 0,0-1-22,0 0 0,-1 1 1,1 0-1,0-1 1,-1 1-1,0 0 0,0 0 1,0 0-1,0 0 1,-1 0 12,-1-1 0,-1 0 0,1-1 0,-1 1 0,0 0 0,-1 0 0,1 1 0,-1 0 0,1 1 0,-2-1-67,-3-1 0,0 1 1,-1-1-1,1 1 0,-1 0 1,-1 0-1,0 0 0,0 0 1,0 0-1,-1-1-14,15 1 1,-1 0-1,0 0 1,0 1 0,-4-1-1,1 1 1,-2-1-1,1 0-48,-4 0 0,0-2 0,0 1 0,-1 0 0,-2 1 0,0 0 0,-2 1 0,0-1 99,13-1 0,-1 0 0,-1 1 0,-2-1 0,-1 1 0,0-1 0</inkml:trace>
  <inkml:trace contextRef="#ctx0" brushRef="#br2">3773 14707 7868,'-8'-7'275,"0"3"0,1 1 55,-1-1 687,-3 2 0,8-7 717,-5 5-838,5-1 0,-1 5-136,8 0 1,4 5-298,9-1 0,-1 5-126,9 0 0,-2 0-124,10-1 1,0 2-374,5-6 1,-1 2 193,0-2 0,0-3-435,0 3 0,0-4-416,0-4 0,-1-3-938,-3-5 1,-3 1-2274,-5 3 4028,-6-3 0,-1 4 0,-6-6 0</inkml:trace>
  <inkml:trace contextRef="#ctx0" brushRef="#br2">3897 14867 7868,'0'21'0,"0"0"0,0-1 1057,0 5 1,-4 4-453,0 0 1,0 5 220,4-1 0,0 3-233,0 1 0,0 4-67,0 0 0,0 0-910,0-3 0,0-3 294,0-2 0,0 0-1969,0-8 1419,0-3-2555,5-10 2265,-3-5 0,3-7 930,-5-8 0,-5-8 0,-2-4 0</inkml:trace>
  <inkml:trace contextRef="#ctx0" brushRef="#br2">3860 15275 7868,'8'-12'556,"1"0"1,-1 3-159,4 1 0,2 4 533,2-4 0,4 5-261,4-1 0,5-1-101,0 0 0,4 1-444,-4 4 0,1 0 54,-1 0 1,-7 0-1084,3 0 0,-9 4 628,1 1 0,-8 6-1415,0 1 1,-8 2-51,-1 6 1741,-11-5 0,-14 14 0,-6-3 0</inkml:trace>
  <inkml:trace contextRef="#ctx0" brushRef="#br2">3885 15548 7868,'-13'12'0,"5"0"0,0 1 0,5-5 1607,-1 0-1072,3-5 0,6 7 119,3-6 1,10 0-247,7-4 1,1 0-159,7 0 0,4-7-23,4-5 0,8-2-1,0-7 1,5-1-332,3-7 1,4 2 330,-3-6 1,2-1-76,-29 13 0,0 0 1,24-17 61,-6-3 1,-6 2-3426,-10 2 1,-8 7 610,-9 5 2556,-7 6 1,-11 12 1294,-10 3 0,-2 8-631,-7 4 1,5 9 727,-5 3 1,5 4-623,-5 0 1,2 2 246,-2 3 1,2-1-573,3 5 0,3-7 557,1-1 1,0 2-647,3-6 0,4-1-489,1-7 0,2-5-197,2 0 1,2-5 302,2 1 0,3-8-584,5-4 1,4-5 352,1-3 1,5-3-225,-1-6 1,-2 2 70,1 2 0,-3-1-44,4 5 1,-5 1 220,5 4 1,-6 5 171,1 3 1,-2 2-86,-2 2 1,1 6-23,-1 2 1,1 8 128,-1 5 1,0 7-72,1 0 0,-1 7 327,0-2 0,1 4-106,-1 4 0,-5-1 202,-3 5 0,2-1 182,-2 2 1,-1-4 373,-8-5 0,3 0-268,-7 1 0,0-7-195,-8-2 0,2-4-138,-5-5 1,-1-2 17,-4-5 0,-5-1-441,-3 0 0,1-5 207,-1-3 1,0-2-1206,-4-2 1,-4-6 307,0-2 1,-2-4-82,2-5 1,1-1-735,-5-2 0,1-2 1706,-2 5 0,-2 1 0,4 3 0</inkml:trace>
  <inkml:trace contextRef="#ctx0" brushRef="#br2">3439 16042 7868,'9'-7'126,"-1"3"0,0-1 805,5 1 1,6-6-171,5 2 1,9-3 3,13-1 1,12-6-538,-22 8 1,2-1 0,2-1 0,1-1-522,4-1 1,1-1 0,3 0 0,2-1 464,4-3 1,1 1-1,2-1 1,1 1-40,3-1 0,0 0 0,-6 3 0,-1 1-351,-3 0 0,-1 1 1,-4 3-1,-2 1 169,-5 2 0,-1 0 1,0 3-1,-1 2-749,28-1 1,-10 2-99,-6 2 0,-9 0-373,0 0 1,-2 0-481,-2 0 1749,0 6 0,-6-1 0,1 3 0,2-3 0,5-4 0</inkml:trace>
  <inkml:trace contextRef="#ctx0" brushRef="#br2">7225 14719 7868,'-1'-12'-179,"-3"-1"1,1 1 905,-5-1 0,4 5-201,-5 0 1,2 4 163,-1-4 0,-3 5-283,3-1 1,-3 2-171,-1 2 1,3 2 2,1 2 0,-4 3-21,-5 5 1,1 6-7,3 3 1,-3 3-39,-1 5 0,-3 3 31,3 5 0,-3 4 0,3 0 0,-4 6-249,5-2 1,-5 12 173,5 0 1,1 11-553,7-6 1,2 4 429,6 0 1,0-5-277,0 1 1,1-5 89,4-8 0,1-9-96,7-3 1,3-9 60,1-4 1,3-6 111,-3-10 0,5-2 275,-2-6 1,5-2-208,4-2 0,-3-8 186,3-9 0,3-7-48,1-5 1,1-5-41,-1-3 1,3-4-14,-3-9 0,3 2-105,1-6 0,-19 28 1,1-2 52,0 0 0,-1-2 1,-1 1-1,-1 1-92,17-30 1,-7-2-134,-13 32 0,-1-1 1,7-31-1,-7-2 0,-5 7 224,-3 2 1,-8 4-87,-4 0 0,-3 13 255,-1 7 0,-5 16-97,1 9 1,-6 5 74,1 3 0,-4 7-28,-4 6 1,3 4-100,-3 8 0,2 1 141,-2 3 0,3-3-219,-3 3 1,7-3-592,1-1 0,1 1 261,-5 3 0,4-7-869,1 3 1,3-3 561,-3 2 0,3 1 695,-3 0 0,-1 0 0,-4-1 0</inkml:trace>
  <inkml:trace contextRef="#ctx0" brushRef="#br2">7114 14867 7868,'5'-7'960,"-3"-4"400,3 5-772,1-1 1,-5 3-60,3 8 1,-2 3-159,-2 5 1,-2 10-93,-2 3 0,-3 8-52,-5 0 0,-1 6 88,1 3 1,0 4-89,-1 0 0,0 3-203,-4 5 0,2 1-588,-6 3 0,6-3-326,-1-6 0,6-1-566,2-3 1,5-6 714,-1-6 1,3-11-218,1-1 1,1-8 957,3-4 0,-3-9 0,10-13 0,-4-6 0</inkml:trace>
  <inkml:trace contextRef="#ctx0" brushRef="#br2">7139 15412 7868,'11'8'-270,"-3"0"1,3-4 107,-3 4 0,3 1 1123,1 3 0,2 5-226,3-1 1,-2 6-43,5-1 0,1 6-134,4 2 1,1 4-169,3-4 0,-2 1-993,6-1 0,-4-3 436,4 3 1,-5-3-1403,0-1 1,-3-6 1567,-4-3 0,2 4 0,-4-1 0</inkml:trace>
  <inkml:trace contextRef="#ctx0" brushRef="#br2">8215 14855 7857,'-12'-19'1005,"-1"1"-594,1 5 0,-1 1-101,1 0 0,0 5-98,-1 3 1,1 4 519,0 4 0,-5 4-273,1 9 1,-1 3 239,5 9 0,3 4-193,1 8 1,5 5-64,-1 7 1,-1-1-476,1 6 1,0 1 270,4 7 0,0 2-604,0 2 0,-5-3 289,1-5 0,0 0-173,4 0 1,0-2-413,0-2 0,0-5-838,0-7 1,7-4-389,5-5 1,8-4 381,9-8 1505,-3-3 0,4-21 0,-3 4 0,6-4 0,6-1 0</inkml:trace>
  <inkml:trace contextRef="#ctx0" brushRef="#br2">8759 15127 7868,'-8'-8'-934,"0"0"1,4 5 3066,-5-1-1444,1-3 0,0 4 1297,0-5-1359,5 5 0,-3-1-128,6 8 1,2 4 63,2 9 0,7 2-146,5 6 0,5 8-27,-4 0 1,5 8-119,-2-8 1,4 7-333,0-3 1,0-1 92,-4 1 1,2-1-342,-5-8 1,3 0 90,-3-8 0,3 1-619,-3-9 331,-1-2 294,-3-10 1,-1-5 42,1-4 0,-7-3 16,-1-5 1,-3 2-141,2-5 0,-2-1 122,2-4 1,-3-3 92,-1-1 0,4-6-102,1 2 1,-1-2 3,-4-3 0,0 0 162,0-3 0,-6 1-106,-2-5 1,1 1 392,-1-2 0,4 5-159,-5 8 1,7 4 872,-2 9-424,2-4-2,2 16 0,6-3-103,2 11 0,4 0 16,5 0 0,2 0-381,6 0 0,5-4 87,3 0 1,3 0-131,1 4 0,1 0 108,4 0 0,-8-2-622,3-2-1,-3 3 265,4-3 0,-7 2-814,-2 2 1,-7 2 41,-1 2 0,-6-2-211,1 7 0,-6-5-155,-2 4 1,-5 0 664,1 5 0,-4-1 672,-4 0 0,-3 1 0,-5-1 0</inkml:trace>
  <inkml:trace contextRef="#ctx0" brushRef="#br2">9328 15201 7868,'13'4'444,"-1"1"1,1 0 134,-1-1 0,4-2 61,1 2 0,3-3-72,-3-1 0,5 0-165,-1 0 0,-2 1-515,1 4 1,-4-4 142,0 3 1,-2 3-135,-2 1 1,-5 3 118,-3 1 0,-4 2-307,-4 3 1,-7-2 131,-5 5 0,-6 2 118,1 7 0,-5-3 359,1 3 0,-2-3-142,6-1 1,3-2 15,2-2 1,3 1-70,5-5 1,3-1-257,5-4 1,5-3 112,3-1 1,9-5-73,3 1 0,5-3-193,4-1 1,-2-5-224,6-4 0,0-6-614,5-1 1,1-6 487,-1 1 0,0-2 634,-9-2 0,5 0 0,-2 1 0</inkml:trace>
  <inkml:trace contextRef="#ctx0" brushRef="#br2">10331 14768 7868,'28'0'0,"1"0"0,1 0 0,-1 0 0,-3 2 0,3 2 0,-3 4 2903,-1 9 1,0 2-1456,0 6 0,-5 3-300,1 1 0,-2 8-796,2-4 1,-5 6 16,-7-6 0,0 4-264,-5 4 0,0 3 48,-4 6 1,-5-2-280,-3-3 1,-9 5 69,-3-1 1,-4 1-714,-1 3 1,-3-3 389,-1-5 0,-7-1-1818,-1-3 1,-2-2 125,-6 2 0,-2-1 2071,-6 1 0,-2-4 0,25-17 0,-1 0 0,-1-1 0,0 0 0,-6 3 0,0-1 0,-5 2 0</inkml:trace>
  <inkml:trace contextRef="#ctx0" brushRef="#br2">11518 15708 7868,'0'-12'-47,"4"0"0,0-1 1705,1 6-603,-5-4-595,0 10 0,0 1-180,0 8 0,0 5-547,0 3 0,-2 3 238,-2 6 1,1-2-823,-5-2 1,0 2 205,-5-2 645,1 2 0,0 2 0,-1 0 0</inkml:trace>
  <inkml:trace contextRef="#ctx0" brushRef="#br2">13411 14756 7868,'7'-32'0,"3"-2"0,-6 5 0,0 0 58,-4 5 1,-2 3 556,-2 0 1,-1 5-215,-3-5 0,-3 7 319,2 2 1,-2 0-246,-1 4 0,0 2 83,-1 2 0,1 3-167,-1 1 1,1 1-95,0 3 0,-5 4-84,1 9 1,-6 2-25,1 6 1,-2 6 32,-2 6 0,0 10-14,1 7 1,0 6-276,4 2 1,8-29 0,0 1 179,2 3 1,0 1-1,0 1 1,0 1-416,0 1 0,0 1 0,2 0 1,2 0 283,-1-1 0,2 0 0,0 1 0,3 0-382,1-2 1,2-2-1,4 28-95,3-12 0,13-16 178,4-13 1,8-11 89,0-10 0,7-4 57,1-4 0,7-9 214,2-7 1,0-10-119,8-8 1,-6 0 100,-24 16 1,-2-1 0,21-23 0,-2-3 1,0-2-77,-20 24 0,0 0 1,-3 0-1,0-1 42,-1 0 1,-1-1 0,19-28-170,-2 4 1,-4-4-186,0-4 1,-7-1 112,-1 0 0,-8-1 220,-8-3 0,-5 2-91,-8-2 1,-6 9 169,-11 3 1,-1 9 300,-11 4 1,0 9 391,-4 7 0,2 7-12,2 10 1,-2 9-89,6 12 0,-5 6-263,1 10 1,1 3-77,-1 5 1,5 5-470,-5 4 0,5 2 224,-1 1 1,4-5-986,5-3 1,-2 1 524,5-5 1,1 4-1393,3-4 0,1-5-442,0 1 849,5-11 1384,1-4 0</inkml:trace>
  <inkml:trace contextRef="#ctx0" brushRef="#br2">13374 14694 7868,'5'-12'1580,"-3"5"1,3 3-1045,-5 8 1,-1 8 7,-3 9 0,-3 8-187,-5 4 0,-1 4 38,1 4 0,-6 3-46,-3 6 0,-2 3-512,-2 1 0,-4-1-90,1-3 1,3-1-455,4 1 1,2-6-907,-2-3 1,9-9 3,8-8 536,2-10 1,8-10 319,2-8 753,3-8 0,7-8 0,1-4 0</inkml:trace>
  <inkml:trace contextRef="#ctx0" brushRef="#br2">13263 15177 7868,'12'0'0,"-4"0"568,0 0 1,1 0-165,3 0 0,0 5 196,1 3 1,5 5-207,2 3 1,5 3-148,4 6 0,3 1 127,5 3 1,5-1 184,4 5 1,2-6 73,1 2 0,-5-3-139,-2-1 1,-5-1-215,-4 1 1,-5 1 39,-7 3-320,-3-3 0,-11 10 0,-2-4 0</inkml:trace>
  <inkml:trace contextRef="#ctx0" brushRef="#br2">14760 14669 7868,'-6'-12'72,"3"-4"-36,-5-1 0,4 1 512,-4 3 0,4 2-127,-5 3 0,5-2 321,-4 6 0,4 0-291,-4 4 1,-1 3 25,-3 5 0,0 2-129,-1 10 0,0 5-237,-4 4 1,2 9 17,-6 0 0,5 4-94,-5 3 1,6-3-89,-1 7 0,3-2 231,5 2 1,1 1-442,3-1 0,3 1 115,-4-1 1,10-5-471,3-3 0,4-2 301,5-2 1,7-4-761,9 0 0,5-5 82,3 0 0,-1-2 995,5-1 0,-4 0 0,5 0 0,0-1 0,2 1 0</inkml:trace>
  <inkml:trace contextRef="#ctx0" brushRef="#br2">15403 15028 7868,'-8'-4'645,"-1"0"1,3-2 1130,-3 2-782,-2 3 1408,10-5-1763,-5 6 1,12 2 96,2 2 1,5 8-272,3 9 1,2 6 26,3 2 0,2 6-149,-2-2 1,-2 4-460,1 4 0,-4-3-244,0 4 1,2-4 170,-2-1 1,1-7 138,-5-5 1,1-3-30,-1-10 0,0-2-203,1-10 1,-1-7 48,1-5 1,-1-7 134,0-10 1,-3 1 36,-1-5 0,-1 0 152,1-4 0,1 0-256,-4 0 1,0 0 104,-1 0 1,-2 0-376,2 0 1,-4-1 169,-4 1 0,1 0-58,-5 0 1,1 0 90,-2 0 1,4 0-6,5 0 1,0 5 94,0 3 1,5 5 127,4 3 0,7 0 431,5 9 1,2-2-274,2 10 0,0 0 178,-1 4 0,5 0-119,0 0 1,0 0-189,-4 0 1,4 1 155,0 3 0,4-2-572,-5 2 1,1-1-163,-4 1 1,0-3-437,-1 3 1,1-2-603,0-2 0,-6 5 242,-2 3 1359,-9-2 0,3 10 0,-4-2 0</inkml:trace>
  <inkml:trace contextRef="#ctx0" brushRef="#br2">16009 15040 7868,'0'13'0,"0"-5"580,0 0 1,0-4 56,0 5 1,6-7 135,2 3 1,4-4 222,5-1 0,-2-1-445,6-4 1,1-1-267,6-7 0,-1 5-72,1 0 1,-7 5-556,-5-1 0,-2 2 284,-1 2 1,-7 6-94,-1 2 1,-11 9 167,-6 3 0,-6 9 84,-7 4 1,-4 3 173,0 1 1,1-4-193,3 0 0,6-4 121,2 4 1,5-11-41,3-2 0,5-10-188,8-6 1,10-2 141,11-2 1,5-6-863,7-2 0,0-7 130,0-2 1,1-1-193,-1 2 1,-7 6 23,-5-2 1,-2 6-561,-6-2 0,3 4 1342,-3-4 0,-1-1 0,-3-3 0</inkml:trace>
  <inkml:trace contextRef="#ctx0" brushRef="#br2">15353 14385 7868,'6'-7'755,"1"-7"186,5 6 1,2-6 302,2 6 0,4-3-577,4-1 1,0 1-264,-4 2 1,-2 4 118,-5 5-399,-1 0-17,-5 0 0,-2 5-167,-5 4 1,-1 3-34,-3 5 1,-7 3-76,-6 9 0,-3-1-114,3 5 1,-3-5 119,3 5 1,1-5-80,3 1 0,2-5 75,3-3 0,3-3-49,5-6 0,5 1 86,3-1 0,10-5-78,7-3 0,1-3 201,7-1 0,-5 0 158,0 0 1,-1 0 85,-3 0 1,-4 2-127,-4 2 0,-8 7 256,-4 5 0,-2 2-121,-2-1 0,-10-2 41,-2 5 0,-5-4-73,1 0 0,1-4-318,-6-3 0,5 0-334,-5-5 1,6 5-1332,-2-5-1468,4 0 2380,0-4 1,5-4 855,0 0 0,5-6 0,-3 3 0</inkml:trace>
  <inkml:trace contextRef="#ctx0" brushRef="#br2">16937 14484 7868,'32'0'-355,"-3"0"1,2-1 1568,2-4 1,3 4-301,1-3 1,0 4-48,0 4 0,-1 8-369,-3 9 1,1 4-1,-5 4 0,0 2 534,-4 6 1,-2 7-594,-2 6 0,-3 5 338,-6 7 0,-5-1-608,-3 1 1,-4 4-443,-4 0 0,-1-31 1,-2 0 34,-14 31 0,7-33 0,-1-1-201,-18 26 1,-4-3-1271,-4-6 1,-3 5 1250,20-27 0,-2-1 0,-1-1 0,-1 0 458,0-2 0,-1-1 0,-1-1 0,0 1 0,0 0 0,0 0 0,-1-2 0,0 1 0,-1-1 0,-1 1 0</inkml:trace>
  <inkml:trace contextRef="#ctx0" brushRef="#br2">8598 16463 8033,'-6'-6'2401,"0"5"-1558,6-4-418,0 5 1,6 2-121,2 7 1,-1 4 3,1 12 1,0 5-122,5 3 0,-2 4 57,-3 5 1,1-3-77,-4 7 1,-1 3-109,-4 5 1,0-2-147,0-7 0,0-3 119,0-9 1,0-5-1211,0-7 903,0-9 0,0-7-716,0-10 1,0-3 436,0-8 0,1-5-204,3-8 0,2 2-72,2-6 0,2-4 485,-6-5 1,4 0 342,-4 1 0,2 2 0,-2-2 0,-3-2 130,3 2 1,-8 0-154,-4 4 0,-9 5 749,-3 3 0,-2 5-391,1 3 1,-2 9 419,2 7 0,-2 4-185,-2 1 0,0 7-245,0 5 1,5 5-463,-1 3 0,7 4 201,2-4-1708,0-2 1282,10 0 1,-2-11-392,8-3 1,3-4 256,6-4 0,-2 1 365,-3-5 1,3 0 386,-3-5-268,3 1 0,1 5 669,1 3 0,-1 3-349,1 1 1,-1 1 578,0 3 1,5 2-288,-1 2 0,6 3-663,-1-3 1,4 3 94,4 1 0,-3-3-1069,3-1-1,2-4 243,2 4 795,-3 1 0,1 3 0,-7 0 0</inkml:trace>
  <inkml:trace contextRef="#ctx0" brushRef="#br2">8289 17675 7615,'-31'6'0,"-4"-4"510,6 7 0,0-1-233,5 4 0,0 2 26,4 2 0,-2 4 27,5 4 1,5 1 15,4 0 0,5 5-33,-1 3 0,-2 3-125,2 1 0,0-6-157,4-2 1,1-4 204,3-4-197,3-3 0,6-13 99,-1-5 1,2-11-218,2-10 0,4-12-189,4-4 1,1-8-276,0 0 0,-5-8-66,1 0 1,0-5 358,3 5 1,-4-5 205,-4 4 0,-2-1-79,-2 2 0,-5-2 81,-3-3 0,-2 4-24,-2 9 0,-6 2 115,-2 6 0,-7 2 253,-2 2 0,1 4-8,3 8 293,1 3-377,0 11 0,5 5-211,3 10 1,4 10 250,4 11 1,-3 10-10,3 3 1,-1 6-47,1 5 1,-2 0-113,2 4 0,-3 4-15,-1 1 1,0 1 26,0-10 1,0 7-779,0-3 1,1-6 377,4-1 1,-3-15-926,7-2 1,-1-11 513,4-5 0,5-10-157,-1-7 873,6-17 0,-3-3 0,6-11 0</inkml:trace>
  <inkml:trace contextRef="#ctx0" brushRef="#br2">8475 17687 7615,'0'13'84,"0"-1"-84,0 1 0,1-1 760,3 0 0,2 1-282,2-1 1,3 0 192,-3 1 0,3-1-237,2 0 0,0-5-58,4-3 0,-2-8-288,6-4 0,-1-8 12,5-5 0,-2-7-475,-2 0 0,1-7 287,-6 2 0,1 3-388,-5 1 0,-5 9 178,-3 3 1,-2 3 43,-2 2 0,-6 5 243,-2 3 1,-7 4-169,-2 4 1,-6 4 424,-2 9 0,5-2-119,-5 6 1,4 3 7,1 5 1,0 1-37,4-1 1,8-1-380,-1 5 1,7-4-198,2 4 1,0-2-316,0 2 0,6-3 44,7-5 1,3-6 380,5-2 0,2-9 367,-2-4 0,6-9 0,2-8 0,0-10 0,-4-10 0,5-8 0,2-3 0</inkml:trace>
  <inkml:trace contextRef="#ctx0" brushRef="#br2">9007 17576 7615,'0'12'1194,"-4"-3"-798,-1-1 1,-4-4 174,1 4 0,-3 5-224,-2 3 1,1 6 124,-1-1 1,0 4-110,-4 3 0,3-2-55,-2 3 1,8-3-251,4-1 0,2-6-402,2-2 5,0-3 0,6-7 276,2-3 0,3-10-180,1-6 0,5-6 52,-1-7 1,5 5-333,-5-1 0,1 0 132,-5-3 0,5 4 29,-1 4 0,-1 2 330,-6 2 0,2 5-40,-3 3 1,3 2 293,1 2 0,-1 6-146,-2 2 1,0 9 175,-5 3 0,6 9-116,-2 4 1,-1 3 54,1 1 0,-4 1 53,5 4 0,-7 2 66,3 5 0,-4-5 0,-1-3 0,0 3-107,0 2 0,-1-4-18,-4-1 0,3 2-16,-7-2 0,1 1 121,-4-5 1,2-6-116,-2-2 0,2-14-75,-6-7 0,2-5-131,2-3 1,-1-12-304,1-9 0,-1-4-463,1-7 0,0-3 420,-1-6 1,2 2-577,3-2 0,1 3 384,3 1 1,3 0-90,-3-1 0,4 5 267,4 0 1,3 5 87,5-5 1,2 4 302,2-4 0,3 5 0,6-2 0</inkml:trace>
  <inkml:trace contextRef="#ctx0" brushRef="#br2">9291 17762 7615,'13'1'0,"-1"3"0,-4 2 418,1 2 0,-5 3-21,4-3 0,-5-1-171,1 1 1,-1 0 40,1 5 1,-2-5-69,7 0 1,-5-1-243,4 1 0,-4-1 116,4-3 0,-4-2-143,5 2 124,-7-3 0,5-1-66,-3 0-60,-2-5 154,3 3 1,-5-4-72,0 1 48,0 4 1,0-6 35,0 3 83,0 3-647,0-10 257,0 9-53,0-9 1,0 9-73,0-7 233,0 7 1,-1-4 63,-3 6-54,2 0 0,-4 0 201,1 0-134,4 0 1,-6 0 211,3 0-88,3 0-256,-5 0 1,5 0-60,-3 0-168,2 0 129,-3 0 122,5 0-361,0 0 44,-6 0-439,5 0 891,-10 0 0,10 6 0,-5 0 0</inkml:trace>
  <inkml:trace contextRef="#ctx0" brushRef="#br2">9304 17391 7669,'0'-13'0,"0"1"0,0 4 1099,0-1-716,0 1 1,7 1 334,5 3 0,7-1-257,10 0 1,3 1-53,5 4 0,0 0-117,0 0 0,0-4-76,0 0 1,-5 0-221,-3 4 1,-9 4 78,-3 0 1,-9 7-143,-4 2 0,-2 3 90,-2 5 0,-3 6-403,-5-2 1,-5 8 176,-7 0 1,-8 7-184,3 1 0,-2 2 149,2-2 0,-4-3 110,0 3 1,0-3 222,5-5 1,0-3-134,4-5 0,2-3 381,6-6 0,1 1 35,2-9 196,4-3-360,10 6 0,6-9 21,6 2 0,-1-1-102,-3 1 1,3-3-165,1 3 0,5-2-97,-2-2 0,4-6 89,0-2 0,2-3-162,3-2 0,-1 1 77,5 0 0,-4-1-1071,4 1 1,0-5 55,4 1 1138,-6-1 0,5 5 0,-4 0 0</inkml:trace>
  <inkml:trace contextRef="#ctx0" brushRef="#br2">14896 16228 7669,'0'-12'1178,"0"-1"-347,0 1-394,0 5 1,0 3 101,0 8 0,0 14 151,0 11 1,0 10-219,0 7 1,0 3-141,0 5 0,1 2-112,3 6 0,2 0 164,2 0 1,3-2-470,-3-2 0,3-9 104,2-7 0,-1-12-896,0-9 1,5-5-127,-1-12 1,1-2-675,-5-11 1,3 0-330,-2-12 2006,2 0 0,-8-9 0,5-1 0</inkml:trace>
  <inkml:trace contextRef="#ctx0" brushRef="#br2">14945 16426 7669,'-33'-7'490,"0"3"0,6 8-731,-2 4 1,-1 3-10,1 2 0,1 3 638,8 1 0,2-1 61,5-4-1232,7-5 0,1-1 272,10-6 0,3-6 511,8-2 0,-1-9 0,6-3 0,0-2 0,3 1 0,-3-1-99,0 6 0,-6-1 53,1 5 1,-2 5 344,-2 3 1,1-2-127,-1 2 0,2 2 938,2 6 1,-1-2-430,6 7 0,-4-2-322,3 1 1,1 1-685,4-4 0,5 3 246,3-4 1,3 1-2158,1 0 2235,0-4 0,0 4 0,0-5 0</inkml:trace>
  <inkml:trace contextRef="#ctx0" brushRef="#br2">14747 17675 7669,'-12'-25'268,"0"1"0,-1-1-26,1 0 1,-2 2-33,-2 2 0,2 0 52,-3 9 0,-1-2 113,2 10 0,-1 0-18,5 4 1,0 6-54,-1 2 0,5 10 11,0 6 0,5 3-85,-1 6 0,-2 5 137,2 7 0,-1-1-64,1 2 0,2-8-276,-2-1 0,3-5 123,1-7 0,1-6-397,3-3 1,3-9-20,6-7 1,4-12-216,4-13 1,7-6-92,0-11 1,3-2 238,-2-5 1,-3-1-408,3 1 0,-1-1 307,-3 1 1,-3 1 386,-10 3 1,-1-2 26,-2 6 1,0-1 19,-5 5 0,-1 6 355,-7 2 0,-3 7-249,-5 1 1,-1 6 488,1-1 0,0 7 23,-1 5-376,1 3 0,1 10 54,3 4 1,-2 13 48,6 3 1,0 6 9,4 7 0,-4 2-12,0 5 0,-2 1-652,2-1 1,3-4 280,-3 1 0,2-2-1227,2 1 1,0 1 641,0-9 0,2-3-196,2-9 0,3-7 304,5-6 1,4-5-29,1-7 0,5-13 532,-2-7 0,4-9 0,1-8 0,-6 1 0,-3 3 0,-2 4 0,-2 9-20,1-4 0,-5 17 8,0 3 1,-5 10 897,1 10 0,-2-1-385,-2 6 1,4 0 241,0 3 1,1-3 272,-1 0-472,3-6 1,10-3-237,-1-8 1,6-4-103,-1-4 0,-2-8-307,2-9 1,-1-2 129,5-2 1,0-4-268,0 0 1,-6 0 194,-3 5 0,-6 4-144,-2 4 0,-5 2 39,1 2 0,-5 1 91,-8 3 1,0 2-42,-12 6 0,-1 7-10,-7 5 0,3 8 27,-3 8 1,3 0 69,2 5 1,3-1 80,0 1 0,6 1 163,-1-5 0,6 0 181,2-5 0,5 1-1255,-1 0 1,8-7 8,4-6 1,9-5 356,3-7 1,5-6-22,4-2 1,-3-12 111,3-5 0,3-4 83,1 0 1,-2-1 420,2-3 1,-7 4-152,-1 8 1,-6 1 1516,-6 7-694,-1 4 0,-5 12 316,-3 5 0,-3 6-471,-1 10 0,-4 2-263,0 3 1,-1-3-192,1 3 0,2-3 23,-2-1 0,3-2-220,1-2 0,5-3 76,3-6 0,3-1-157,2-2 0,1-3-130,2-1 1,2-4-241,3 3 1,2-3 182,-2-1 1,2 0 85,2 0 0,-2 6-63,-2 2 1,-3 9 46,-6 3 0,0 9 271,1 4 0,-6 3-134,-3 1 1,-4 0 545,-4 0 0,-3 0-106,-6 0 0,1-5 45,0-3 0,-5-9-82,1-3 1,-5-5-73,4-3 1,0-4-136,0-5 1,3-5 103,-2-4 1,2-2-258,2-1 1,-1-6 63,1-3 1,0-3-50,-1-5 1,1-3-211,-1-5 0,7 1-190,1 3 1,4-1-409,1 5 0,6-5 399,2 1 0,8 3-325,5 1 1,4 1 259,4-1 1,2 3-561,6-3 0,0 3 1051,1 2 0,4-7 0,2 0 0</inkml:trace>
  <inkml:trace contextRef="#ctx0" brushRef="#br2">16380 17230 7669,'-7'-19'0,"2"-1"681,5 4 0,1 2-214,3-2 1,9 2 430,7 1 1,9 2-400,4 3 0,7 3 23,1 5 1,1 0-87,-5 0 0,-6 5-50,-2 3 1,-8 3-319,-5 2 0,-7 5 21,-5 2 1,-8 4-130,-5 0 0,-3 2 98,-4 3 1,0-3-327,-4 3 1,5-4 116,-2-4 0,3 2-452,2-2 0,5-3 216,3-2 0,3-2 58,1-2 1,1 3-15,3-2 0,7 2 86,6-7 1,3-1 169,-3 1 1,5-1-79,-2 1 0,0 2 204,0-6 0,-9 4-65,2-4 1,-5 6 127,0-2 0,-2 3 14,-6 2 1,-7-1-32,-6 0 1,0 2-256,-8 3 0,0-4 102,-3 4 1,-1-3-586,0-2 1,2-1 264,2-3 0,-1-1-633,6-3 0,-1-3 1021,5 4 0,-1-4 0,1-1 0</inkml:trace>
  <inkml:trace contextRef="#ctx0" brushRef="#br2">17964 16871 7669,'-12'0'162,"-1"0"0,5 0 227,0 0 1,4 0-79,-5 0 0,5 6 1,-4 2 0,0 4-87,-5 5 0,1 7-80,0 9 1,-6 14-110,-3 7 0,7-22 1,-1 0-361,-1 3 1,-1 0 0,-1 4 0,-1 1 204,-1 1 1,-1 0 0,1 2 0,0 1 104,-2 1 1,-1 0 0,0 1 0,0 1-122,-1 0 0,-1 0 0,1-1 0,0-1 64,1-3 1,0-1 0,2-2 0,0 0-225,2-4 1,1 0 0,1-2 0,2 0-40,-14 25 0,8-5-534,5-7 868,2-4 0,5-2 0,-1-3 0,0-5 0,2-5 0</inkml:trace>
  <inkml:trace contextRef="#ctx0" brushRef="#br2">18100 17576 7669,'-5'-7'-586,"-2"-2"1054,-6 4 0,4 3-101,-4 6 0,4 5 98,-8 12 1,-1 7-136,2 13 0,-5 4 4,5 9 0,-1 8-369,10-28 1,2 2 0,-2 31 336,3-1 0,2-8-235,2-5 1,6-7 91,2-5 1,5-18-29,3-6 0,5-13 74,8-4 1,-2-11-45,6-10 1,0-3-7,4-5 0,-4-4-446,0-9 1,0-2 106,4-5 0,-5 0-154,-3-1 0,-7 2 7,-2 3 1,-5-2 145,2 6 0,-9-1-53,-4 5 0,-5 2 359,-7 2 1,-2 2-247,-11 7 1,1 4-25,-5 4 0,0 8 417,1 4 1,-5 4-72,0 4 0,-1 12 25,1 9 1,1 8-377,-5 0 0,6 3 116,-2 1 0,4 0-704,5 0 1,-1-6 469,9-2 0,-2-3-1149,10-1 954,0-6 0,9-6 176,3-9 1,7-5 290,2-8 0,5 0 0,-1-12 0,-4 5 308,0-5 0,1 6-290,-2-2 0,1 4 739,-5 0 1,-4 6 99,1 3-118,-1 3 1,-3 6-349,-5 4 1,-5 11-274,-7 5 0,-5 8-83,1 0 0,-6-1-199,1 1 0,2-5-352,-2 5 1,6-7 321,-2-1 0,5-6-1520,4-6 578,2-1 763,6 1 0,2-7 373,2-1 0,-1-8 0,5-1 0,0-5 21,4 5 1,1 0 18,-1 4 0,2 0 796,2 0 1,-2 0-390,3 0 1,2 6 673,2 2 0,3 3-507,5 1 0,3 1-108,5-1 0,1-4-141,4 1 1,-1-7-1253,8 2 0,-7-2-239,3-2 1,-7 0 736,-5 0 1,-2 0 388,-7 0 0,-4 0 0,-3 0 0</inkml:trace>
  <inkml:trace contextRef="#ctx0" brushRef="#br2">10640 17254 7669,'-4'-8'-20,"0"0"34,-1 5 0,4-1 342,-3 8 0,1 9-13,-5 7 0,4 15-42,-4 6 0,-5 17-386,-3 8 0,5-30 0,0 2-139,0 3 0,1 0 0,-2 1 0,-1 0 223,-1 5 1,-1 1 0,3-6 0,-2 0 47,0-1 0,-1 0 0,3-5 0,0-2-318,-9 28 0,-1-6-46,6-6 0,3-12-110,5-5 0,4-7-217,-4-5 1,4 1 643,-5-5 0,1-1 0,1-4 0,2 1 0</inkml:trace>
  <inkml:trace contextRef="#ctx0" brushRef="#br2">10949 17749 8119,'0'13'276,"-5"0"-83,-4 4 1,-3 8-122,-5 8 0,2 12 103,-5 4 0,3 13-351,-3 0 0,9 1 250,-2-5 1,9-4 133,0-9 0,5-9-169,8-12 0,0-10-50,12-10 0,-1-5 74,5-7 1,5-6-92,3-11 1,3-6-175,1-7 1,-4-3-241,0-4 1,-1-3 277,1 2 0,-3 4 61,-5 1 0,-2 2 39,-2 2 1,-3-3 298,-6 3 1,-5 3-333,-3 9 0,-2 0 198,-2 1 1,-7 4 45,-6 4 0,-5 2 173,-6 2 0,-7 5 84,-2 3 0,-1 4-19,1 4 0,-1 8-354,5 9 1,-4 6 73,4 2 0,-4 10-70,4-2 1,0 3 66,4-3 1,2 0-628,3 0 0,2-3-207,5-5 0,6-1-1589,3-12 2321,3 1 0,2-11 0,3-1 0,9-15 0,6-4 0</inkml:trace>
  <inkml:trace contextRef="#ctx0" brushRef="#br2">10949 17922 7846,'7'0'889,"-7"6"1,-11 5-917,-6 5 0,1 6 93,4-1 0,-1 2-92,1 2 0,-1 0 94,1 0 1,5-1-146,3 1 0,3-2-269,1-2 1,0-3-381,0-6 1,1-5 324,3-3 1,3-2 100,5-2 1,1-6 562,-1-2 0,1-3-198,-1-1 0,-4 3 456,0 1 1,-3 1-301,3-1 1,-4 1 192,4 3 0,0 3 165,5-4 1,-1 4 322,1 1 0,3 0-609,1 0 1,5 1-101,-2 4 1,5-3-344,4 7 1,-2-1 177,6 4 1,-5 1-715,1-1 1,-3 2 417,-1 2 0,-1 3-1211,1 6 0,-2 0 1479,-2 0 0,2 5 0,-3 1 0</inkml:trace>
  <inkml:trace contextRef="#ctx0" brushRef="#br2">19461 15461 7706,'-12'0'1162,"-1"0"-743,1 0 1,4 0 304,-1 0 1,7-1 180,-3-3-647,4 2 0,12-7 599,6 4 0,7-4-350,9 1 0,6 1-320,10-2 1,5 1 9,-1-4 1,7 4-1023,-3-1 0,4 2 61,1-1 0,-7-1-598,-6 4 1,-6 0 158,-10 1 1,-4 2 1202,-9-2 0,-2 8 0,-6 3 0</inkml:trace>
  <inkml:trace contextRef="#ctx0" brushRef="#br2">19572 15647 7706,'-13'16'0,"-4"1"0,9-1 975,0-4 0,12-1-406,8-2 0,7-4 332,10-5 0,8 0-352,9 0 1,6-5-110,1-4 0,11-7-802,-2-5 0,-28 8 1,0-1 315,0 0 1,-2-1-1,29-18-1225,-8 4 0,-7-4 841,-5 4 0,-9 0 188,-8 5 1,-11 3 241,-13 0 0,-11 1 0,-9-5 0</inkml:trace>
  <inkml:trace contextRef="#ctx0" brushRef="#br2">19894 15127 7706,'-19'-25'0,"2"5"429,9-1 0,4 10-79,8-1 1,8 8 40,9-1 1,6 4 221,2 1 1,10 6-240,-2 2 0,7 3 172,-3 1 1,6 2-169,-2 2 1,2 0-380,-2 4 1,-3 1 72,-9 4 0,-5 3-103,-7 1 0,-4 6-152,-9-2 1,-3 0-187,-5 4 1,-7-3-108,-5 7 1,-7-1 214,-10 1 0,1-2-143,-5 2 0,5-2 45,-5-2 0,5-2 48,-1-2 0,4-2 115,5-7 0,1-4-812,2-4 1008,3-2 0,-3-7 0,4-2 0</inkml:trace>
  <inkml:trace contextRef="#ctx0" brushRef="#br2">25807 14930 7935,'1'1'50,"11"3"298,0-2 516,-6 2-480</inkml:trace>
  <inkml:trace contextRef="#ctx0" brushRef="#br2">24038 14509 7979,'0'-17'115,"0"1"1,0-2 259,0 1 0,0 4 228,0-4 1,0 3-176,0 2 0,-4 4 285,0-1 1,-5 7-272,0-2 1,-2 8 54,-1 4 1,-4 8-131,-1 5 1,-4 4-175,5 4 1,-5 2 44,5 6 1,-2 2 8,1 2 1,4 3-94,-4 6 0,5-1 84,4 0 1,-3 2-214,2 3 1,4 1-137,1 3 0,4-3-77,4-6 1,3-1 117,5-2 0,5-9-206,-1-9 1,7-12 58,2-8 1,1-5-116,7-3 1,-4-11-124,4-6 1,4-12 177,4-8 1,5-5-480,-5-8 0,0 1 418,-4-1 0,-4 1-281,0-1 1,-2-2 195,-2 2 1,-2 2 415,-10 7 0,-2 3 55,-7-4 0,-3 4 110,-5 1 1,-6 1 637,-7 3 1,-5 3-444,-6 5 1,0 6 327,4 2 0,-4 9-361,4 4 1,-4 10 384,-1 6 0,-3 3-307,-1 10 1,0-3-607,4 7 0,0 1-277,1-1 0,0 4-647,4-4 0,2-5-1021,5-3 0,5-5 400,0 5 1753,0-6 0,1 3 0,1-6 0</inkml:trace>
  <inkml:trace contextRef="#ctx0" brushRef="#br2">24051 14558 11310,'0'12'1474,"-4"6"-1032,0 3 0,-6 4-24,2 4 0,-5 4-226,-3 8 1,2-3-106,-2 3 0,-2-2-1164,1-2 1,1 0 719,3 0 0,5-5-1660,0-3 0,5-5 304,-1-3 1713,3-9 0,1-1 0,0-4 0</inkml:trace>
  <inkml:trace contextRef="#ctx0" brushRef="#br2">23952 14904 6591,'7'6'2237,"2"-3"-1384,-4 5 1,4 0 14,-1 5 0,3 0-363,2 4 0,1 2-249,2 6 1,3-1-111,6 1 0,0 0-154,-1 0 1,5-5-775,0 1 0,6-5 582,-2 5 0,1-7-2892,-1-2 3092,3-5 0,-10-7 0,4 0 0</inkml:trace>
  <inkml:trace contextRef="#ctx0" brushRef="#br2">24768 14570 7418,'-17'-5'2498,"-1"5"-1484,-3 0 0,5 11 259,7 10 0,-2 3-588,3 5 0,-3 7 108,-1 5 1,3 6-310,1-2 1,5 3-269,-1 2 1,-1-2-369,1-3 0,1-2-471,7-6 1,3-4-884,5 0 1,1 0 776,-1 4 0,5-5-496,-1-4 1,6 1 434,-1-4 0,-2 0 790,2-13 0,-1-2 0,5-10 0</inkml:trace>
  <inkml:trace contextRef="#ctx0" brushRef="#br2">24942 14917 7883,'0'-13'0,"0"1"0,0 4 1961,0 0-1351,0 5 1,7-1 471,5 8 0,2 10-445,6 10 0,-3 7-167,3 6 0,0 2-377,0-1 0,-1 1 66,-2-6 1,-3-2-352,2-2 0,2-10 190,-1-7 0,3-5-695,-3-7 1,-1-3 388,-3-5 0,-1-2-748,0-10 1,-5-1 365,-3-4 0,2 1 259,-2-1 0,0 0 368,-4 0 1,-1 2-38,-3 2 0,1-2 266,-5 3 1,3-8-178,-3-1 0,5-4 534,-1 4 0,3-4-263,1 4 0,0-8 476,0 4 0,5 2 6,4 10 0,7-1-163,5 6 0,2 1-207,2 6 0,4 4-158,0 5 1,-5 0-383,-3 0 1,0 4 177,3 0 1,-4 6-990,-4-2 0,-2-1 556,-2 1 0,-1 0-1390,-3 5 1,-2-1 1812,-6 0 0,-6 6 0,0 2 0</inkml:trace>
  <inkml:trace contextRef="#ctx0" brushRef="#br2">25399 14942 8602,'13'6'1866,"-1"0"-1318,1-6 1,0 0-140,4 0 1,-2 0-195,5 0 0,-3-4-173,4 0 0,-6 0-184,1 4 0,-6 1-226,-2 3 1,-5 4-19,1 9 1,-10 2 271,-6 6 0,-2 4-7,-6-1 0,-1 8 16,-4 1 1,1 0 139,-1 5 1,7-9-83,6-5 1,1-7 617,7-4 1,6-5-213,11-4 1,6-2-47,10-6 0,2-11-486,6-6 0,6-5-716,2-3 0,-1 1-2832,2-1 3721,-6-5 0,1 4 0,-5-3 0,1 3 0,3 1 0</inkml:trace>
  <inkml:trace contextRef="#ctx0" brushRef="#br2">25845 14533 7883,'12'0'222,"1"0"1,0 0 371,4 0 1,-2 2 321,6 2 1,-1 3-386,5 5 0,5 6-133,3 3 1,-1 7-117,1 5 0,-6 3-329,2 1 0,-8 0 105,-5 0 0,-8 1-481,-3-1 1,-10 3 175,-3-3 1,-8 1-47,-5-9 0,-4 4-782,-4-4 0,-1 4 432,-3-4 0,2-2-307,2-6 1,4-3 949,0-6 0,-5 0 0,4 1 0</inkml:trace>
  <inkml:trace contextRef="#ctx0" brushRef="#br2">27057 14608 7979,'0'-13'1178,"4"5"-891,0 0 0,7 4-110,2-5 0,1 7 741,6-3 0,6 4-369,7 1 1,3 0-398,1 0 1,4 0-22,1 0 0,-1 6-51,-4 2 0,-5 3-97,-4 1 1,-7 6 71,-4 3 1,-9 2-43,-4 2 1,-8 1-242,-4 3 1,-9-2 239,-4 6 0,-2-5 50,-2 1 0,-3-2-6,-1 2 0,-4-3-36,4 3 1,-4-4-65,4-5 1,-1 4-206,1-4 0,4-3 98,0-5 0,1-1-775,3-7 0,2 4 414,-2-3 0,2-1-427,-2-4 0,3-2 939,6-2 0,0-3 0,-1-5 0</inkml:trace>
  <inkml:trace contextRef="#ctx0" brushRef="#br2">26822 14917 8973,'4'-8'1267,"0"-1"1,7 5-743,2-4 0,6 0-8,10-5 1,3 1-144,5 0 0,5-1-367,4 1 0,-2-1-444,1 1 1,-5 1-503,1 3 1,-2-2-2073,-2 6 3011,-11-6 0,3 9 0,-10-4 0</inkml:trace>
  <inkml:trace contextRef="#ctx0" brushRef="#br2">27305 14274 7979,'4'-9'-816,"0"1"1494,0 0 1,-4-4-152,0-1 0,0 5 1163,0 0-1170,0 5 0,-1-1 69,-3 8 0,1 4-188,-5 9 1,3 7-101,-3 9 1,1 10-100,-1 6 1,-3 1-86,3 4 0,-3 2-520,-2 2 1,5 3 423,0 5 1,1-4-908,-1 0 0,-3 0 472,3-4 0,-2-2-971,2 2 1,-2-7 593,6-2 1,-4-5 790,4-7 0,-5-1 0,5-3 0,1-4 0,2-3 0,1-1 0</inkml:trace>
  <inkml:trace contextRef="#ctx0" brushRef="#br2">27997 14756 7979,'0'-8'0,"0"0"1547,0 5 53,0-3-612,0 23 1,6 3-212,2 17 1,3 6-326,2 2 1,4 5-189,4 3 1,-2 2-2,2 3 1,0-8-349,3-9 0,-3-9 152,0-8 0,-1-6-96,5-10 1,0-4-179,-1-8 0,-3-8-257,0-9 1,-6-2-429,1-2 1,-3 1 407,-5-1 1,2 0-224,-6 0 0,0 1 399,-4-1 0,0 0 153,0 0 0,-2-1-59,-2-3 0,2-1 148,-7-3 0,5-3 10,-4 3 0,4-2 106,-4-2 0,1-5-3,-2 1 1,4 1 232,5 7 0,1-1 233,3 5 0,3 6-254,6 6 1,3 5 417,1 4 1,5 2-268,-2 6 1,5 0 176,4 0 0,-2 6-200,6 2 1,0-1-123,4 1 0,-1-1-399,-3 1 1,2 2 178,-7-6 1,1 0-1176,-4-4 0,3 0 625,-4 0 0,-2 1-3697,-9 3 4202,-6-2 0,-8 14 0,-5-2 0</inkml:trace>
  <inkml:trace contextRef="#ctx0" brushRef="#br2">28567 14855 8248,'8'4'867,"0"0"1,2 0-504,6-4 1,3 0 532,6 0 1,0 0-344,0 0 0,-1 4-557,1 1 1,-6 4 56,-2-1 1,-7 3-297,-2 2 1,-7 1 179,-1 2 0,-9 3 14,-8 6 0,-6-4 21,-2-1 1,2 1 9,-2 4 1,0-2 263,4-2 0,9 1-177,4-6 1,5-4-263,3-3 1,7-5 147,5 4 1,12-5-823,9 1 1,8-8-73,4-4 0,5-5-445,3-3 1,-7 2 1176,-1-3 1,-5-2 0,-3 0 0</inkml:trace>
  <inkml:trace contextRef="#ctx0" brushRef="#br2">28084 14224 7979,'0'-7'2361,"6"0"-1430,2 3 0,8 3-362,5-3 1,2 2-530,2 2 0,0 0 25,0 0 1,-6 0-414,-3 0 0,-3 2 192,-5 2 0,-4 4-20,-8 9 0,-4-2 123,-9 5 0,-6-3-222,-6 3 1,-4 1 481,4 4 0,0-2-147,4-2 1,6-2 202,3-2 1,7-4 115,5 4-296,3-3 0,12-2 30,5 0 0,6-5-136,3-3 1,-1-2 190,-4-2 0,-1 0 5,-2 0 280,-9 5-337,3 2 1,-14 5-21,-5 1 0,-1-2 10,-12-3 1,0 3-483,-3-3 0,-4 3-271,3 2 1,-2-5-569,6 0 1,-1-1-112,2 1 0,-2 2 1326,5-6 0,-5 6 0,3-4 0</inkml:trace>
  <inkml:trace contextRef="#ctx0" brushRef="#br2">24137 16067 7979,'0'-12'0,"-4"-5"360,0 1 1,-5-1 160,0 5 0,0 0 98,0-1 0,-2 6-189,3 3 0,-3 3-143,-1 1 1,-1 1 68,1 3 0,0 9-118,-1 7 1,1 9 227,0 4 0,-1 4-9,1 4 0,4 3 21,-1 6 1,5 5-619,-4 3 1,5 2 305,-1 2 1,3 0-441,1 0 1,0-1 255,0 1 1,1-11-179,3-6 0,3-12 129,6-8 1,4-10-434,4-6 1,2-12 199,2-1 0,5-13 149,3-8 1,3-6-74,1-10 0,-1 1-254,-3-6 0,-3 2 168,-5-1 1,4-3 167,0 3 1,0-3 119,-5-2 1,-3 2-137,0 3 0,-6-6 176,1 5 1,-8 1-185,-3 8 0,-5 0 65,-5 0 0,-1 1 148,-7 3 0,-3 3-93,-1 5 0,-5 7 333,2 6 1,-4 5 16,-1 7 1,1 7-252,-1 5 0,0 6 12,0 7 0,1 4-359,-1-1 1,0 5-302,0-4 1,5 0-446,-1-4 0,6 2 1040,-1-2 0,-4 3 0,1-9 0</inkml:trace>
  <inkml:trace contextRef="#ctx0" brushRef="#br2">24125 16079 7979,'0'13'2034,"0"-1"-1277,0 1 1,0 3-302,0 1 1,0 9-340,0-2 1,0 11 83,0 2 1,-1 4-303,-3 4 1,-3 2-28,-6-6 0,1 1 7,0-5 0,-4 3-306,4-3 0,-3-3-686,7-9 0,1-6-1377,-1-2 2056,5-4 1,-3-9 433,6-8 0,5-8 0,-1-13 0,5 0 0,0 1 0,0 3 121,-1 0 0,2 5 70,-6-5 0,2 10 352,-2-1 0,-2 8-204,7 0 1,-5 2 887,4 2 1,0 2-539,5 2 1,-1 7-246,0 5 0,1 6-155,-1-1 1,2 6-289,2 2 1,0 0-75,4-4 0,1 0-89,4-1 1,1-4-92,3-4 1,-2-2 132,6-2 1,-4-4-2564,4 1 2683,-11-7 0,7 4 0,-10-6 0</inkml:trace>
  <inkml:trace contextRef="#ctx0" brushRef="#br2">25090 16154 7979,'0'-20'-530,"0"4"1229,-5-3 0,2 6 280,-5 1-329,5 5 1,-4 8-220,3 4 1,-2 7-80,-2 9 1,-3 9 48,3 7 0,-3 6 158,-1 6 0,-1 0-20,1 1 0,4 5-367,-1 3 1,7-2-180,-3 2 0,4-6 106,1 2 1,1-4-908,4 0 1,6-6 565,5-3 1,2-8-531,-2-4 0,4-8-293,4-5 1,1-8-338,0-4 1,0-4-163,-1-4 1564,1-8 0,0-2 0,0-4 0</inkml:trace>
  <inkml:trace contextRef="#ctx0" brushRef="#br2">25362 16438 7979,'-7'25'0,"-2"0"529,5-1 1,0 1-125,4 0 1,1 1 151,3 3 0,3-4-131,5-1 0,1 0-161,-1-8 1,5-3-130,-1-5 0,6-5 50,-1 1 0,-2-3-292,1-1 0,0-5 160,0-4 1,2-6-27,-5-1 1,-1-2-19,-3 1 0,-1 2-314,0-5 0,-1 0 0,-2 0 1,0-4-78,-5 4 1,5-4 105,-5 0 0,4-1 116,-4 0 0,2-4 38,-2 0 0,-3-1-2,3 1 0,-2-2 212,-2-6 1,0 4-74,0 0 0,0 1 65,0-1 1,0 4 77,0 9 0,0 2 174,0 5 0,1 2 197,3 3 1,-1 3-194,5 5 1,0 1 1,5 3 1,3 3-136,1 5 0,5 1-359,-2-1 0,4 0 136,1 1 0,-1-5-157,1 0 0,4-5-152,0 1 0,4-2-170,-4-2 0,4 0-827,-5 0 0,-3-5-179,-4 1 1504,-12-5 0,8 2 0,-10-6 0</inkml:trace>
  <inkml:trace contextRef="#ctx0" brushRef="#br2">25338 16005 7979,'8'-11'961,"0"3"0,-4-2 417,4 6-922,1-5 1,3 3 1,0-2 0,2 2-559,3 6 1,-8-4 135,4 0 0,-4 0-96,4 4 1,-5 4 119,0 0 0,-5 6-357,1-2 0,-4 7 77,-4 2 1,-3 3 19,-5-3 1,-1 1 81,1-2 1,4-1 265,-1 6 1,5-5-82,-4 5 0,5-6-51,-1 2 1,3-4-208,1 0 1,5-5 143,4 0 1,6-5 72,1 1 0,1-2-33,-5-2 0,0 1-179,1 3 1,-6-1-129,-3 5 1,-3 0 162,-1 5 1,-10 3-364,-2 1 1,-8 3 169,-1-3 0,2 3-542,-2-3 1,6 3 886,-2-3 0,9-6 0,-3 0 0,4-4 0</inkml:trace>
  <inkml:trace contextRef="#ctx0" brushRef="#br2">25894 16401 9198,'9'0'1276,"-1"0"0,-4 0-908,4 0 1,0 0-353,5 0 1,-1 0-74,1 0 0,-5 0-445,0 0 0,-1 6-195,1 2 1,-2 3 370,-6 1 0,0 2 435,0 2 0,-6 0-90,-2 4 0,-5 1 475,-3 3 0,1 5-233,-6 0 1,6-4 397,-1-4 1,3-2 248,5 1-218,3-2-679,5-5 1,11-8 115,5-5 0,10-7-686,3-9 1,5 1 327,-1-6 0,3 0-1370,1-3 0,0-1 72,0 0 1529,-5 0 0,-2-5 0,-5-1 0</inkml:trace>
  <inkml:trace contextRef="#ctx0" brushRef="#br2">26463 16055 7979,'7'8'850,"-3"0"1,3-5-272,1 1 1,3 3 567,2 1 1,-1 3-545,1 2 0,3-1-237,1 0 1,-1 6-326,-4 3 1,1 2-261,-1 2 1,-5 4-503,-3 0 1,-2 5 530,-2-1 0,-6 3-245,-2 1 1,-5 0 160,-3 0 0,-3 0-572,-6 0 0,2-1 227,2-3 1,-2-3-236,2-5 0,-2-4 854,-2-1 0,0-5 0,0 3 0</inkml:trace>
  <inkml:trace contextRef="#ctx0" brushRef="#br2">27329 16191 7979,'13'0'0,"-5"0"465,0 0 0,1-4-80,3 0 1,6-6 291,2 2 0,4 2-198,0 2 0,5-1 131,0 0 0,6 1-223,-2 4 1,1 0-177,-1 0 0,0 2-158,-8 2 1,1 7 127,-10 5 1,1 2-228,-5-1 1,-5-2 99,-3 5 1,-2 0 20,-2 0 1,-7 4-9,-6-4 0,0 4-116,-8 0 0,-1 1-48,-7 0 0,2 1-76,-6 3 1,1-3-361,-1 3 1,-1-3 274,5-1 1,-2-5-308,3 1 1,6-6 206,-3 1 0,8-7-767,1-5 1,6-3 499,2-1 1,5-7 624,-1-5 0,-3-11 0,0-9 0</inkml:trace>
  <inkml:trace contextRef="#ctx0" brushRef="#br2">27268 16463 8294,'12'-11'1650,"0"3"1,2 1-958,3 3 1,2 2-249,6-2 0,5 1-57,3-1 0,2 2-419,3-7 1,3 5-473,0-4 0,-5 1-90,-7-1 0,-3-3-720,-1 3 1,-6 1 1312,-3-2 0,-7 1 0,-4-4 0</inkml:trace>
  <inkml:trace contextRef="#ctx0" brushRef="#br2">27602 15869 7979,'0'-8'656,"0"0"625,0 5-418,0-3-267,0 23 0,0 4-158,0 16 1,0 1-128,0 3 1,0 3-88,0 6 1,0 3-357,0 1 0,0 5-7,0-1 0,-5-3-185,1-2 0,-5-3-773,0-5 0,0 3 568,1-2 0,-2-8-265,6-1 1,-4-6 232,3 1 0,1-4 561,4 1 0,0-9 0,0-2 0</inkml:trace>
  <inkml:trace contextRef="#ctx0" brushRef="#br2">28282 16178 7979,'0'-6'506,"-1"0"176,-3 6 0,2 3 318,-2 5 1,4 7-456,4 14 1,3 4 55,5 8 1,2 3-168,3 6 1,2-2-486,6-3 0,-1-4 124,1-8 1,4-4-345,0-8 1,-2-5 132,-6-7 1,2-5-15,-2-8 0,-3-3-914,-2-6 0,-6 1 425,-2 0 1,-5-1 69,1 1 0,-3-1 148,-1 1 0,-1-4 452,-3-1 0,1-3-116,-5 3 0,4-5 140,-4 1 1,3-6 61,-3-2 0,4-1 170,-4 1 0,5-3 7,-1-5 0,3 0-92,1 0 0,0 1 335,0 3 0,9 3-207,4 5 1,9 6 115,2 3 0,2 3-55,7 5 0,-1 3-306,1 5 0,3 0-114,-3 0 1,-3 4-384,-1 0 1,-3 5-374,-1 0 0,-2-3 432,-2 3 0,-3-5-2299,-6 4 2654,0 0 0,-5-1 0,-1-1 0</inkml:trace>
  <inkml:trace contextRef="#ctx0" brushRef="#br2">28752 16376 7979,'-5'7'0,"2"3"0,-5-6 825,5 0 0,3-4-47,8 0 1,10 0 128,7 0 0,1 0-555,7 0 0,-1 0-128,1 0 1,1 0-340,-5 0 0,-2 1 197,-6 4-363,-3 1 0,-11 11 293,-3-1 1,-4 6-316,-4-1 1,-9 2 165,-7 2 1,-2 4 119,1 0 1,-1 0 432,5-5 0,2-4-156,7-4 1,3-2-167,5-2 1,11-5 40,5-3 0,9-4-98,8-4 0,5-3 136,12-5 0,3-5-1061,1 1 0,4-5-468,-5 5 0,1-5 1356,-5 5 0,1-6 0,-3 4 0,-6 3 0,-5 4 0</inkml:trace>
  <inkml:trace contextRef="#ctx0" brushRef="#br2">13237 14201 7820,'-9'-7'-25,"1"3"0,4 1 0,-4-1 0,3 2 456,-3-2 1,0 3-132,-4 1 1,-5 1-137,0 3 1,-5 3-18,2 6 0,-8-1 51,-1 0 0,-1 6 9,1 3 0,-1 4-15,-3 4 1,-3 3-35,3 5 1,-5 5-322,-3 4 0,1 8 193,17-26 1,1 2-1,1 0 1,0 2 47,-1 0 0,-1 2 0,0 0 0,0 2-122,-1 3 1,-1 1 0,0-4 0,1 1-175,1 2 1,1 0 0,2-3-1,3 1 124,1 2 1,3 1-1,2-4 1,2-1-10,2 1 0,2-1 0,1 29-381,12 3 1,7-8 377,14-1 0,8-5 77,-15-23 0,2-2 1,2-1-1,0-1 20,1 1 1,0-1 0,5 0 0,1-1-191,0 0 1,0 0 0,4 0 0,0 0 231,4 0 0,1-1 0,0 1 1,2-2-203,5 1 0,1-2 0,-1 0 0,1-1 108,5-2 0,2-1 0,1 1 0,1-1 25,6 1 1,2-1 0,0-1 0,0-2-182,-19-5 0,0 0 0,1-1 0,-1-1 0,1-2 0,0 1 196,1-1 0,1-1 1,1 0-1,1-1 0,2-2 1,-1 0-6,4 0 0,0 0 0,0-1 0,0-1 0,0 1 0,0-1 18,1 0 1,0 0-1,1 0 1,-2-1-1,1 1 1,0-2-25,0 0 1,1-1 0,-1 0 0,0 0 0,0 0 0,1-1 53,2-2 1,0-1-1,0 0 1,-3 0 0,0 0-1,1 0-235,0-1 1,1 0-1,0-1 1,-2 1 0,0-1-1,0 0 271,1 0 0,-1-1 0,0 0 0,0 0 0,0-1 0,0-1 2,1-1 1,1-2 0,0 2 0,-4 0 0,0 0 0,-1 0 8,1 0 0,0-1 0,-1 0 1,-1-1-1,-1 0 0,0-1-140,-2 0 0,0-1 0,1 1 1,0-1-1,0 0 0,-1 0 104,0-2 0,-1-1 1,-1 1-1,-2 0 1,0 0-1,-2-1-43,-1 0 1,-1-1 0,0 0-1,17-10 1,-1 0 43,-1 0 1,-2 0 0,-5-2 0,-1 0-48,0 0 0,-3-1 0,-7 1 0,-2-1 15,-1 1 0,-1 0 1,-6-1-1,-3-1 85,-2-2 0,-2-1 0,-2 0 1,-2-1-200,-2-2 1,-3 0 0,-4 2 0,-2-1-31,-4-3 0,-2-1 1,-2 2-1,-2-1 57,-2-3 0,-2 1 0,-4-1 0,-3 0 13,-5-2 0,-3 0 0,-4 1 1,-3 1 244,-5 0 0,-2 1 0,-6 0 0,-3 0-193,-7-3 1,-4 1 0,17 17-1,-2 0 1,-2 1 43,-2-2 1,-1 0-1,-1 2 1,-3 1-1,-1 2 1,-1 1-106,-2 0 1,0 0 0,-2 1 0,-2 0 0,-2 1-1,0 1 153,-3-1 1,-1 1-1,-1 1 1,12 5-1,-1 1 1,-1 1-1,-1 1-36,0 1 1,0 1 0,-1 2-1,-1-1 1,-3 1 0,0 0-1,-1 0 1,0 2-197,1 1 1,1 0 0,-1 2 0,-1-1 0,-3 1 0,0 1 0,-1 0 0,-1 1 80,0 0 0,-1 1 0,-1 0 1,1 1-1,-3 0 0,-1 1 0,1 1 1,-1 0-96,1 1 0,0 0 0,0 0 1,-1 1-1,1 0 0,0 0 0,-1 1 1,1 1 63,2 0 1,0 1-1,0 1 1,0 0-1,-1 0 1,1 2 0,-1-1-1,0 1 110,12-1 0,0-1 0,0 2 0,-1-1 0,1 1 0,0 0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8522 3683 7845,'7'-5'540,"-1"4"-189,-1-10 1,-3 8 730,2-5-303,-3 5-503,-1-3 0,4 12 48,1 2 0,4 9-113,-1 3 0,1 4-100,3 1 0,-2 3 57,6 1 1,0 4-200,0-4 0,-2 0 57,2-4 1,4-1-57,0-4 0,-2-2-70,-1-5 1,-2-7 42,2-1 1,-4-4-221,4-1 0,-3-6 80,-2-2 1,0-4-87,1-5 1,-2 2 77,-3-6 1,2 1 39,-6-5 1,4 0 56,-4 0 1,5-4-1,-5 0 1,4-1 158,-4 1 0,2-3-113,-2-5 1,-1 0 195,5 0 1,-4 1-44,4 3 1,5 3 167,3 5 1,2 6-90,-1 2 1,2 5 102,6 3 1,-5 4-259,1 5 0,-2 0-278,2 0 0,-3 1-169,-6 3 0,1 3 225,-1 6 1,-1-1-1034,-3 0 0,-2 2 1240,-6 3 0,-6 2 0,0 6 0</inkml:trace>
  <inkml:trace contextRef="#ctx0" brushRef="#br0">8994 3758 7845,'8'0'494,"0"0"1,1 0 78,3 0 0,1-4-13,-1 0 1,4-5-319,1 5 0,5-4-18,-1 4 0,1 0-184,-2 4 0,-2 0 82,-5 0 0,-1 0-270,1 0 0,-2 5 173,-3 3 0,-3 5-236,-5 3 0,-1 2 39,-3 3 1,3 1 6,-4-5 0,0 3 52,1-3 1,0-1 54,4-3 0,0-1-67,0 1 1,9-5 75,4 0 0,7-5-251,1 1 1,2-3 77,2-1 1,0 0-735,0 0 0,1 0 956,3 0 0,-3-5 0,5-2 0</inkml:trace>
  <inkml:trace contextRef="#ctx0" brushRef="#br0">8411 3101 7845,'29'-13'551,"0"1"1,0-5-145,-5 1 1,1-1-67,0 5 1,-1 4 300,-4-1-156,-2 6 1,-11-1-497,-3 8 0,-4 8 39,-4 4 1,-3 6-296,-5-1 0,-2 4 265,-3 4 0,4-3-294,-4 3 1,5-9 170,3-3 0,0 1-155,5-2 0,-1 1-31,5-5 358,0 1 0,6-2 121,2-3 0,5-1-47,3-3 0,2-3-1,3 3 1,2-2-18,-2-2 1,-3 1 136,-2 3 0,-2-1-44,-1 5 1,-5 1 76,0 3 1,-5 0 1,1 1 0,-7-1-92,-1 1 1,-6-2-187,2-3 0,-3 3 111,-1-3 1,1-1-711,2 1 0,-2-5 344,3 1 0,-3 2-895,-1-2 1,3 0 486,1-4 1,-1-1 664,-8-3 0,3-3 0,-4-6 0</inkml:trace>
  <inkml:trace contextRef="#ctx0" brushRef="#br0">10693 3671 7845,'0'-12'269,"-4"3"562,0 1 587,0 5-972,-1-2 0,3 6 175,-2 3 1,4 5-215,4 7 0,-2 3 147,2 6 1,1 1-168,-1 3 0,2-2-462,-2 2 0,-3-7 119,3-2 1,-1 0-1862,1 0 71,-2-2 330,9-5 0,-8-8-364,5-5 1780,-5-5 0,2-19 0,-5-2 0</inkml:trace>
  <inkml:trace contextRef="#ctx0" brushRef="#br0">10693 3460 8558,'-1'-11'526,"-3"3"0,3 1-261,-4 3 1,5 3 388,5-4 0,1 0-877,7 1 0,5 0-1049,2 4 1,4 0 1271,1 0 0,5-6 0,2-1 0</inkml:trace>
  <inkml:trace contextRef="#ctx0" brushRef="#br0">11190 3510 7845,'-2'11'833,"-2"-3"0,-3 3 90,-5-3 545,-1 3 0,2 2-673,3-1 0,-2 1-581,6-1 1,0 0-4,4 1 0,0-1-140,0 1 1,2-1 39,2 0 1,3 1-418,5-1 1,0 1-41,1-1 0,3-1 81,1-3 0,-1 3-74,-3-2 0,3-2-173,1 1 303,-1 0 0,-3 3 91,-1-3 1,-5 3-71,-3-2 0,-2-2-97,-2 1 0,-2 0-272,-2 5 0,-3-2-511,-5-3 1,-1 3 487,1-3 0,-4-1 580,-1 1 0,-5-5 0,3 3 0</inkml:trace>
  <inkml:trace contextRef="#ctx0" brushRef="#br0">12778 3621 7845,'0'-19'0,"-6"-3"442,-2 6 0,-3-1 99,-2 5 1,-3-1 55,-1 1 0,-3 5 131,3 3 1,-4 8-279,5 4 0,-5 9 112,5 3 0,-1 8-185,5 1 1,1 4-324,2-4 1,4 0 130,5-4 0,0-6-168,0-2 0,1-5 142,3-4 1,5-2-319,7-6 1,3-7-659,6-6 0,4-4 431,0-8 1,1-4-214,-1 0 0,-2-4 220,2 4 1,-7 0 59,-2 4 1,0 6 79,0 2 0,-2 5 172,-5 4 1,-2 3 136,-3 10 0,-3 3 285,-5 8 1,5 4 257,-1 4 0,0 1-309,-4 0 0,0-1-358,0-4 0,0 2 181,0-5-811,5-1 1,2-5 363,6-2 1,-1-4-1267,0-5 1,1 0 1585,-1 0 0,6 0 0,1 0 0</inkml:trace>
  <inkml:trace contextRef="#ctx0" brushRef="#br0">14006 3547 7845,'7'-12'968,"4"-1"-562,-3 1 1,10 1 112,7 3 1,5-3 53,7 2 1,4 4 26,1 1 0,-1-2-387,-4 2 1,-1 0 10,-3 4 1,-8 0-699,-8 0 474,-9 5 1,-3 4-503,-5 7 1,-11-1 301,-5 6 0,-8-4-134,-4 3 0,0 2 64,-5 7 1,1-3-54,-1 3 0,-1-3 578,5-1 1,0 0-179,4 0 0,6 0 534,2 0 0,5-1-302,3 1 0,4-6 222,5-2 0,11-5-173,5-3 1,8-4 24,5-5 1,3-1-261,5-3 0,0-3-391,0-6 0,0-3-1232,1-1 1,-5-3 785,0 3 1,-6-4-1880,2 5 2593,-3-6 0,-6 8 0,-2-4 0</inkml:trace>
  <inkml:trace contextRef="#ctx0" brushRef="#br0">14564 3659 7845,'0'8'80,"0"0"2363,5-5-1754,-3 8 1,9-5 292,-3 2 0,-1 1-580,1-4 0,5-1-191,3-4 0,8 0-279,0 0 0,3-7 96,6-6 0,0 0-583,4-8 1,-4 2 447,0-2 1,-5-2-698,1 2 1,-9 2 270,-3-2 1,-5 6 135,-3-2 0,-5 5 299,-8 4 1,-9 1 340,-7 3 1,-4 2-28,-1-2 0,-4 3-126,0 1 1,0 7 712,5 5 1,0 2-318,4 6 1,-4 5 451,3 4 0,2 1-409,-2-1 1,8-1-182,0 5 0,2-5-529,7 1 1,0-3-490,4-1 1,0-2-823,0-2 1,7-5 800,5-8 1,2-2-349,7-6 1,-1 0-13,5 0 1051,-6-11 0,10-3 0,-2-11 0</inkml:trace>
  <inkml:trace contextRef="#ctx0" brushRef="#br0">15135 3497 9107,'6'9'1316,"-1"-1"1,-4 6-461,-1 6 1,0 4-318,0 1 0,-1 5-546,-4 3 1,4 2 41,-3-2 1,-2 1-409,2-5 1,-1 0 297,1-4 1,2-6 70,-2-2 8,3-9 1,2-4-213,3-8 0,5-4-16,7-9 1,-1-6 93,6-6 1,-3-6-162,7 2 0,-3 1 127,7-1 0,-3 6-862,-1-2 1,-1 3 451,1 1 1,-1 6-996,-4 2 1569,-2 3 0,0 2 0,2-1 0</inkml:trace>
  <inkml:trace contextRef="#ctx0" brushRef="#br0">15544 3696 7845,'7'-1'-660,"-3"-4"3167,-3 4-1100,5-5-40,-5 6-961,5 0 1,-6 6-174,0 2 0,0 3 4,0 2 1,0-1-311,0 1 1,1 3-9,3 1 0,-1-2 177,5-7 0,1 2-375,3-6 0,2 0 119,2-4 1,4-3-567,4-5 1,3-6 318,2-11 1,-3 1 19,3-1 1,-7-4 132,-2 0 0,-6 0 189,-1 4 0,-7 4 120,-6 1 1,-2 5-88,-7-2 0,0 7 98,-12 2 1,0 5-24,-3-1 1,-3 4 403,-2 4 1,7 7-174,-2 6 1,2 1-33,-3-2 1,1 4-75,4 4 1,-2-3-1341,5 0 1,1 1 186,3 7 985,1-3 0,-6 10 0,-1-4 0</inkml:trace>
  <inkml:trace contextRef="#ctx0" brushRef="#br0">17033 3584 7845,'0'-12'0,"-6"1"132,-2 3 1,1-2 688,-1 6 95,-1 0 1,-3 15-284,0 5 1,-1 6 114,1 3 1,3 4-309,1 0 0,4 0-101,-4-4 0,5-2-392,-1-2 0,4-3 106,4-6 0,4-5-38,9-3 0,2-4-294,6-4 1,0-4-408,0-9 1,-5 2 236,1-6 1,-2 2 140,2-2 0,-5-1 211,-7 6 1,0-1-120,-5 5 1,1-1 272,-5 1 0,-6 4-117,-2 0 0,-3 5 198,-2-1 1,1-2-217,0 2 1,-1 0-257,1 4 1,-1 0-643,1 0 430,5 5-403,2 2 1,5 6 489,0-1 1,0 0 458,0 1 0,5-6 0,2 9 0,5-2 0</inkml:trace>
  <inkml:trace contextRef="#ctx0" brushRef="#br0">17430 3634 7845,'6'7'2337,"5"-2"1,-8-5-1770,5 0 0,1 0-435,3 0 0,6-5 47,3-3 1,2-5-927,2-3 0,5-4 532,3-5 1,9 1-2994,3-1 2905,3 0 0,2-5 1,0-2-1</inkml:trace>
  <inkml:trace contextRef="#ctx0" brushRef="#br0">17802 3237 7845,'-18'12'-214,"-3"1"1,3-5 85,2 0 0,2 2 128,1 7 0,2 2 0,3 6 0,-1 5 0,4 3 0,1 4 0,4 5 0,0 6 0,0 6 0,0 1-261,0-2 0,0 8 3177,0 5 1,-4 3-1593,0-7 0,-6 0-936,2-12 1,-2 2-307,2-6 0,-3-1 5,3-4 1,1-5-206,-1-11 1,4-6-445,-5-2 1,1-8 276,-4 0 1,2-6-635,-2 1 1,5-3 664,-10-1 1,6-5-499,-5-4 0,-4-2 53,0-1 0,-4-6-149,-1-3 1,-1-8 847,-3-4 0,-3-3 0,-5-1 0</inkml:trace>
  <inkml:trace contextRef="#ctx0" brushRef="#br0">18732 3758 7845,'0'-12'470,"0"-1"-48,0 1 106,0-1 0,6 1-122,2-1 0,3 1 95,1 0 1,6-1-163,3 1 0,6 4-294,2-1 1,5 7 165,-6-3 0,6 11 26,-6 6 1,0 6-152,-7 7 1,-1 1 82,-7 3 1,1 3-68,-10 5 0,0-1-25,-4-3 1,-2 1-244,-2-5 0,2 4-237,-7-4 1,2-1-329,-1-7 1,1-5-1289,3-8 1432,3 3 0,1-15-341,8 0 0,3-11 928,1-6 0,6-8 0,2-2 0</inkml:trace>
  <inkml:trace contextRef="#ctx0" brushRef="#br0">19241 3559 7845,'-13'0'1329,"1"0"1,-5 7-735,1 6 0,-10 6-190,1 10 1,-4 3-11,0 5 1,-3 6-292,-5 2 0,1 1 54,3-5 0,7-1-898,5-11 0,6-2 429,-1-6-2150,2 2 1770,7-9 0,1-3-899,6-11 1590,0-5 0,6-13 0,1-1 0</inkml:trace>
  <inkml:trace contextRef="#ctx0" brushRef="#br0">19414 3225 7845,'13'-6'0,"1"1"747,2-4 1,-1-2-236,6 3 0,-6 1 306,2-1 0,1 5-320,-2-1 1,1-2-257,-5 2-84,-5 0 1,3 10-157,-6 2 0,0 3 34,-4 1 0,-6 6 8,-2 3 0,-3-2-150,-1 2 0,-5-2 60,1 2 0,3 1-246,5-6 1,1 5 114,-1-4 1,2-1 97,6-3 0,0-1 24,0 0 1,2-1-125,2-2 0,3 2 208,5-3 0,-4-1 584,1 1-365,-1 0 0,-1 5-65,-3-1 5,-3 1 0,-2-1-24,-3 0 1,-3 1-513,-6-1 1,-3 1 221,-1-1 1,-3 0-1045,3 1 0,-4-2 134,5-3 0,-1 3-983,5-3 2019,-6-2 0,-1 5 0,-6-4 0</inkml:trace>
  <inkml:trace contextRef="#ctx0" brushRef="#br0">19985 3808 7614,'-7'0'2199,"0"0"-930,3 0-461,3 0 0,-3 0-335,8 0 0,3 0-46,5 0 1,2 0-205,2 0 1,5 0-185,8 0 1,-3 0-886,3 0 0,3 0 623,1 0 1,1-2-724,-1-2 0,3-3 423,-3-5 0,3-2 523,1-3 0,6-2 0,1-6 0</inkml:trace>
  <inkml:trace contextRef="#ctx0" brushRef="#br0">20655 3535 7845,'12'-2'850,"1"-2"0,-5 3-48,0-3 0,2 2 57,6 2 0,0 0-430,4 0 0,-3 0-7,4 0 0,-1 0-591,5 0 1,-4 2 171,-1 2 0,-4-1-238,0 5 1,-2 1 230,-2 8 0,-5-2-412,-3 6 0,-4 1 17,-4 7 1,-4 2 100,-9 7 0,-2-1 192,-6 0 1,0-1 346,1-3 1,4 0 60,4-8 0,3 1-154,5-9 1,4-1 61,8-3 0,4-2 50,9-3 0,4 1-126,8-4 0,8-1-275,8-4 1,5 0-403,4 0 1,-2 0-425,6 0 0,0 0-1896,4 0 2863,-11 0 0,3-4 0,-12-1 0,-2 3 0,-4 0 0</inkml:trace>
  <inkml:trace contextRef="#ctx0" brushRef="#br1">16077 5184 7848,'7'0'-236,"-1"-5"225,-6 3 488,5-9-76,-3 4 344,3-5-465,-5 0 0,0-1 188,0 1-45,0 5-84,0-4 1,0 8 109,0-5-1,0 5-322,0-2 0,0 6 98,0 3 1,0-1-201,0 5 1,4 0 83,0 5 1,6 5-62,-2 2 0,3 0 52,2 0 0,-1 5-216,1 4 1,-1 6 50,0-2 0,1 8-54,-1 4 1,1 5-151,-1 4 0,-5 2 246,-3 6 1,-3 0-243,-1 0 0,0 0 265,0 0 1,0 3 116,0-3 1,0-3-66,0-9 1,0 0-7,0-1 0,0 5-7,0 0 1,0-5 208,0-3 0,0-1 10,0 5 1,0 4-102,0-1 1,0-2-178,0-1 0,2-2 97,2 10 0,-3 0-241,3 4 0,-2 0-177,-2 0 0,4 0 239,0 0 0,2-1 47,-2-4 1,-3-1 21,3-7 0,2 2 80,-2 3 1,4 1 69,-4 3 0,5-3-144,-5-5 1,1-1 7,-1 1 1,-1 4 22,5-1 0,-3 1 46,3-4 1,-4 5-428,4 3 1,-6-23 0,-1 1 142,1 3 1,0 1 0,0 2 0,-1 0 192,1 1 1,0 1-1,-1 2 1,-1 0-11,2 1 1,1 1-1,-3 2 1,1-1 0,-1-1 1,0 0-1,0-1 1,0-1 223,0-6 1,0-1 0,-2 3 0,0 1-87,0 1 1,0-1-1,-1-2 1,2 1-17,0 1 0,2 1 0,-1-2 0,0 0-45,-1 1 1,2 0 0,-2 3 0,2 1-130,-1 0 0,0 1 1,-1-1-1,2 0 45,-2 0 0,2 1 1,-2 0-1,2 0-216,-2 3 0,2 1 0,-2 0 1,2 1 229,-1 5 0,0 0 1,0-3-1,0 0-209,-1 5 1,2 0-1,-2 0 1,2 0 245,-1 0 0,0 0 0,-1 4 0,2 0-40,-1 2 0,0 0 0,-1 1 0,2 0 20,-1-1 1,0 0 0,0 2 0,0-1-3,0 0 1,0-1-1,-1-1 1,0 0-15,-1 2 0,0-1 1,1-5-1,1-1 31,-2 0 0,-1 0 0,3 0 0,-1 0-9,1 0 0,0 0 0,0 3 0,0 2 5,0 1 0,0 0 1,0-1-1,0 0 0,0-1 0,0 0 0,0 1 0,0-1 1,0 0 1,0 1 0,0 2 0,0 1-11,0 0 0,0 0 0,0-2 1,0 0-235,0 2 0,0 1 0,0-2 0,0-1 243,0 2 0,0 1 0,1 0 0,-1 0 49,2 1 0,1 0 0,-2-3 0,0-2-19,3 2 1,1-1 0,-3 0-1,0 0-17,2 0 0,0 0 0,-2 0 0,0 1 4,2 1 0,0 0 0,0-4 0,-1 0-1,1 2 1,1 1-1,0-2 1,1 0 17,-2-1 1,0 1 0,-1 1-1,1 1-16,0 0 1,0-1-1,-2-3 1,0-1 42,2 0 1,0 0 0,-1-1 0,-1-1-127,2 2 1,0 0 0,-2-1-1,0 0 164,2 1 0,0 0 1,0-2-1,-1 1-42,1 3 1,0 0 0,0 1 0,-1 0 61,0-2 1,-2 2 0,1 2 0,-1 1 18,3-4 0,0 0 0,-2-1 0,-1-1 13,1-5 1,0-2-1,0-2 1,-1 0-84,1-1 1,0-1 0,-1 1 0,1-2 49,2-2 0,0-1 0,0 0 0,-1-1-135,1-9 0,0 0 0,2 1 0,-2-1 585,0 25 0,5-5-1127,-5-11 0,0-9 582,-4-8-2148,5-8 2141,-3-9 0,3-6 0</inkml:trace>
  <inkml:trace contextRef="#ctx0" brushRef="#br1">16387 4986 7608,'-16'5'-762,"-1"4"1,-1-4 1629,2-1 1,2-2-328,-2-2 1,6 0 62,2 0 1,-1 1 160,-3 3-290,5-3-76,-4 5-159,10-6 0,-3 0-22,8 0 0,3 0 84,5 0 0,7 0-94,6 0 1,1 0-22,7 0 1,1-4-111,3 0 1,1-2 65,4 2 0,-4 3-254,4-3 0,2-2 108,1 2 0,8-6-66,0 2 1,5 1-334,-4-1 1,4 4 45,-4-5 1,5 5 126,-1-4 1,-7 5 45,-2-1 1,-3 3 64,-1 1 0,4-4 30,-4-1 0,-2 1 89,-2 4 0,2 0-83,-2 0 0,1 0-200,-5 0 0,1 0 43,4 0 0,-4 0 87,4 0 1,0 0 77,0 0 1,-4-4-58,0 0 1,-4-1 163,7 0 0,2 3-54,-1-7 1,4 1 290,0-4 0,3-1-51,5 1 0,1 4-369,3-1 0,3 2-221,-3-1 1,2-1 245,2 4 1,3-3 80,-3 4 1,3-4-22,-7 4 1,3-2 27,1 2 1,4 3-41,0-4 0,0 3 204,-4-2 1,0 2-69,0-2 1,0 3 14,0 1 1,0 0-12,0 0 0,6-4-35,-33 1 0,0 1 0,33-2-14,-2 4 0,-3 0 18,-1 0 1,2 0-162,2 0 0,-3 0 81,3 0 0,-2 0 17,-2 0 0,3 2 14,-30 0 0,0 0 1,30-1 107,-30 1 1,0 0 0,30 0-28,-3-2 1,1 0-39,3 0 1,-2 0-49,2 0 0,-1 0-73,1 0 1,0 0 17,-29 0 1,1 0 0,28 0 40,4 0 0,-4-4-249,0-1 1,-1 0 154,-30 3 0,0 0 0,26 0-8,1-2 0,-7 3 61,3 1 0,-3-1 128,7-4 0,-8 4 11,4-3 1,-6 2-162,-2 2 1,1 0 135,3 0 1,-7 0-65,2 0 0,-8-4 132,1 0 1,1 0-93,-2 4 0,0 0-6,-4 0 0,-3-4-7,-1 0 1,0 0-1,4 4 0,-5 0 54,-3 0 1,-3 1-58,-1 3 0,-1-2 257,1 2 1,-1 1-264,-4-1 1,4 0 132,-4-4 0,4 5-134,1-1 1,-1 0 45,1-4 0,4 0-34,0 0 0,6-4 5,-2 0 0,-2-5-5,3 5 0,-6-4 6,6 4 0,-7-4 132,2 3 0,-4 1-83,-4 4 0,-4 0 115,-4 0 0,-1 0 2,1 0 8,-1 0-153,0 0-5,1 0-62,-1 0 0,1 0 88,-1 0-112,1 0 0,-1 0 44,0 0 1,1 0 81,-1 0 0,5 0-63,-1 0 1,1 0 207,-5 0 57,1 0 1,-1 0 87,0 0-25,1 0-112,-1 0-262,1 0 1,-2 2 151,-3 2-337,3-3 153,-4 10 0,1-9 4,0 2 1,-5-2 31,1 3 0,-1-4 27,1 3 1,-2-1 308,2 1-249,-3-3 0,-1 10 83,0-2 1,0-2-46,0 1 0,0 0-138,0 5 1,0-4 75,0 4 0,-4-4-95,0 8 1,0-3 43,4-2 0,-5 4 17,1 1 1,0 1 78,4-2 0,0 4-82,0 5 0,0-1 191,0 1 0,0 0-94,0 0 0,0 4-109,0 0 1,-1 5 78,-3-1 1,2 3 14,-2 1 0,3 0 23,1 1 1,0 3-4,0 0 0,0 1 21,0-5 0,0 6-66,0 2 1,4 2 97,0-2 0,0 4-60,-4-4 0,0 9-97,0 4 1,0-3-202,0-1 0,-1 2 92,-3 2 0,2 4 75,-2 4 1,3-7-92,1 3 0,-2-2 112,-2 2 1,3 1-6,-3 3 0,2-7 103,2 3 1,0 2-108,0 2 1,-4 3 106,2-34 0,0 0 0,-3 31-284,2-29 1,1 1-1,0 29 233,-2-32 1,-1 1-1,3-1 1,0 1-9,-2 3 0,0 1 0,2-2 0,0 0-6,-2 1 0,0 0 0,2 0 0,0-1-3,-3 1 1,1 1 0,2-1 0,0 0-5,-2 5 0,0-1 1,0-3-1,1 0-1,-1 3 0,0 1 1,-2-2-1,1 0 0,0 1 0,1 1 0,1 1 1,-1 1-1,0-1 0,0 1 0,2-1 0,0 1-209,-2-3 1,0 0 0,2 1 0,1 1 227,-1 0 1,0 1-1,-1 0 1,0 1 7,1 3 0,0-1 0,0-1 0,0 0 3,2-1 0,0 1 0,0-1 0,0-1 31,0 2 0,0-1 0,0 3 0,0 0-41,0-5 0,0 1 0,0 1 0,0-1 21,0-4 1,0-1 0,2 2 0,0 1-15,0 1 1,0 1 0,1 2 0,0 0-11,-1 2 0,0-1 0,-1 1 1,-1-2-18,2-2 1,1-1 0,-2 2 0,-1 0-56,0 2 1,0 1 0,0 1 0,0 0 14,0-1 1,0-1-1,0 2 1,0-1-85,0-4 1,0-1-1,0 3 1,1 0-1,1 0 1,0-1-1,-1 4 1,0-1 35,1 0 0,0-1 0,1 2 0,-1-1 107,0-5 1,1 1-1,1 2 1,1 0-52,0 0 1,-1-1 0,-1 4-1,0-1 66,2 0 0,-1-1 0,-2 2 0,0 0 44,2-3 0,0-1 1,-2 2-1,-1 0 59,1 1 1,0-1-1,1 3 1,0 0-56,-2-1 1,2 1-1,1-2 1,0 1-239,-2-2 1,0 1 0,3-2 0,0 0 105,-1 4 1,0 0 0,1-1 0,1 1 33,0-2 0,0-1 1,1 2-1,-1 0 16,0-3 0,0-1 0,0 2 0,1 0 19,-1 1 1,0-1 0,-2 3 0,0 0 75,0-1 1,1 1-1,-2 0 1,2-1-39,1-1 1,0 0 0,-1 0 0,-1 0-21,0 2 0,0 0 0,-1 2 0,1 2-78,0 2 0,0 0 0,0-2 1,-1-1-84,-1-1 1,0 0 0,-1-2 0,-1 0 35,2 4 0,0 0 0,-1-4 0,0-1-91,-1 3 1,0 0 0,-1 0 0,0-1 92,-1 1 1,0 0 0,2 1-1,-1 1 17,-1 2 1,0 0-1,0-2 1,1 0 193,-1 0 0,0-1 0,1 1 0,1 0-64,-3-2 0,1 0 0,1 1 0,1 1 10,0 2 0,0 0 1,-2-2-1,0 1-201,0 1 0,0 0 0,-1-2 1,2 1 286,1-1 0,0-1 1,-2 2-1,0-1 18,0 2 0,-1 0 1,-1-3-1,-1-1-47,0 2 1,1 0-1,1-2 1,0 0-15,-2 2 0,1 0 0,1 0 0,-1 1-35,1 1 1,-2 0 0,0-4 0,-1-1-93,2 1 1,0 0 0,1-3 0,0 0 4,1-2 1,0 1 0,-1 0 0,1 1 25,0 1 0,0-1 0,-1-5 0,1-1 27,2 1 1,0-1 0,0-5 0,0 0 13,0-1 0,0 0 1,0 0-1,0-1 2,0 2 0,0-1 0,2-4 1,1 0-41,-1 1 1,0-1-1,2 25 305,-4-2 0,0-6-266,0 2 1,4-8-296,0-5 0,0-2 501,-4-2 1,0-6-874,0-26 506</inkml:trace>
  <inkml:trace contextRef="#ctx0" brushRef="#br1">16722 5345 7586,'-12'0'339,"0"0"0,3 0 282,1 0-69,5 0 219,-8 0-187,10 0 0,1 0-113,8 0 0,9 0-118,3 0 0,8 0-101,1 0 0,5-1-67,-1-3 0,7 3-450,2-4 0,-1-2 57,-4-1 1,1 1-78,-1-1 0,-4 0-328,0-5 1,-7 1-920,-1 0 1,-6 3 1531,-6 1 0,-6 5 0,-2-2 0</inkml:trace>
  <inkml:trace contextRef="#ctx0" brushRef="#br1">16909 5345 7586,'-7'18'220,"0"-3"-184,3 6 1,2 0 371,-2 4 1,3 5-89,1 3 0,0 3 256,0 1 0,1 0-399,3 0 1,-2 5 7,2-1 0,1 0-212,-1-3 0,1-7 107,-5-2 1,4-4-612,0-4 0,1-5 337,-1-7 1,-1-4-1495,5-5 840,-5 0 848,8-5 0,-9-2 0,3-6 0</inkml:trace>
  <inkml:trace contextRef="#ctx0" brushRef="#br1">16909 5705 7586,'8'0'1340,"0"0"1,-2-4-609,6 0 0,-2 0-556,6 4 0,3-2 20,2-2 1,7 1 0,1-5 0,1 1-12,-1-1 0,-4-2-3888,0 6 3703,-1 0 0,-4 4 0,4 0 0</inkml:trace>
  <inkml:trace contextRef="#ctx0" brushRef="#br1">17206 5779 7586,'-5'20'253,"3"-1"145,-2-2 0,3-4 366,1 4-253,0-3 1,1-7-67,3-3 1,-1-3-122,5-1 1,2-1-546,7-3 0,-2-3 214,5-6 1,-3-5-203,4-2 0,-6-4 109,1-1 1,-2 1-337,-1-1 0,-2 1 120,-3 4 0,-3 2-197,-5 5 721,0 1 1,-7 1-140,-5 3 0,-2 2 396,-6 6 1,0 7-222,0 6 0,-2 0 10,5 8 0,-4-6 42,5 2 1,1 1-307,6-2 1,0 1-901,5-5 0,-1 0 512,5 1 0,0-5-787,0 0 0,2-5 270,2 1 915,8-2 0,2-8 0,4-1 0</inkml:trace>
  <inkml:trace contextRef="#ctx0" brushRef="#br1">17417 5593 7586,'13'0'377,"-1"0"-192,0 0 0,1 0 137,-1 0 1,5 10-69,-1 3 0,1 7 24,-5 1 1,1 4-160,-1 4 1,0-2-154,1 6 0,-1-5-114,1 1 1,-5-3 175,0-1-284,-5-6 18,2-1 429,-5-11 0,0-9-166,0-10 0,2-6 273,2-7 0,-1 1-17,5-1 0,0-4-128,5 0 1,-1 0-64,0 4 1,1 4 98,-1 1 1,5 5-730,-1-2 1,2 5 317,-1 3 1,-3 4-734,2 5 1,-2 0 400,-2 0 1,-1 7-441,-2 5 994,-4 1 0,-5 10 0,0-4 0</inkml:trace>
  <inkml:trace contextRef="#ctx0" brushRef="#br1">16685 6400 7728,'-12'12'0,"-1"0"1259,7-5-517,0-1 1,16-12 231,2-2 1,14-4-267,3-5 0,7-2-285,5-6 1,3 0-58,6 0 0,4 1-414,0-1 0,1 1 164,-1 4 1,2-2 46,6 5 1,1 1-107,4 3 0,0 6-51,-32 5 0,0 0 1,1-1-1,-1 1-202,27-3 1,-3 1-784,-9 4 1,-6 2 548,-3 2 0,-4-3-933,-4 3 1,-4 2 627,-8-2 0,-3 4-37,-6-4 1,1 6 771,-1-2 0,-5-2 0,-1-1 0</inkml:trace>
  <inkml:trace contextRef="#ctx0" brushRef="#br1">18807 5680 7728,'-5'-8'0,"1"0"0,0 5 720,4-3-165,-5 6 1,3 2-175,-2 2 1,3 10-68,1 11 1,0 5-14,0 7 0,0 7-77,0 6 0,0 9-454,0 7 1,0-30 0,0 1 281,0 0 0,0 1 1,-3-1-1,0 0-307,-1 2 1,0 1-1,-1-3 1,-1 0 21,0-1 1,0-2 0,-1 27-90,2-11 1,4-13-36,1-12-243,0-6 0,1-18-441,4-5 0,0-7 320,3-5 907,3-4 1,-4-5-1,6 1 1</inkml:trace>
  <inkml:trace contextRef="#ctx0" brushRef="#br1">18732 5866 7728,'0'-19'865,"6"-3"-484,2 5 1,3 0 171,1 0 0,2 3-183,3-2 0,1 6 45,2 2 0,4 5-102,-4-1 1,2 2-61,-1 2 0,-3 0-116,-6 0 1,-1 2-113,-2 2 1,-4 3-283,-5 5 0,0 5 259,0-1 1,-5 11-746,-4-3 1,-7 9 362,-5 0 0,-1 2-557,1-2 0,-2 3 322,2-3 1,3-4-294,2-4 365,2-6 543,7-12 0,2-13 0,16-13 0,3-13 0</inkml:trace>
  <inkml:trace contextRef="#ctx0" brushRef="#br1">19055 5779 7728,'0'13'683,"1"1"-383,3 2 0,-2-1 228,2 6 0,-3 0-139,-1 4 0,0-1-42,0 1 0,0-1-148,0-4 1,0-2-314,0-5 1,6-7 143,2-1 1,4-5-458,5-5 0,-2-7-265,6-9 0,-2-3 367,2-5 1,-3 2 85,-6-2 1,-1 5-331,-3 3 306,-2-2 0,-6 9-83,0-3 0,-7 9 796,-6 4 1,0 2-271,-8 2 0,0 6 174,-4 2 0,2 3-228,2 2 1,-1-1-206,6 1 0,-1-1-225,5 0 0,4-5-15,-1-3-779,7 3 1098,-4-5 0,6 3 0</inkml:trace>
  <inkml:trace contextRef="#ctx0" brushRef="#br1">19402 5259 7728,'7'0'369,"-2"5"-276,-5 3 0,0 10 783,0 7 1,-5 5-342,-3 8 0,-3 3-233,-2 0 1,2 6-661,3-1 1,-2-2 257,6 1 1,-4-5-442,4 2 1,0-3 328,4 3 0,0-4-945,0 4 1,0-4 697,0 0 0,1-7 459,3-2 0,0-7 0,9-1 0,-4-11 0,8-2 0,1-5-41,-2-3 0,6 0-60,-1 0 1,-3-5 359,-2 1 0,2-4-111,-1 4 1,-1 0 93,-3 4 1,-1 0 7,1 0 1,-5 5 50,0 4 0,-1 2-257,1 1 0,-1 0 92,-3 1 0,-2-1-18,2 1 0,-1-1-5,1 0 0,-3-3 395,3-1-330,-2 0 1,2 5-161,0-1 1,0 0 59,-4 1 0,0 5-36,0 2 1,0 1 140,0 4 0,0-3 1,0 7 1,-1-7 59,-3-1 0,2-6 77,-2 1 293,-3-2-394,0-7 0,-4-3-273,3-8 1,-2-4 100,6-9 0,0 2-132,4-6 1,-4-1-330,0-7 0,0 3 221,4-3 0,0-3-269,0-1 1,5-1 170,3 1 0,5-2-280,3 6 0,0-4 134,4 4 0,6-4-324,8 4 1,-3 1 759,2 3 0,6 0 0,5 0 0</inkml:trace>
  <inkml:trace contextRef="#ctx0" brushRef="#br1">20419 5804 7728,'0'7'972,"0"0"-617,0-3 1,2-2 286,2 2 1,4 1-136,9-1 1,9 1-13,11-5 0,6 0-424,6 0 1,2-2 90,3-2 1,0-3-857,0-5 0,-2-6 492,-11-3 0,-5-2-1281,-7-2 1,-4 0 63,-4 0 1419,-9 0 0,-1 1 0,-4-1 0</inkml:trace>
  <inkml:trace contextRef="#ctx0" brushRef="#br1">20853 5333 7728,'-8'4'492,"0"0"0,4 6 47,-5-2 1,3 5 178,-3 3 0,0 5-272,5 8 0,-1 7-100,5 5 0,0 10-101,0-1 0,6 7-322,2 1 0,3 2 276,2-3 1,-1 3-266,0-7 1,-1 3-92,-2-3 1,0-6-117,-4 3 0,-1-5-41,-4 1 1,0-4 136,0-4 0,-4-8 37,-1-5 1,-4-2 24,0-6 1,0-1 145,1-3 1,-3-5-83,2 0 1,-3-5 400,-5 1 1,4-3-418,-4-1 1,2-5-211,-2-3 0,3-5-657,-2-3 1,2-4 431,2-4 0,-1-3-355,1-2 1,5 2 856,3-6 0,3 5 0,1-2 0</inkml:trace>
  <inkml:trace contextRef="#ctx0" brushRef="#br1">21573 5779 7728,'0'13'860,"0"-1"1,0 1-344,0-1 1,0 5-122,0-1 0,0 5-181,0-5 0,0 2-16,0-1 1,0-3-128,0 2 0,5-2-39,4-2 1,2-5-124,1-3 1,1-2-222,-1-2 0,5-6 220,-1-2 0,1-4-227,-5-5 1,0-1 144,1-3 0,-2-1 38,-3 6 0,-2-1 51,-6 5 1,-6 4-69,-2-1 0,-7 5 30,-2-4 1,-5 5 1,1-1 0,-2 3 77,-2 1 1,4 0-26,1 0 1,5 0-420,-2 0 1,3 0-184,2 0-268,0 0 938,5 0 0,7 5 0,7 2 0</inkml:trace>
  <inkml:trace contextRef="#ctx0" brushRef="#br1">21759 5842 7728,'21'8'0,"-1"0"0,-3-5 981,4 1 0,-1-3-395,5-1 0,0-1-115,0-3 0,1-3-616,3-5 1,-3-6-712,3-3 1,3-3-1234,1 0 2089,-3-7 0,6 5 0,-4-4 0</inkml:trace>
  <inkml:trace contextRef="#ctx0" brushRef="#br1">22057 5507 7728,'-20'18'-1244,"0"-3"933,7 5 0,-2-3 1658,7 4 0,1 1-574,-1 7 0,5-2 104,-1 6 0,3 6-358,1 6 0,5 6-123,3 7 1,-2-4-503,-2 8 0,-3-1 134,-1 5 1,0-2-180,0 7 1,-5-11 168,-3 2 0,-8-8-120,0 0 1,-2-6 54,1-7 0,2-2-561,-5-14 1,3 1 243,-4-9 0,1-2-953,-5-7 1,-1-3 1316,-3-5 0,-3 6 0,-5 1 0</inkml:trace>
  <inkml:trace contextRef="#ctx0" brushRef="#br1">17541 7268 7696,'-19'-20'0,"-3"-2"525,5 6 0,1 1-128,3 6 1,0 0 119,-4 5 1,3 0-159,-2 4 0,2 5-155,2 3 1,3 9 3,1 4 1,0 3 118,-5 5 1,5 3 36,0 5 1,5 5-157,-1-1 1,2-1-144,2-7 1,0-4 98,0-8 1,6-4-233,2-4 0,3-6 94,2-3 0,5-10-308,2-6 1,4-11 171,1-11 1,-1-3-631,1-4 0,0-3-169,0-6 1,0-5 476,-1-3 1,1 0-148,0-4 0,-2 3 431,-2-7 1,-10 32 0,0 0 137,6-32 1,-5 1-204,-4 8 0,-5 7 477,1 9 1,-4 5 448,-4 7-88,3 5 0,-5 19 159,6 5 0,0 8-395,0 13 1,0 2 29,0 14 0,0 3-58,0 10 0,0 8 77,0 0 1,-4 5-19,0-5 0,-6-1-715,2 0 1,1 1 32,-1 4 1,4-9-869,-4-4 0,5-13-285,-1-3 0,4-7 637,4-5 0,3-10-86,5-11 0,5-7 864,-1-9 0,5-5 0,-5-8 0,1 3 0,-5-3 0,-3 3 247,-1 1 0,-1 6-247,1 2 0,3 9 0,-10 5 188,4 11 1,-3 2 467,2 11 0,-2-5 702,2 5 0,1 0-630,0 3 1,4 0-67,0-4 1,2-6-263,1-5 0,0-7-102,1 2 0,5-9-323,2-7 0,8-6-265,1-7 1,0-6-364,-4-2 0,-5 2 453,1-2 0,-7 6-315,-2 3 0,-1 0 176,-7 8 1,-1 3 310,-7 5 1,-4 5-146,-9-1 0,-2 4 257,-6 4 1,-4 5-48,0 7 0,0 3 456,4 6 1,1 0 126,-1 0 1,4 4-286,0 0 0,8 4-520,0-4 1,2 4 164,7-4 0,1 0-914,7-5 1,5-2 475,7-5 0,5-6-83,8-11 0,-2-7 165,7-5 1,-1-8 71,4-9 1,0-6 8,0-7 0,-4 1-894,0 4 1195,-11 0 1,6 6 118,-11 6 1,-2 6 169,-7 7 1,-2 8 456,-6 8 0,-2 10 78,-2 14 0,-2 6-20,-2 7 0,-3-3-357,3 4 1,-3 1 0,-2-2 521,1-1 0,5-7-673,3-4 1,3-8-394,1-5 147,0-8 0,1-2-94,3-6 1,3-11 105,5-6 1,2-5-592,3-3 1,-3 1 244,2-1 1,-2 1-584,-2 4 1,5-2 196,-1 5 1,1 6 244,-5 7 0,1 3 310,-1 1 1,1 5-34,-1 3 1,0 13 196,1 4 0,-1 12-125,1 0 0,-1 5 328,0-1 0,-1 3-122,-2 6 1,-4-1 699,-5 1 1,-1 4-217,-3-1 1,-9 1-99,-7-4 1,0-6 288,0-3 0,-1-4-345,-4-4 1,0-5-79,1-11 1,0-2-122,3-11 0,-2-1-71,2-8 0,2-7 0,-2-9 1,5-3-1155,-5-5 0,0-3-722,-3-5 1,4 0 902,4-1 0,6 1-50,2 0 1,5-3 326,-1 3 0,8-2-510,4 10 1,5 0 437,3 4 0,5-3 572,8-1 0,3-6 0,5 3 0</inkml:trace>
  <inkml:trace contextRef="#ctx0" brushRef="#br1">19228 7355 7696,'-7'-18'388,"3"-3"0,3 2 221,1-2 1,7 2-183,5-2 0,12 3 388,9 6 1,4 3-328,4 1 1,-1 5-29,6-1 1,-6 4-128,1 4 0,-8-1-308,-4 5 0,-8 6-481,-5 7 1,-7 2 368,-5 2 1,-4 1-295,-4 3 0,-5-1 231,-7 5 1,-4-4-175,-4 4 1,-1-1 77,0 1 0,0 1 232,0-5 0,2 0 30,2-4 1,1-2 144,7-2 1,4-3 289,9-6 0,1-1-134,3-2 0,9-4-213,7-5 0,9-1 11,4-3 1,9-9-595,3-8 0,3-2 246,2-2 0,-5-4-1278,1 0 0,-6-4 487,1 4 1,2-4 1023,-2 4 0,3-2 0,-4 0 0,-2-2 0,-3 3 0,-1 2 0</inkml:trace>
  <inkml:trace contextRef="#ctx0" brushRef="#br1">20382 6995 9714,'-8'-7'1191,"-1"3"1,1 8-558,-4 4 0,-1 9-256,1 4 0,-6 9 5,-3 7 1,2 6-157,-2 6 0,1 11-509,-5 2 0,12-28 1,1 1-28,0-2 1,-1 0 0,1 2-1,0 0 238,-1-2 0,1 0 0,-1 0 0,1 0-662,-13 29 0,6-11 349,2-5 1,3-6-1153,2-3 0,5-7 756,3-5 1,4-7 779,4-10 0,4-1 0,9-11 0,2-6 0</inkml:trace>
  <inkml:trace contextRef="#ctx0" brushRef="#br1">20556 7280 8796,'1'-8'1256,"3"0"0,3 4-586,6-5 0,-1 5-121,0-4 1,6 5-273,3-1 0,-2 1-342,2-1 1,-5 3-293,5-3 1,-10 9 279,2 7 1,-9 6 28,0 7 0,-4 1 93,-4 3 0,-3-1 165,-6 5 0,1-7-236,0-1 1,-1-2 233,1-6 1,5-1 64,3-3-370,2-6 0,9-2-61,6-5 0,0 0 101,8 0 1,0 0 167,4 0 1,-2 2-112,-2 2 0,-3-2 598,-6 7 0,-4 0-264,1 8 0,-7-2 314,2 6 1,-8-5-87,-4 5 1,-3-4 90,-1 3 1,-2-5-633,-3 2 1,2-3 26,-6-2 0,5-4-1065,-5 1 1,6-7 673,-1 2 1,-2-2-1980,1-2 1,1 4-127,3 0 2448,1 0 0,-1 2 0,1 1 0</inkml:trace>
  <inkml:trace contextRef="#ctx0" brushRef="#br1">21325 7751 7676,'7'9'1713,"-3"-1"0,-3-4-824,-1 4 0,-5 2-1275,-4 7 0,-8 2 178,-8 6 1,-6 1-1348,-6 3 0,0 4 1555,0 8 0,-11 3 0,22-19 0,1 0 0</inkml:trace>
  <inkml:trace contextRef="#ctx0" brushRef="#br1">17243 9128 7785,'-24'6'0,"3"-4"366,0 7 1,6-7-9,-1 3 0,3-3 252,5 2 1,-2-1-203,6 5 0,1-3 52,8 3 1,3 0-193,8 5 1,4-2 45,4-3 1,7 1-126,2-4 0,3-1-110,1-4 1,0 0-305,0 0 1,-1-6 240,-3-2 0,6-3-1029,-6-1 0,0-5 516,-8 0 0,-2-3-1065,-2 3 0,0-5 358,-9 2 1204,3 2 0,-13-11 0,3 3 0</inkml:trace>
  <inkml:trace contextRef="#ctx0" brushRef="#br1">17578 8818 7785,'-13'-12'353,"-4"-1"-148,3 6 1,-4 2 403,6 5 0,1 5-166,3 4 0,-3 7-66,2 5 0,4 4 21,1 4 1,1 0-132,-1 8 0,2-3 102,-2 8 1,4 2-97,4 1 0,-1 9-204,5 4 0,1 2-231,3 2 1,-4 2-70,1 2 1,-7-1 84,0-30 1,1 0 0,2 30-271,-1 1 1,0-8 219,-4-5 1,0-11 63,0-5 0,-4-14 296,0-2 1,-6-7-200,2-6 0,-3 2 331,-1-6 0,-1 0-120,1-4 0,-5 0-217,1 0 0,-5-5 98,5-4 1,-2-6-764,1-1 0,8-8-746,-4-1 1,5-1 660,0-7 0,-2 0 791,6-4 0,-6 0 0,3-1 0</inkml:trace>
  <inkml:trace contextRef="#ctx0" brushRef="#br1">18484 9215 7809,'-7'5'408,"2"2"-303,5 6 0,0 10 772,0 6 0,1 8-344,3 9 1,-3-1-382,4 9 1,0-9-45,-1-3 0,2-4-169,-2 0 0,-1-12-276,5-6 0,-4-10-617,4-6 1,-4-4 953,5-4 0,-1-8 0,4-8 0</inkml:trace>
  <inkml:trace contextRef="#ctx0" brushRef="#br1">18459 9103 7809,'0'-16'0,"0"-1"0,0 1 1043,0 3 0,0 1-429,0 0 0,6 0 70,2 4 0,4-1-248,5 4 1,-3 0-1250,2 1 0,2 2-151,-1-2 1,3 7 963,-3 1 0,5 6 0,-3-3 0</inkml:trace>
  <inkml:trace contextRef="#ctx0" brushRef="#br1">18856 9066 7809,'-7'0'1383,"2"1"-55,5 4-477,0-4 273,0 5-536,0-6-984,0 0 475,5 0 0,-2 0 30,5 0 129,-5 0-123,8 0-108,-10 0 1,6-2 326,-3-2-59,-2 3-44,3-5-361,-5 6 179,-5 0 0,-2 0-169,-5 0 1,1 1 52,2 4 0,-6-3-29,3 7 0,-8-1 85,4 4 1,-5 5-63,5-1 0,-5 6 26,4-1 1,-3 1-44,3-1 0,5 1-20,4-6 0,5 5 68,-1-4 0,4-1-4,4-3 0,4-1 5,9 0 1,-2 1 48,5-1 1,1 1-53,4-1 1,0 0 46,0 1 1,-1-1-43,1 1 0,-6-1 209,-2 0 0,-3 1 101,-2-1 0,-1 1 76,-3-1-276,-2 0 0,-6 1 5,0-1 1,-6-4-454,-2 1 0,-3-2 188,-1 1 1,-2 2-545,-3-6 1,2 1 134,-5-1 1,4-2-123,0 2 1,2-3-1047,2-1 1766,-6 0 0,-1 0 0,-6 0 0</inkml:trace>
  <inkml:trace contextRef="#ctx0" brushRef="#br1">19787 9178 9911,'5'14'1018,"3"2"1,5 3-552,3 6 0,-2 4-281,3 0 1,-5 5-12,-4 0 0,2-4-646,-6-1 0,2-3-906,-2-1 1,-3-6 352,3-2-667,-2-9 1691,-8-3 0,-1-5 0,-5 0 0</inkml:trace>
  <inkml:trace contextRef="#ctx0" brushRef="#br1">19799 8905 7809,'5'-19'1019,"-2"1"-622,6 5 1,3 1-13,4-1 0,7 2-178,-3 3 1,4 3-105,0 5 0,1 0-1502,0 0 0,-6 5 1399,-2 3 0,2 9 0,0 2 0</inkml:trace>
  <inkml:trace contextRef="#ctx0" brushRef="#br1">20134 8967 7809,'8'4'883,"0"0"1,-3 0-323,3-4 0,-4 4-155,4 1 1,1 4 305,3-1 1,2 8-258,2 0 1,-6 6-43,2-1 1,-2 8-321,2 4 0,-5-1 76,-3 1 1,-2 0-266,-2 4 0,-2-1 139,-2-3 0,2-3-270,-7-5 1,5-6 16,-4-2 52,5-9 1,-2-4 114,5-8 1,1-8-31,3-9 1,3-2-111,5-2 1,1-4 104,-1 0 1,5-1-725,-1 1 0,2-2 374,-1-2 0,-3 3-799,2 5 0,-2-4 539,-2 0 1,-1 0 687,-2 5 0,2-1 0,-5 0 0</inkml:trace>
  <inkml:trace contextRef="#ctx0" brushRef="#br1">20506 8917 9688,'0'9'1498,"0"-1"1,4-4-969,0 4 0,5 0-97,-5 5 0,5 3-181,0 1 1,0 5-151,0-1 0,2 3 118,-3 5 1,-1-1-554,1 5 1,-5-4 14,1 4 1,-3-4-256,-1 4 0,-1-5-17,-3 1 0,1-3 239,-5-1 1,4-10-227,-5-3 295,7-2 1,-8-9 302,6-5 0,1-7-108,7-6 1,-1-3 190,5-9 1,1 1 10,3-5 1,4 6 60,1-2 0,5 3-407,-1 1 1,-2 1 60,2 4 1,-1 0-680,5 4 1,-4 3 370,0 1 0,-2 1-174,2 7 1,1-4 651,-6 3 0,1-4 0,-5 2 0</inkml:trace>
  <inkml:trace contextRef="#ctx0" brushRef="#br1">20878 9153 7809,'4'16'0,"1"1"0,-1 0 618,-4-5 1,0 0-53,0 1 0,1-1 15,3 1 0,-1-7-194,5-1 0,0-4-121,5-1 1,1-1-356,2-4 1,-1-7 110,6-9 0,0-2-442,4-2 1,-1-1 288,1-3 1,0 3-121,0-3 0,-6 3-7,-2 1 0,-1 1-117,-3 4 1,-4 2 345,-9 5 1,-1 7-89,-3 1 1,-5 4 232,-7 1 0,-3 1-39,-6 4 0,-4 3 170,0 8 0,0 4-47,4 5 1,0 5 20,0 3 1,6-1 105,3 1 0,-2 4 89,1 4 1,5 1-488,4-5 1,5-6 89,-1-2 0,8-5-543,4-8 1,9-5 304,3-11 1,8-2-1103,1-7 0,5 0 195,-1-12 1126,3 0 0,1-9 0,1-2 0</inkml:trace>
  <inkml:trace contextRef="#ctx0" brushRef="#br1">21474 9128 7809,'-13'11'812,"1"-3"0,-5 5 167,1-1 0,-6 6 475,1 7 0,-2 4-491,-2 0 0,4 5-422,0-1 1,8 3-270,0 1 1,6-9-53,7-3 1,2-13-1,2 1 1,4-11-14,9-2 1,2-11-1187,6-9 1,0-5 182,-1-4 1,1-3-402,0-5 1,1 0 267,3 0 1,-3-2 395,3-2 0,-2 1-209,-3-6 0,1-1 353,0-6 1,0-5 358,-13 25 1,1 0 0,10-32-280,-12 30 0,-1 0 1,2-32 478,-9 32 1,-2 0 0,1-26 161,-2-1 0,0 20 1072,0 5-315,0 19 0,0 8-482,0 14 1,-6 10-34,-2 11 1,-3 6-191,-2 11 0,1 2 326,0 5 1,-1 1-262,1 0 0,-1 3-157,1 1 0,-2 5-464,-2-1 1,2-1-504,-3 1 1,2-6-835,-1 2 1,6-2 810,-2 2 0,3-14-27,1-3 0,3-9 70,5-8 0,5-7 655,3-9 0,5-3 0,3-1 0,4 0 0</inkml:trace>
  <inkml:trace contextRef="#ctx0" brushRef="#br1">21734 9103 7809,'0'14'1085,"0"3"0,-4-2-604,0 5 1,-6 1 888,2 4 1,1 0-250,-1 0 1,5-1 130,-1 1 0,3-6-1067,1-2 0,1-3-35,3-2 0,9-5-731,7-3 1,4-12 456,0-4 0,5-11-1065,0-1 1,4-3 668,-4-6 1,0 0-360,-4-4 1,-1 1 131,-4 3 1,-2-1 367,-5 5 0,-1 0 243,0 4 1,-5 2-186,-3 2 884,-2 3 1,-4 13-448,-2 5 0,1 6 931,-5 11 1,0 6-467,-4 6 0,1 6 89,2-2 0,-2 1-116,3-1 0,1 2-53,-1-6 0,5 3-1014,-1-8 0,-2 2 356,2-9 0,1-2-872,8-7 0,-3-2 564,7-6 0,3-1-1676,5-4 1,5-7 2140,-2-9 0,4-2 0,1-2 0</inkml:trace>
  <inkml:trace contextRef="#ctx0" brushRef="#br1">22292 9091 7766,'-5'7'1284,"-3"-3"0,1-3-269,-1-1 1,-1 6 8,-3 2 1,-5 5 167,1 3 1,-5 5-591,5 8 0,-5 2-231,4 7 1,2-5-156,7 0 0,2-2-641,6 2 0,0-2 248,0-6 1,6-6-226,2-3 0,5-7-163,3-5 0,3-10-746,6-6 0,1-6 154,3-7 0,-7-4 578,3 0 0,-3 0-675,3 5 1,-4-5 127,-1 0 1126,-4-6 0,2 9 0,-6-4 0</inkml:trace>
  <inkml:trace contextRef="#ctx0" brushRef="#br1">22429 9091 7755,'0'12'-2,"-6"1"304,-2-1 1,1 1-43,-1-1 0,4 0-112,-4 1 0,3 3 78,-3 1 1,5 5 93,-1-1 0,-1-2-164,1 1 1,-1-4 25,5 0 0,0 2-772,0-1 540,0-1 1,0-3-349,0-1 1,0-4-17,0 1-1726,0-7 2140,0 4 0,0-6 0,0 0 0</inkml:trace>
  <inkml:trace contextRef="#ctx0" brushRef="#br1">22404 8781 10674,'-7'-8'1577,"3"-1"1,3 5-1139,1-4 1,0 4-771,0-4 1,1-1 84,3-3 1,4-2-52,9-2 0,2 2-1397,6-3 1,0-2 253,0-2 1440,0 3 0,-1-5 0,1 4 0</inkml:trace>
  <inkml:trace contextRef="#ctx0" brushRef="#br1">22739 8235 7683,'0'13'0,"0"3"442,0 1 0,0 10-70,0 2 0,-1 7 944,-3 5 1,1 10-611,-5 11 1,-5 2-341,5-29 1,0 0 0,-10 31 16,9-31 1,1 0 0,-11 32-214,7-32 1,-1 0-1,-12 24-557,0-1 1,6-13 422,3-7 1,3-7-269,5-6 0,2-10 236,6-2 1,2-9-676,2 0 1,7-7 56,5-1 0,6-6-33,-1 2 1,4-3 639,4-1 1,-3-1-244,3 1 0,-3 1 231,-1 3 0,-6 2-278,-2 6 686,-3 0 0,-7 6-269,-3 2 0,-4 4 684,-4 5 0,-7-2-285,-6 6 0,-4-1-129,5 5 1,-6-4-447,1-1 0,2-4-94,-2 0 1,6-3-633,-2-5 642,9-3 0,3-12-976,5-5 1,6-11 460,7-10 1,5-5-246,7-3 1,4-7 20,0-6 0,4-5 491,-4 1 0,5-3 414,-1-1 1,-14 32 0,1 1 9,17-25 1,-3 13 1762,-9 16-1545,-6 11 1,-6 16 468,-9 10 0,-4 12-266,-4 9 1,-9 7 469,-7 1 0,0 9-211,0-5 0,3 5 31,-3-9 0,4 4-577,0-3 0,3-1 25,5-4 0,3-5-197,5-3 0,0-8 403,0-5 0,5-3-423,3-5 0,5-1 86,3-3 1,-2-3-388,3 3 1,-3-2 4,-2-2 0,-4 0-81,0 0 1,1 0-657,3 0 1,1 0 483,-1 0 0,0-2-1074,1-2 0,-5 3 220,0-3 1425,-5 2 0,3-3 0,-6-2 0</inkml:trace>
  <inkml:trace contextRef="#ctx0" brushRef="#br1">17293 10765 7758,'-25'9'-633,"0"-1"1,1-5 379,-1 1 0,1 1 1088,4-1 0,2 0 350,5-4 580,7 0-386,0 0-631,23 0 0,-1 2-23,17 2 1,6-1-291,6 5 1,5-4-95,4 4 1,-3-5-140,2 1 0,-2-2-380,-1-2 1,-6 0 214,-3 0 1,1-4-915,-5-1 1,2-3-202,-10 4 0,-6-6-2594,-6 2 2492,-4 3 1,-7-1 1179,-6 6 0,-17 0 0,-9 0 0</inkml:trace>
  <inkml:trace contextRef="#ctx0" brushRef="#br1">17206 10988 7758,'-25'0'359,"6"0"71,3 0 239,2 6 0,7-3-240,3 5 1,15-4 101,9 4 0,9-1-154,9 2 0,4 0 224,4-5 1,2 0-395,2-4 1,-1 0-370,1 0 1,-2-5-746,-2-3 1,-4-3 633,-4-2 0,-7 0-1118,-2-4 1,-5 3 595,-8-2 1,-1-2 794,-10 1 0,-7-10 0,-5 0 0</inkml:trace>
  <inkml:trace contextRef="#ctx0" brushRef="#br1">17380 10468 7758,'-36'-32'-886,"3"3"1,3 8 1638,5 5 1,6 7-37,2 5 0,-1 3-29,2 1 1,-5 11-211,4 6 0,-5 6-130,2 6 1,-4 3-172,-1 5 1,2 0 24,2 0 1,-1 0-142,6 1 0,-1 0 103,5 4 0,-1-4-288,1 3 0,5-2 127,3-2 0,3 3-65,1-3 0,6 3 46,7-7 0,10-1 64,10 1 0,5-1 252,3 1 0,-1-3-230,5-5 0,-3 0 47,3 0 1,-1-6 12,2-2 0,1-5-643,-6-4 1,2-4 188,-2-8 1,2-3-80,2-5 1,-6-6-885,-6-3 0,-1-3-85,1-5 1372,3-3 0,-7-4 0,5 0 0,0-1 0,-3-6 0,-4-4 0</inkml:trace>
  <inkml:trace contextRef="#ctx0" brushRef="#br1">17777 10505 7758,'8'-7'184,"0"3"0,-3 2-74,3 2 1,4 0 947,5 0 1,5 6-332,-1 2 0,7 7-217,6 2 1,1 5-206,3-1 0,-1 2-77,0 2 0,-5 4-496,-3 0 0,-9 5 235,-3-1 1,-9 7-441,-4 2 1,-13 9 303,-8-2 1,-10 3-594,-7-2 0,-1 0 331,-3-1 1,3 0 95,1-4 1,0-2-472,5-6 0,0-5 311,4-3 0,1-9 495,-1-3 0,4-2 0,0 1 0,1 4 0</inkml:trace>
  <inkml:trace contextRef="#ctx0" brushRef="#br1">18831 10926 7758,'-24'0'0,"4"5"557,4-1-342,-4 0 0,8-3 292,0 3 1,6-1-110,10 5 1,9-3 347,7 3 1,9-4-210,4 4 1,3-5-18,1 1 1,2-3-417,2-1 0,-1-1 41,6-3 0,-6-4-404,1-9 0,-2 2 237,-2-6 1,-1 1-1506,-3-5 1,-4 4 180,-9 1 1346,-2-1 0,-5-9 0,-1-2 0</inkml:trace>
  <inkml:trace contextRef="#ctx0" brushRef="#br1">19216 10480 7758,'-17'-8'-56,"1"-1"0,-5 7 664,5-2 1,-1 5-153,5 7 0,-1 2 120,1 11 0,4 3-210,-1 5 1,7 7 80,-3 1 0,4 6-133,1 7 1,6-1-117,2 1 1,-1 5-146,1 3 0,-1 2-69,1 2 1,-2-1 86,-6-3 1,0 1 155,0-5 1,0 4-26,0-4 1,-4-2-29,-1-7 1,-3 1-82,4-9 1,-2 2-283,2-10 0,3-2-185,-3-6 0,1-5-37,-1-7 1,1 0-2,-5-5 1,4 1 35,-4-5 1,3 0 598,-3 0-540,0 0 1,-5-6 108,1-2 0,0 0-608,-1-5 1,1 4 359,-1-8 0,0 2-442,-4-2 1,3-1 897,-2-2 0,2-9 0,-4 8 0,-1-9 0</inkml:trace>
  <inkml:trace contextRef="#ctx0" brushRef="#br1">20357 10344 7758,'8'-9'493,"1"1"1,-5 5 253,4-1 0,-1 14-319,1 6 1,3 19 207,-2 10 0,-4 10-355,-1 12 0,-3-31 1,0 1-386,-1 2 1,0 0 0,-1 2 0,0 1 204,0-3 0,-2 0 0,0 0 0,-2-1-46,-3-2 1,-1-1-1,-4 31-124,-4-8 0,9-10-259,4-11 1,2-11-593,2-9 706,0-9 0,2-4-181,2-8 0,3-4 125,5-9 1,0-2 358,1-6 1,3-1-315,1-3 0,-1 2 284,-3-6 1,-1 5-45,1-1 0,-1 4 148,0 5 1,1-1 80,-1 9 0,1-2-95,-1 10 0,1 1 85,-1 7 0,-4 8-51,0 9 0,-5 4-93,1 4 1,-1 2-3,1 7 0,-2-2-27,2-3 1,-3 1 30,-1-5 0,0-1-408,0-8 0,0 0-854,0-4 1,0-6 579,0 2 1,2-6 589,2 2 0,3-5 0,5 2 0</inkml:trace>
  <inkml:trace contextRef="#ctx0" brushRef="#br1">20953 11038 7758,'0'-25'720,"-6"6"-540,-2 2 0,-3 5 461,-2 4 1,-3 2-201,-1 6 1,-5 7 437,2 6 0,-4 6-290,-1 10 1,2 7-61,2 5 1,3 2-382,6-2 1,5-4 19,3 0 1,3-6-708,1-11 1,5-2 414,3-5 0,5-6-271,3-3 0,4-10 189,4-6 0,1-6-411,0-7 0,0-1 177,0-3 1,-5 3 48,1-3 0,-4-1 309,3 1 1,-5 1-20,2 7 1,-7-1 242,-2 6 1,-5-1-41,1 5 270,-3 5 0,-2 3-194,-3 8 1,-2 4 40,-2 9 0,-2 2-19,6 6 0,-4-4-101,4-1 1,-1 1-750,5 4 0,0-6 360,0-2 0,0-4-383,0 0 1,6-2 290,2-3 1,3-2-1104,2-6 1485,-1 0 0,1-6 0,-1-1 0</inkml:trace>
  <inkml:trace contextRef="#ctx0" brushRef="#br1">21374 10877 7758,'0'-8'961,"0"-1"0,-1 7-450,-3-3 0,-4 5-298,-9 5 0,-2 7 30,-6 9 0,0 3-41,0 5 0,1 2-222,-1 2 0,1 1 74,4-5 0,3-1-148,9-8 0,2-2 123,6-5 0,7-2-133,6-3 0,5-1-142,6-3 0,5-3-59,0 4 0,2-4 165,-2-1 0,-3 1 71,3 3 1,-3-1 232,-1 5 0,-6-5 34,-2 1-274,-4 3 0,-6 0 75,-3 6 1,-5-1-108,-7 0 1,-2 1-135,-11-1 1,1 2-251,-5 2 0,0 0-1247,0 4 1739,0-5 0,-5 14 0,-2-2 0</inkml:trace>
  <inkml:trace contextRef="#ctx0" brushRef="#br1">17653 12080 7758,'8'-13'1006,"0"1"-421,1 0-290,3 5 0,0 8 0,1 12 160,-1 6 0,-5 10 145,-3 4-352,3 3 1,-5 6 0,2 4 72,-3 2 0,-5-4-572,0-2 264,-6-4 0,9 2 1,-3-4-649,2-8 552,2-8 1,2-13-175,2-3 1,3-13 78,5-8 1,5-11-325,-1-5 0,6-1 117,-1 1 0,-3-2 98,-2 6 0,-2 1 396,-1 3 0,-1 4-60,0 0 290,1 12 1,-6-1-170,-3 14 1,-3 9 290,-1 7 0,0 4-212,0 1 0,-4 3 51,0 1 0,-6 4-80,2-4 0,1 0-106,-1-4 0,5-4-812,-1 0 0,-2-6 107,2 1-706,0-2 1,6-3 572,2-3 1,3-4 322,5-8 0,4-3 401,1-5 0,5-11 0,-3-4 0</inkml:trace>
  <inkml:trace contextRef="#ctx0" brushRef="#br1">18075 12328 7758,'12'0'0,"-4"0"447,1 0 1,-5 0-43,4 0 0,-1 1 237,1 3 1,2 5-221,-6 7 0,1-1 142,0 6 1,-4-4-226,3 3 1,2-5-177,-2 2 0,1-5-124,-1-3 1,3-4 50,6-5 0,-1-3-357,0-5 0,2-2 260,3-10 0,-3-1-285,2-4 0,-2 1 104,-2-1 1,-1 1 26,-2 4 0,-4 2 87,-5 5 0,-1 2 70,-3 3 0,-3 3-57,-6 5 1,-5 0 21,-2 0 1,-4 5-171,-1 3 1,2 3 130,2 2 1,-1-1-457,6 1 1,3-5-165,5 0-275,5 0 1,-2 5 277,5-1 1,5-1 694,4-3 0,2 3 0,1-4 0</inkml:trace>
  <inkml:trace contextRef="#ctx0" brushRef="#br1">18782 12316 7758,'-13'-2'523,"1"-2"0,0 3 228,-1-3 802,1 2-1012,-1 2 0,6 2-74,3 2 1,4-2-364,4 7 1,3-7 71,6 3 0,5-4-926,2-1 0,9 0 524,4 0 0,3 0-2619,1 0 2845,1-6 0,-1 0 0,0-7 0</inkml:trace>
  <inkml:trace contextRef="#ctx0" brushRef="#br1">19340 12080 7758,'-4'-13'3160,"0"1"-2933,-6 0 1,10 1-13,0 2 0,7 4 547,9 5 0,0 0-287,4 0 1,0 1-308,0 3 0,4-1 47,-4 5 0,-2 1-360,-1 3 1,-3 5-266,-2-1 0,-5 6 347,-3-1 1,-3 2-96,-1 2 0,-5 0 66,-3 0 0,-7 5-124,-2 3 0,-9-3 24,1-1 1,-3 2 318,4-2 1,0 1 78,3-1 1,4-7 449,4 3-192,6-9 0,3 1-169,8-9 1,9-2-6,7-6 1,5 0-89,4 0 1,-1-6-246,5-2 1,-2-3 95,3-2 0,0 1-1126,-5 0 1,1-5-125,-1 0 0,-3-5-612,3 2 1,-4 0 246,-4 0 1562,-3-1 0,0-4 0,1 1 0</inkml:trace>
  <inkml:trace contextRef="#ctx0" brushRef="#br1">19774 12291 7758,'0'19'364,"0"-1"134,0-6 0,0 1 1244,0-1-727,0 1 8,6-1 0,1-5-454,5-3 0,2-3-323,2-1 1,4-11-45,4-5 1,1-6-358,0-3 0,0-1 166,0-3 0,-5 3-770,1-3 0,-6 4-384,2 4 0,-5-1 554,-4 6 1,-2 3 15,-6 5 1,-3 5 181,-5-1 1,-2 4 579,-10 4 0,-1 4-180,-4 9 0,-4-2 696,0 6 1,2 1-256,6 7 0,-3-3 14,4 3 1,1-1 270,-2 0 0,6 3-275,-2 2 1,5-3-661,3-5 0,0-2 211,5-2-960,0 2 0,5-9 552,3 3 1,3-9-1269,5-4 1,1-2 132,-1-2 1532,6-6 0,1-6 0,6-8 0</inkml:trace>
  <inkml:trace contextRef="#ctx0" brushRef="#br1">20059 12254 7758,'6'-13'0,"-5"5"666,4 0 1,0 3 745,-1-3-528,6 5 1,-3-2-363,5 5 1,-1 1-181,-3 3 1,3 3 46,-2 6 0,-2 3-117,1 1 1,-5 3-171,1-3 0,-3 5 79,-1-1 1,0 2-362,0 2 1,-1-4 44,-3-1 0,1-3-131,-5 3 0,3-8 116,-3 0 89,5-2 0,-1-6 67,8-8 0,3-5-55,6-11 1,5-2-125,2-7 0,4 1 97,1-5 0,1 5-442,3 0 0,-4 3-302,-1 4 0,0 3-615,-8 6 0,5 3-163,-4 1 1598,-1 5 0,-4-2 0,1 5 0</inkml:trace>
  <inkml:trace contextRef="#ctx0" brushRef="#br1">20643 12303 7758,'-13'-12'0,"1"-1"223,-1 1 0,1 5 182,0 3-20,5 3 0,1 2-113,6 3 0,0 8 159,0 9 1,6 7-30,2 1 1,3 5-138,1-1 0,2-1-252,3 1 0,-2-10 139,5 2 0,0-10-159,0-2 1,4-6 75,-3-7 1,6-7-311,2-6 0,0-5 105,-4-6 1,0-7-285,-1-2 1,-4 1 164,-4-1 0,-6 6 104,-2-2 0,-5 4 233,1 4 0,-12 8-119,-5 4 1,-7 5 233,-1-4 0,-2 5-78,-2-1 1,0 3 40,0 1 0,0 0 10,1 0 0,0 1-466,3 3 0,4-1-233,4 5 1,2 1-338,3 3 1,2-4 134,6 0 0,0 1-1,0 3 732,11 1 0,-2-1 0,9 0 0</inkml:trace>
  <inkml:trace contextRef="#ctx0" brushRef="#br1">21412 12179 7758,'12'0'-1771,"0"0"3341,1 6 0,-2 6-277,-3 9 0,-2 2-84,-6 2 0,-2 5-723,-2 3 0,1 3-156,-5 1 1,5 1-292,-1-1 0,3-6 65,1-2 0,0-7-1889,0-1 1483,0-6 0,1-2-1474,3-9 1,-1-3 1775,5-1 0,-5-11 0,3-3 0</inkml:trace>
  <inkml:trace contextRef="#ctx0" brushRef="#br1">21523 12043 7758,'0'-13'0,"0"5"2331,0 0-1647,0-1 0,4-3-201,1 0 1,4 3-143,0 1 0,3 4-672,4-4 0,4 5 254,5-1 1,-1-2-1439,1 2 1,0 1 606,0 8 0,-6 1 908,-2 7 0,-4 5 0,0 1 0</inkml:trace>
  <inkml:trace contextRef="#ctx0" brushRef="#br1">21759 12192 7758,'-12'37'0,"-2"-4"1124,-3 0 1,8-1-485,-4 1 1,4-3 101,-4-5 0,2 0 614,3-1 269,2-4-1511,6-2 0,10-12-1,2-1 1,9-10-436,0-3 0,4-8 275,4-5 0,-2 2-471,6-2 0,-5 0 304,1-3 0,-3 4-116,-1 4 0,-5 2-353,1 2 271,-6 5 0,2 3-12,-9 8 1,-2 4 86,-6 8 0,0 2 135,0 3 0,0 2-14,0-2 1,-5 3 320,1 0 0,0 1 6,4 0-111,0-6 0,-5 10 0,-2-3 0</inkml:trace>
  <inkml:trace contextRef="#ctx0" brushRef="#br1">18509 13357 8916,'-7'6'2807,"7"-3"-2264,8 5 1,5-5 296,3 1 0,5-3-336,8-1 1,0 0-143,8 0 0,-3-1-320,8-3 1,0-3-175,0-6 1,-1 1-872,-4 0 1,-5-1 680,-3 1 0,-4 3-1414,-4 1 0,-4 5-103,-4-1 971,-6 3 0,-3 1 868,-8 0 0,-3 5 0,-6 2 0</inkml:trace>
  <inkml:trace contextRef="#ctx0" brushRef="#br1">18682 13382 7758,'-12'13'563,"0"-1"1,3 6-127,1 3 0,5 2-96,-1 2 1,3 5 526,1 3 1,0 7-367,0 1 1,4 8 102,0 0 0,2 1-231,-2 4 1,-3-2-487,3 2 0,-2-3-56,-2 2 0,-4-3-269,-1-4 1,-3-4-586,4-5 0,0-1 572,4-3 0,0-4-1136,0-8 1012,0-9 1,5-6-968,4-6 1541,-4 0 0,6-11 0,-4-3 0</inkml:trace>
  <inkml:trace contextRef="#ctx0" brushRef="#br1">18558 13965 7758,'0'-12'1375,"2"1"-899,2 2 1,4 2 331,9 3 0,3 3-226,9-3 0,4 2-327,9 2 0,2-5-897,6-3 0,1 1 354,2-2 1,0 1-280,5-4 1,-10 1 278,1 3 102,-13-3 1,11 4 0,-8-6 0</inkml:trace>
  <inkml:trace contextRef="#ctx0" brushRef="#br1">28880 17773 7758,'-2'-11'642,"-2"2"811,3 4-158,-5-1-501,6 5-484,0-5 1,6 6-109,2 0 1,9 0 175,3 0 0,5-1-92,4-3 0,3 2-204,5-2 1,4 2-15,1-3 1,6 3-78,2-7 1,5 5-792,7-4 1,1 0 617,3-5 1,0 2-604,-28 7 1,-1 0 0,29-6 362,-31 8 0,0 0 1,26-6-1245,-3 4 1666,-6-6 0,3 9 0,-8-6 0,-5-3 0,-7-3 0</inkml:trace>
  <inkml:trace contextRef="#ctx0" brushRef="#br1">4193 5246 8134,'-17'0'-82,"1"0"1,-5-1 127,5-3 194,-1 2-50,-1-3 0,0 5 0,-4 0-32,2 0 0,-2 1 50,-7 3 0,0 0-246,-9 9 0,4-2 77,-7 10 1,1-1-75,-2 5 1,2 5 0,-5 5 250,-2 5 1,8 0-323,2 5 0,10 1 141,2 3 1,3 4 48,9-4 0,4 4-150,9-8 142,0-2 1,7 6-13,5 1 0,3-5-164,10 5 0,-2 1-50,10 3 190,1 0 0,7-2 14,0-2 0,-15-24 1,1-1-1,26 17-45,-23-20 0,0 0 0,2 0 1,2-1-166,-1 0 0,0-1 0,2 1 0,2-2 149,-3-3 0,2-3 0,3 0 0,2-2-49,2-2 0,1-2 0,1-2 0,2-1 103,2-2 0,1 0 0,1-4 0,-1-2-349,2-1 0,-1-2 1,2-2-1,0-2 394,3-2 0,0-2 0,1-3 0,1 0-75,-2-2 1,-1-2 0,0 1 0,-2 0 8,-5 0 0,-1 0 0,-1 2 1,0-2 45,-2-1 0,-1-1 0,-1 0 0,0 0 0,-2-1 0,-1 0-66,-4 2 1,0-1 0,-3-1 0,-1-1 83,-1 3 1,-2-1 0,0-2 0,-1-1-8,-1-3 1,-2 0 0,19-25-15,-24 24 1,-1-2 0,-1 0 0,-2 0 9,-2-3 1,-2-1 0,-3-1 0,-2 0 7,-1-2 0,-2-1 0,-1 4 0,-2 1-113,-1-3 0,-2 1 0,-11-30 62,3 31 0,-3 1 0,-5 3 0,-3 0-162,-4-2 0,-2 2 74,-6 1 0,-2 4 1,-4 1-1,-3 3-322,-5 3 1,-3 3 0,-7 3-1,-1 2 126,-6 3 1,-3 2-1,20 3 1,-2 1-1,-1 1-283,0 0 1,-2 0 0,0 2 171,-2 3 0,-2 3 0,1 0 0,2 0 1,1 1-1,-1 2 173,-2 4 1,-1 1 0,0 1 0,-1-1 0,0 1 0,1 1 0,0 1 0,1 1 0,1 0-112,-1-1 1,2 1 0,-1 0 296,3 2 0,-1 0 0,1 0 0,4-3 0,0-1 0,1 1 0,0 1 0,0 0 0</inkml:trace>
  <inkml:trace contextRef="#ctx0" brushRef="#br1">1129 8409 6633,'4'-8'720,"0"-1"-136,0 1 1,-4-4 99,0-1 0,0 5-104,0 0 0,0 4 111,0-5 1,0 5-232,0-4 1,-9 5-163,-4-1 0,-7 4-64,-1 4-136,-8 3 0,1 7 0,-5 2 135,-1 5 0,-1 4 21,2 4 1,-1-3-389,5 3 116,5-3 1,7 2-367,4-4 1,2 7 142,3-11 1,4 1-11,8-9 1,8 1 103,9-1 1,2 1-45,2-1 1,1 0 54,3 1 164,-3-1 0,6 2 0,-4 1 16,1 2 1,-4-1-84,-5-3 1,-5 0 482,2 4-259,-9-3 1,-2 5 75,-6-2 0,-2 1-143,-2 2 1,-3 4-154,-5-4 0,-2-2 85,-2-1 0,2-3-475,-3-2 1,3 0-40,2 1 1,0-6-940,-1-3 652,1-3 1,1-2 279,3-3 1,2-3-246,6-6 1,0-5 0,1-2 715,4-4 0,1-1 0,7 1 0</inkml:trace>
  <inkml:trace contextRef="#ctx0" brushRef="#br1">1290 8694 9482,'-11'1'3442,"3"4"-3047,-3 1 0,4 11 279,-5 0 0,-5 6 0,0 0-404,2 5 1,6 1-159,0-4-318,7-1 0,-8 0 345,6-3-756,0 2 1,9-11 460,3 1 1,8-6-916,0-7 1,5-6 414,-5-2 0,2-3 1,-3-3 117,2-2 1,0 2 481,-5-3 0,-1 2-59,-3-1 1,2 2 65,-6-3 1,2 8 60,-2 0 0,-3 5 607,3-4-335,-2 5 0,-2-1 158,0 8 0,0 3-58,0 5 0,-2 2-74,-2 3 0,3-2 1,-5 4 73,1-1-686,3-1 1,-3-1-282,5 1 0,0 3 1,0-2-362,0 2 0,0-5 129,0 1 815,0-2 0,0 4 0,0 1 0</inkml:trace>
  <inkml:trace contextRef="#ctx0" brushRef="#br1">1625 8806 9889,'0'12'824,"0"6"0,-1 3 1,-3 9-190,-5 7 1,2 7-327,-1 10 1,0 8-468,2-27 1,-1 0 0,1 3-1,0 0 261,0 3 1,0 1-1,-1-4 1,1 1-57,0 2 1,0 1 0,2-4 0,0-1-516,-1-1 0,1-1 0,2 27 438,-3-9 1,4-13-1482,1-7 1226,0-16 1,1-7-291,4-14 0,-3-5 165,7-7 0,-1-9-442,4-8 0,1-4 66,-1-5 786,0 4 0,-2-6 0,3 2 0,2-2 0</inkml:trace>
  <inkml:trace contextRef="#ctx0" brushRef="#br1">1588 8880 8133,'0'-12'331,"1"-1"173,3 1 1,-1 1 322,5 3 0,1-3-335,3 2 0,1 4 105,-1 1 0,0 2-143,1 2 0,3 2-270,1 2 1,-1 3 175,-3 5-297,-6 6 1,2 7-146,-5 8 0,1 3 0,-8 1-35,-5 0 1,-2 6-813,-11 2 1,1 8 250,-5 0 0,1 0-568,4-8 0,2-8-404,5-8 945,1-2 1,5-16 704,3-11 0,8-17 0,3-15 0</inkml:trace>
  <inkml:trace contextRef="#ctx0" brushRef="#br1">1935 8930 8133,'0'8'1294,"0"0"0,0 5-301,0 3 1,0 8-325,0 0 1,-1 8-231,-3 9 0,1 5 153,-5 8 0,-1 4-507,-3 8 0,0-4-355,-1 0 1,1-2 269,-1-6 1,1-4-1028,0-5 0,5-16-802,3-4 593,2-9 1,4-10-220,2-6 1,0-11 422,8-10 1032,-2-2 0,8-7 0,-6-2 0</inkml:trace>
  <inkml:trace contextRef="#ctx0" brushRef="#br1">2034 8917 8133,'5'-8'555,"-1"0"1,4-1 48,-4-3 262,6 5 1,-3 2-300,5 5 0,-5 1 197,-3 3 1,2 0-320,-2 9 1,0-2-165,-4 9 1,0 0-996,0 0 0,0 4 517,0-4 1,-4 4-1579,0 1 1,-5 0 925,5-1 1,0 0-1181,4-4 2029,0-2 0,0-5 0,0-6 0,0-2 0</inkml:trace>
  <inkml:trace contextRef="#ctx0" brushRef="#br1">2283 9041 8133,'6'0'2282,"6"0"-1120,-11 0-869,10 0 1,-4-4-330,5 0 1,-4-6-400,1 2 0,-1 1 368,4-1 1,-1 0-253,-2-5 1,0 5 147,-4 0 0,-1 5 1,-6-3-61,-2 6 1,-4 0 382,-9 0 0,2 6 125,-6 2 0,1 3 245,-5 2 1,0-1-534,0 1 0,6-2 96,3-3 1,2 3-1819,1-3 924,1-2-1237,5-1 1587,24-16 1,1-3 458,19-10 0,-3-1 0,3 0 0,1-3 0,-1 4 0,-1-4 0,-3 7 0,0 5 0,-8 3 0,1 2 1876,-10 7-1338,1 0 0,-10 5 638,-3 4 1,-3 3-481,-1 8 0,0-2-74,0 3 0,-1 1-238,-3-2 0,2 5-200,-2-5 1,-1 5-392,1-4 1,0-1 238,4-3 0,1-1-569,3 0 1,0-1 306,9-2 0,-2 0-493,9-5 0,1 5 225,4-5 0,0 0 121,-1-4 0,1 0 289,0 0 1,-6 0 466,-2 0 0,-3 0 769,-2 0-916,0 5 0,-3-3 1778,-1 2-755,-5 3-1279,2-6 104,1 5 1,1-6-670,5 0 1,0-6 102,1-2 0,1-3-230,2-1 1,-2-5 379,3 0 1,0 0 60,0 0 0,0 3 262,-5-2-298,-5 2 1311,-2 7-771,-5 1 0,-5 8 270,-3 2 1,-5 4-60,-3 9 1,2-3 25,-3 2 1,8 2-300,0-1 0,7-1 284,-3-3-521,4-1 1,2-1 77,4-3 0,1 2-1060,7-6 1,5 0 520,2-4 0,4 0-2546,1 0 3077,5 0 0,2 0 0,5 0 0</inkml:trace>
  <inkml:trace contextRef="#ctx0" brushRef="#br1">4218 8781 7736,'-13'0'-19,"7"1"1,0 2 1336,1 1-724,3 0 37,-3-4 1,7 2-192,7 2 1,2-3-168,13 3 1,0-2 0,9-2-100,1 0 0,2 0-153,2 0 1,0-2-926,3-2 1,2-3 598,3-5 1,1-1-2108,-6 1 2310,0-6 1,-4-1 0,1-6 0</inkml:trace>
  <inkml:trace contextRef="#ctx0" brushRef="#br1">4702 8471 7736,'-18'-4'291,"-3"0"1,2-1 141,-2 5 0,2 0 128,-2 0 1,3 2-19,6 2 0,-1 3-136,1 5 0,0 5-67,-1-1 0,5 6-93,0-1 0,5 4 121,-1 4 1,2 2-121,2 7 0,0 4-216,0 4 0,4 2-286,1 2 1,3 5 36,-4 3 1,4-3-172,-4-1 0,6-3 261,-2-2 1,-1 4 0,0-5-125,-1-8 1,2-3 33,-4-8 0,4 0 197,-4-4 1,1-6 110,-5-3 204,0-2 1,0-1 170,0-1-99,0-5 0,-5 0-716,1-3 280,-5-3 1,2 5-121,-6-6 1,1 0 52,0 0 0,-2-4-58,-3 0 1,-2-6-460,-6 2 1,0-5 247,1-3 0,-5 1-970,0-6 914,0 0 1,4 2-52,0 2 1,6-1-166,2 2 677,9-1 0,-3 5 0,4 0 0</inkml:trace>
  <inkml:trace contextRef="#ctx0" brushRef="#br1">5099 8669 6476,'-7'0'-62,"-4"0"917,4 0-231,0 0-191,-4 6 1,4-5-76,-5 3 0,3-1 139,1 1 1,0-2-62,-5 2-60,1 3 1,-2-1-13,-2 7 0,2 3-112,-3 1 0,8 9-267,0-1 0,5 8 1,-3 0 196,2 3 0,1 1-717,4 0 0,5-4 333,4 0 1,2-6-410,1-3 1,4-4-854,1-8 1,5-5 164,-1-3 1299,8-8 0,-3-3 0,4-5 0</inkml:trace>
  <inkml:trace contextRef="#ctx0" brushRef="#br1">5185 8868 7714,'-5'-13'0,"4"1"837,-4-1 1,4 5 228,1 0-618,6 5 1,2-6-259,8 4 1,0 3 32,4 6 0,-3 0-136,3 8 0,0-1 74,0 10 0,2 0-158,-5 3 0,-2 7 1,-5 2-102,-2 3 1,-5 1-345,1 0 1,-3 0-279,-1 1 0,-1-8 344,-3-5 1,2-6-1170,-2-7 768,3 1 561,1-6 0,5-9 0,4-10 216,2-7 0,1-10 0,1-3 0</inkml:trace>
  <inkml:trace contextRef="#ctx0" brushRef="#br1">5446 8892 7714,'-17'6'-512,"1"2"1,-1 3 1255,5 2 0,-5-1 246,1 0 0,-6 6-468,1 3 1,-1 1-255,1-1 1,-1 1-71,6-6 0,-1 5-1320,5-4 800,-1-1 0,7-3-1789,1-1 1458,4 0 0,7-5 653,2-3 0,8-13 0,4-5 0</inkml:trace>
  <inkml:trace contextRef="#ctx0" brushRef="#br1">5644 8806 7714,'13'-7'182,"-1"-4"1,5 8 329,-1-5 0,1 5-65,-5-1 0,1 2 148,-1 2 0,0 7-34,1 6-339,-1 5 0,1 6 1,-2 1 217,-3 0-467,3 0 0,-10 5-460,4 3 0,-4 3 391,-1 1 0,-10 1-724,-2-1 0,-9 0 426,1 0 1,0-5-148,0-3 1,0-9 126,0-3 1,2-5 413,5-3 0,1-4 0,-1-5 0</inkml:trace>
  <inkml:trace contextRef="#ctx0" brushRef="#br1">6178 8917 7714,'14'-8'-462,"2"0"1,-1 4 2037,6-5 1,-2 2-653,2-1 1,2-1-394,-2 4 0,-2 1-1418,2 4 0,-6-4 593,2 0 1,-3 1-746,-2 7 1,-5 3 1038,-3 6 0,-8-1 0,-3 0 0</inkml:trace>
  <inkml:trace contextRef="#ctx0" brushRef="#br1">6153 9103 7714,'-7'13'1632,"-4"-1"-1011,10 1 0,-3-7-206,8-1 1,4-4 186,9-1 1,-2 0-211,5 0 0,7-4-397,6 0 0,-2-6-513,2 2 1,-4 1-569,4-1 0,-1 1-1285,1-2 2371,-2-2 0,-7 5 0,1-7 0</inkml:trace>
  <inkml:trace contextRef="#ctx0" brushRef="#br1">6935 8830 7714,'0'-6'1674,"-6"-5"-998,5 4-491,-5-6 1,6 5-1,0 0 221,0-2-233,0-1 1,0-1-16,0-1 1,4 1-1,0-1 1,6-3-7,-2-1 0,8-1-131,0 2 1,1 2 47,-5-2 1,0 2-128,1 1 0,3 2-17,1 3 1,-1-3-79,-3 3 0,-1 2-189,1 2 260,-1 3 1,0 1 19,1 0 1,-2 1 14,-3 3 1,3 7-81,-3 6 0,-1 6 96,2 2 0,-5 1-12,4 7 1,-5 0-2,1 5 0,-1 0 3,1 4 1,-3-2-7,3 5 1,-2-1-19,-2 2 0,4-4-7,0-4 1,2-3 12,-2-2 0,-2-4-1,7-8 0,-5-4 15,4-9 0,0 1-2,5-4 1,-1-1-99,1-4 0,-1-4 0,0-2-432,1-1 0,1-2-156,2-8 1,-2 3 2,2-2 730,-2-4 0,-1-4 0,-1-8 0</inkml:trace>
  <inkml:trace contextRef="#ctx0" brushRef="#br1">7629 8582 7714,'-8'0'226,"0"0"130,-1 0 0,-3 0 142,0 0 0,3 2-114,1 2 0,-4-1-342,-5 5 0,-1 2 63,2 6 0,-4 3-6,-4 6 0,-7 6 57,-2 2 1,-3 4-197,-1 4 1,-1 2-153,-4 2 1,-1 6 4,-2-5 1,-2 5-289,6-6 1,-6-1 255,1 2 0,8-2-303,1 1 0,8-6 222,0-6 1,8-7-1118,5-1 1417,7 0 0,4-11 0,10-2 0,2-6 0</inkml:trace>
  <inkml:trace contextRef="#ctx0" brushRef="#br1">7679 8297 7714,'1'-11'-205,"3"3"265,-2-3 0,7 4 240,-4-5 0,0 5-102,-1 3 0,-1-2 174,5 2 0,-4-4-98,5 3 1,-5 1 141,4 4-304,0 0 1,3 6 97,-2 2 1,0 3-185,-5 2 1,5 0 126,-5 4 0,0-2-186,-4 6 0,0-1-3,0 5 91,0-6 1,0 4 0,0-6-180,0 3 0,0-9-126,0 1-96,-6-2 270,5 2 54,-4-5 1,5-3 0,0-8 0,0-4 0,4-7 12,0-2 0,5-5-8,0 1 42,2-2 0,1 0 48,1 2 1,-1-3 68,0 4 0,1 2-82,-1 1 0,1 8 23,-1 0 1,0 7 79,1-2-66,-1 2 0,-1 4-54,-2 2 1,0 4-5,-5 8 1,0-2-1,-4 3-192,0-3 1,0 3-66,0 4-299,0-3 0,0 1 0,-1-2-329,-3 4 0,1-2 420,-5 2 1,4-2 425,-4 1 0,-1-2 0,-3-5 0</inkml:trace>
  <inkml:trace contextRef="#ctx0" brushRef="#br1">8138 8954 6230,'0'-6'1704,"0"0"-1211,0 6-199,0 0-175,0-5 160,0 3-492,0-3 368,0 5-359,0 0 134,0-6 113,0 5 234,0-5-196,0 6 172,0 0 0,4-1-179,0-3 1,2 2 35,-2-2 0,-1 3-42,5 1 1,0 0-4,5 0 0,-1 0-114,0 0 1,6 0 43,3 0-252,-3 0 1,5 0-86,-2 0 1,-2 0-108,2 0 1,-5-4 104,5 0 0,-6-5-364,2 5 349,-3-5 359,-2 7 0,0-9 0,1 4 0</inkml:trace>
  <inkml:trace contextRef="#ctx0" brushRef="#br1">8336 8682 7714,'-6'12'585,"-4"0"-246,6 1 1,0-1-95,4 1 0,0 0-7,0 4 0,0 2-73,0 6 0,0 1 0,1 2-255,3 1 70,-3 5 0,5-2-413,-6 5 0,0-1 0,0-3-326,0-4 1,0-3 429,0-1 1,4-6-344,0-2 672,6-9 0,-3 3 0,5-4 0</inkml:trace>
  <inkml:trace contextRef="#ctx0" brushRef="#br1">8981 8843 7714,'-5'-25'0,"2"4"486,-5 1 1,1 3-119,-1-3 1,-5 4 0,2 1 361,-4 6 0,-1 3 4,3 6-520,-5 6 1,3 6 0,-4 9 460,1 2-514,1 7 0,4 3-6,-4 9 0,7-4 0,-2 4 213,1-4-365,5-6 1,1 0-52,5-3 0,0-9-154,0 1 1,7-11 43,5-6 0,2-3-187,7-1 0,-1-10 132,5-2-188,0-9 1,0 1 0,0-8-218,-1-1 222,1 0 1,-4 4 284,0 1 1,-2-1-69,2 0 1,-3 0 150,-6 0 1,-1 5-317,-3-1 1156,-2 6-434,-6 3 0,0 7 179,0 10 0,-4 3 8,-1 8 1,-3 4-219,4 4 0,-4-3-42,4 0 1,-5 1-93,5 7 0,-4-3-234,4 3 0,-2-3-348,2-1 0,3 4-537,-3 0 1,-2 0-530,2-4 0,0-1 655,4 1 0,0 0-433,0 0 1213,0-6 0,0-1 0,0-6 0</inkml:trace>
  <inkml:trace contextRef="#ctx0" brushRef="#br1">9366 9017 7714,'-11'8'-867,"3"0"1,-2-4 2051,6 4 1,-4-3-106,4 3 1,-5 0-602,5 5 1,0 0-154,4 4 1,0-2 0,0 4 237,0-1-851,0 4 0,0-4 267,0 3 0,0-2-510,0-2 1,0-4 0,0 4-65,0-3 1,4-2-1721,0 1 1273,0-1 1041,2 0 0,-5 1 0,5-1 0</inkml:trace>
  <inkml:trace contextRef="#ctx0" brushRef="#br1">9304 9203 7387,'6'-7'951,"-5"1"-621,4 6 0,-5-1 350,0-3-137,6 2-154,-5-9 56,10 4-412,-4 0 1,4 1-28,-2 1-88,2 4-18,-5-4 1,7 6 79,-1 3 0,-3-1-35,-1 5 1,-4-4 50,4 4 0,-5 1-43,1 3 0,2 1-33,-2-1 1,0 0-132,-4 1 1,4-1-178,0 1 0,0-1 166,-4 0 1,0 1-341,0-1 0,4-4 183,1 1 1,0-7-3,-1 3 1,-1-5 380,5-5 0,-5 3 0,1-7 0,3-4 0,0-7 0</inkml:trace>
  <inkml:trace contextRef="#ctx0" brushRef="#br1">9565 9141 7714,'6'5'592,"0"-4"0,-5 6 296,3-3-252,-2-2-389,9 3 1,-4-5-195,5 0 1,1 0-105,-1 0 1,5 0-839,-1 0 0,5 0-253,-5 0 0,6-5 672,-1-3 470,2-3 0,2-2 0,0 1 0</inkml:trace>
  <inkml:trace contextRef="#ctx0" brushRef="#br1">9974 8954 6480,'-12'0'346,"3"0"1243,1 0-323,5 0-791,-2 0 0,5 6 37,0 2 0,0 5-351,0 3 1,1-1 48,3 6 1,-1 0-629,5 4 1,-4-1 332,5 1 0,-7 0-286,3 0 0,0-2 181,-1-2 0,2 1-1080,-2-6 1,-1 5 1269,5-4 0,0-1 0,5-3 0</inkml:trace>
  <inkml:trace contextRef="#ctx0" brushRef="#br1">10507 8644 7714,'0'-12'4,"0"0"1,0-1 1178,0 1-566,0 5 1,4 0-238,1 3 1,4 4 41,0 0 0,3 5-42,4 8 1,-2 5 7,3 2-272,-3 9 0,2 2 10,1 2 0,-1 3-175,-3-3 1,-1-2-310,0 2 1,-1-5-153,-2 1 0,2 0 1,-4-3-1317,0-3 984,-2-6 0,-1-3-137,0-6 979,0-5 0,2 2 0,1-5 0</inkml:trace>
  <inkml:trace contextRef="#ctx0" brushRef="#br1">10892 8607 7714,'-12'4'323,"-1"0"0,-3 1-76,-1-5 1,0 4 106,5 0 0,0 6-80,-1-2 1,-5 8-178,-2 5 0,0 2 101,0 2 0,-1 4-335,-4 0 0,0 6-156,1-2 0,3-2 265,0 2 1,6-5-903,-1 1 1,3-4 4,5-5 925,-3-2 0,9-5 0,-3-1 0</inkml:trace>
  <inkml:trace contextRef="#ctx0" brushRef="#br1">11004 8260 7714,'0'-12'307,"0"-1"1,0 5 199,0 0 1,0 3 244,0-3 249,0 5-271,0-2-397,5 5 0,1 7-66,2 5 1,2 2-168,-6 7 1,0-1-59,-4 5 0,0 0-128,0 0 1,0-2-482,0-2 1,0 1 353,0-6 0,0 5-1091,0-4 557,0-1 359,0-9 1,5-3 26,4-8 1,2-3 279,1-5 1,0-6 288,1-3 0,1 2-234,2-2 0,-3 2 455,-1-2 1,0 5-249,-3 7 0,2-2 261,1 3 1,-4 3 78,1 1-257,-1 2 0,0 4-86,0 2 1,-5 3-121,1 5 0,-2 0-411,-2 1 0,0 1 231,0 2 1,0-2-703,0 2 0,0-2 405,0-1 0,-2 0 419,-2 4 0,-3 2 0,-5 6 0</inkml:trace>
  <inkml:trace contextRef="#ctx0" brushRef="#br1">11463 8372 7703,'0'-7'1306,"0"1"-608,0 6-454,0 0 0,5 0-249,3 0 0,-1 0-184,2 0 1,3 4-241,4 0 0,2 1-558,-1-5 1,-2 0 231,6 0 755,-1 0 0,5-6 0,0-1 0</inkml:trace>
  <inkml:trace contextRef="#ctx0" brushRef="#br1">11847 8136 7714,'7'1'302,"-3"3"1,-1-2 195,1 2-114,-3 3 1,5-4-42,-6 5 0,0 0 83,0 5 0,0-1-431,0 0 0,-1 5-26,-4-1-100,4 6 0,-4-6-295,5 4 0,-2 2-40,-2 7 1,3-3 0,-3 3-1189,2-2 1232,-3 3 422,-2-4 0,-6 10 0,1-4 0</inkml:trace>
  <inkml:trace contextRef="#ctx0" brushRef="#br1">11636 8967 7714,'9'-4'934,"-1"0"1,0-1-572,4 5 0,1 0 28,-1 0 0,2 0-73,3 0 1,-2 0-406,5 0 1,1-1 126,4-3 0,4 1-791,0-5 0,1 4 9,-1-4 0,-3-2-1219,3-7 1961,-8 4 0,8-5 0,-3 5 0</inkml:trace>
  <inkml:trace contextRef="#ctx0" brushRef="#br1">11934 8731 7714,'-12'0'700,"-1"6"-232,1 1 0,1 5-123,2 0 1,4 2-13,5 3 1,0 2-67,0 6 1,0 4-37,0 0 1,0 5-263,0-1 0,0-1-262,0 1 1,0-1-764,0 1 1,0-3 598,0-5 0,0-2-332,0-2 1,1-3 788,3-6 0,3-5 0,6-1 0</inkml:trace>
  <inkml:trace contextRef="#ctx0" brushRef="#br1">12629 8868 7714,'-9'-9'742,"1"1"0,1 0-525,-1-5 1,-3 2-117,3 3 1,1-3 411,-1 3 1,-1 2-135,-3 2 0,-1 3-300,1 1 1,0 3 92,-1 5 0,-1 7 47,-2 14 0,-2 3 163,-3 5 1,2 0-60,2 0 0,4-4-398,-4 0 1,9-5 89,4 1 1,2-13-286,2-3 1,7-9 184,6 0 0,5-9-688,6-8 0,7-6 257,2-10 1,3-3-61,1-5 1,-1 4 126,-3 0 1,1 5 109,-5-1 0,-1 3 439,-8 1 1,-2 8-185,-5 4 654,-6 1 1,-2 17-368,-5 4 0,-1 4 639,-3 12 1,-3-1-188,-6 9 1,5-4-72,0 4 1,5-6-461,-1 2 1,3-4 85,1-4 1,0 2-1113,0-2 0,0-3 553,0-2 0,5-2-2830,3-2 3179,3-5 0,2 4 0,-1-4 0</inkml:trace>
  <inkml:trace contextRef="#ctx0" brushRef="#br1">12926 9190 8764,'9'0'1718,"-1"0"-1393,-5 6 1,2 1 682,-5 5 0,0 0-365,0 1 0,-1 3-161,-3 1 0,2 3-531,-2-3 0,-1 4 101,1-5 0,-1 1-389,5-5 1,0-4 254,0 1-393,0-7 1,6 4 219,2-6 0,3-6-134,2-2 0,-5-4 84,0-5 1,-1 8-102,1-4 703,3 4-241,-4-4 429,6 6 1,-2 3-268,-3 8 0,-3 3 128,-5 6 1,0 0-118,0 4 0,0-2-172,0 6 0,0-5-217,0 5 1,0-6-1071,0 2-2019,0-4 2383,6 0 0,-3-6 866,5-3 0,0-3 0,5-1 0</inkml:trace>
  <inkml:trace contextRef="#ctx0" brushRef="#br1">13162 9351 7714,'-7'0'4992,"2"0"-3611,-1 0-988,5 6 1,-3-3-399,8 5 1,-1-5 42,5 1 0,0 1-1031,5-1 1,-1 1 679,0-5 1,5 0-2988,-1 0 3300,1 0 0,1 0 0,1 0 0</inkml:trace>
  <inkml:trace contextRef="#ctx0" brushRef="#br1">13373 9227 10741,'8'0'1649,"1"0"0,-1-4-1269,4 0 1,1 0-254,-1 4 1,2 0 59,2 0 0,-2 4-373,3 0 1,-8 2 191,0-2 0,-7 3-175,2 5 1,2 2 42,-2 2 0,-1 0-196,-7 4 1,-5 1-35,-7 4 1,2 0 121,-2-1 0,3-3 158,5 0 0,1-9-101,3 5 228,3-12 0,1 6-114,8-11 0,4-1-550,5-3 0,1-3-82,2-6 1,4 1-303,-4 0 0,4-1-233,1 1 1230,-6-1 0,4 1 0,-3 0 0</inkml:trace>
  <inkml:trace contextRef="#ctx0" brushRef="#br1">13869 8669 7714,'13'-18'584,"-1"5"-409,0-4 0,-3 3 591,-1 2 1,-4 1 297,4 3-316,-5-3 1,3 11-283,-6 0 1,4 6-62,0 11 1,4 2 152,-4 6 1,2 5-199,-2 3 0,-1 3 23,5 1 0,-1 3-142,1-2 0,3 0-624,-3-9 1,-1 4 327,2-4 0,-1 0-1072,4-4 1,1-7-955,-1-6 0,1-1 1064,-1-7 1,4-1-480,1-7 1496,0-8 0,0-13 0,3-7 0</inkml:trace>
  <inkml:trace contextRef="#ctx0" brushRef="#br1">14229 8620 7714,'-12'0'0,"-1"0"0,1 1 1004,-1 3 0,-5 3-421,-2 5 0,-4 6 500,0 3 1,-1 8-500,0 4 1,-3 1-127,4 0 1,-4 0-394,7-5 1,2 0-478,-2-4 1,10-6-992,-1-2 0,4-4 917,-1 0 0,4-5-1802,5 0 2288,0-5 0,0-9 0,0-7 0</inkml:trace>
  <inkml:trace contextRef="#ctx0" brushRef="#br1">14378 8285 7714,'7'-13'859,"-3"1"-363,3 0 0,-4 3 1104,5 1-558,-5 5 1,2-1-482,-5 8 0,0 3-158,0 6 1,0 0-155,0 4 1,0-2-217,0 6 1,0-5 70,0 5 0,0-6-833,0 2 102,0-4 1,0 0 108,0-1-617,6-5 755,0-1 1,7-6-182,-1 0 347,1-6 0,-1 1 303,0-4 0,1 2-66,-1 3 0,-3 3 155,-1-3 1,-4 2 408,4 2 0,-4 6-309,5 2 1,-7 3-18,3 2 1,-4-1-13,-1 0 0,0 1-852,0-1 1,0 1 365,0-1 0,0 0-2960,0 1 1502,0-1 1695,0 1 0,0-6 0,0-2 0</inkml:trace>
  <inkml:trace contextRef="#ctx0" brushRef="#br1">14700 8359 7714,'-12'0'2629,"0"0"-330,-1 0-1076,6 6-873,2-5 1,10 9-394,4-6 0,6 0-290,1-4 1,6 0-332,-1 0 0,2 0 495,2 0 1,0 0 168,0 0 0,0-6 0,-1 0 0</inkml:trace>
  <inkml:trace contextRef="#ctx0" brushRef="#br1">15073 8260 7714,'12'-6'0,"-4"0"1041,0-7 1,1 5-430,3 0 1,5 3 846,-1-3 1,6 4-720,-1-4 0,1 5-229,-1-1 0,2 3-747,-2 1 1,-5 1 186,-3 3 1,-2 4-35,-7 9 1,-1-1 146,-7 9 1,-5-1-176,-7 9 1,-5-4 68,-8 4 0,2 0-114,-7 4 1,7-1 119,-2-3 1,8-4 299,5-8 1,2 1-516,2-6 237,5 1 0,8-10-707,11-3 1,8-4 385,9-4 0,1 1-427,3-6 0,-1 5 290,-3-4 0,-3 4 472,3-4 0,-3-1 0,-1-3 0</inkml:trace>
  <inkml:trace contextRef="#ctx0" brushRef="#br1">8436 10480 7684,'-9'-4'946,"1"0"-588,5-6 1,-1 9 106,8-3 0,5 2-123,7 2 0,3 2-24,6 2 1,0-2-71,0 7 1,5-5-384,3 4 0,-2-5-856,-2 1 0,1-3 655,-1-1 0,1 0-385,-1 0 1,-3-4 720,3 0 0,-3-11 0,-1 1 0</inkml:trace>
  <inkml:trace contextRef="#ctx0" brushRef="#br1">8870 10220 7684,'-13'0'-145,"1"0"1,0 0 1214,-1 0-315,1 0 12,-1 0 0,2 9-179,3 4 1,-2 7-46,6 1 0,0 2-625,4 2 1,0 1 143,0 3 0,0 3-901,0 5 1,-4 0 574,0 1 1,0-1-425,4 0 1,1-5 234,3-3 1,5-10 452,7-7 0,9-5 0,7-7 0</inkml:trace>
  <inkml:trace contextRef="#ctx0" brushRef="#br1">9453 10430 7684,'12'0'1543,"1"0"-1060,-1 0 1,-4 0-270,1 0 1,-1 0-8,4 0 0,2 0-1192,3 0 0,-4 0 597,4 0 1,1-4 387,-2 0 0,6-6 0,-2 4 0</inkml:trace>
  <inkml:trace contextRef="#ctx0" brushRef="#br1">9924 10418 5977,'13'0'0</inkml:trace>
  <inkml:trace contextRef="#ctx0" brushRef="#br1">10284 10455 7770,'6'-7'381,"-4"0"-267,7 3 1,-5 2 966,4-7 1,2 5-448,6-4 1,-1 4-56,6-5 0,-4 5-185,3-4 0,1 5-1124,4-1 0,0 3-58,-1 1 1,3 0-526,1 0 1,-1 0-116,2 0 1428,-3 0 0,-7 0 0,-1 0 0</inkml:trace>
  <inkml:trace contextRef="#ctx0" brushRef="#br1">12120 10418 7771,'-11'-12'-191,"3"-1"1,1 1 235,3-1 0,2 1 107,-2 0 0,-1-1 113,1 1 0,-1-1 133,5 1 1,-4 0 525,0-1-270,0 1-254,-1-1 0,-2 2 254,-6 3-511,1 3 1,-5 6 85,1 3 1,-2 4 98,1 9 0,2 6-43,-6 6 1,6 10 63,-1-2 0,-2 8-181,1 1 0,1 1 36,3-2 0,2-2-332,3-6 0,-2-1 148,6-3 0,1-9-316,8-12 1,6-5 195,5-7 0,10-7-590,-1-5 1,4-6 88,0-7 0,-3-1-150,3-3 0,2-2 366,-3-2 0,1 3 181,-4 5 1,-4-4 267,0 0 1,-2-2-93,2 6 0,-4-1 378,-4 9 0,-2 1-141,-3 3 467,3 6 1,-9 5 58,2 10 0,-3 1-289,-1 12 1,0 5-81,0 7 1,-1-1-116,-3 1 1,2-4-150,-2 4 1,3-1 101,1 1 0,0 1-1213,0-5 1,0-1 579,0-7 1,0 2-1337,0-2 0,5-3 1765,3-2 0,4-2 0,0-2 0</inkml:trace>
  <inkml:trace contextRef="#ctx0" brushRef="#br1">12616 10654 7771,'0'-13'864,"0"5"219,0 0-543,0 5 1,0-1 58,0 8 0,0 3-175,0 5 1,0 6-111,0 3 1,0 2-232,0 2 0,-4 0 133,0 0 1,0-2-600,4-2 1,0 1 286,0-6 1,0 1-898,0-5 1,0 1-531,0-1 1,1-5 736,3-3 1,3-3 785,6-1 0,-1-5 0,0-2 0</inkml:trace>
  <inkml:trace contextRef="#ctx0" brushRef="#br1">12964 10393 7771,'5'-7'1630,"-3"2"1,3 10-1082,-5 4 1,4 7 238,0 5 0,2 2-305,-2 2 0,1 0-327,4 0 1,2-2 59,-3-2 1,3 2-632,1-2 0,1-3 303,-1-2 0,2-2-1012,3-2 0,-4-1-29,4-2 1,-3-4-434,-2-5 0,1 0 1586,-1 0 0,0-11 0,1-3 0</inkml:trace>
  <inkml:trace contextRef="#ctx0" brushRef="#br1">13261 10517 7771,'6'-30'0,"-5"4"351,3-3 0,-1 3 724,1 1-706,-2 5 0,2 4 999,-8 8-937,-3 2 1,-10 12-183,1 2 0,-2 8-20,1 5 1,-2 3-27,-6 0 1,4 1 0,1 0 0,3 0 25,-3 0 0,3-1-25,-4 1 0,6-1-500,-1-4 0,6 2-2092,2-5 1,-1 4 274,-3-5 2113,5 1 0,-4-5 0,4 0 0</inkml:trace>
  <inkml:trace contextRef="#ctx0" brushRef="#br1">13497 10542 9829,'7'0'2145,"-2"0"0,1-4-1508,2 0 1,3 0-452,2 4 1,5 0 20,2 0 0,5-2-930,4-2 0,3 1-119,5-5 0,-1 4-505,-3-4 0,1-1-208,-5-3 0,-5 0 1555,-8-1 0,-2 1 0,-2-1 0</inkml:trace>
  <inkml:trace contextRef="#ctx0" brushRef="#br1">13795 10319 7683,'-8'-11'317,"-1"2"0,2 3-8,-1 1 1,-3 4 68,3-3 1,1 3-81,-1 1 0,-1 6 459,-3 7 1,1 2-276,3 10 1,-2-2 172,6 10 0,-4-4-481,3 4 0,-3 5-446,4 3 0,0 2-1260,4-2 0,0-2 922,0 2 0,0-4-1438,0-4 2048,0-8 0,5-2 0,2-3 0</inkml:trace>
  <inkml:trace contextRef="#ctx0" brushRef="#br1">14465 10393 7694,'5'-32'-153,"-2"1"153,5 2 0,-5 7 668,1-3 0,-3 7 270,-1-3-383,0 6 1,-1-1-183,-3 7 1,1 7 41,-5 10 1,-4 3-43,-5 14 0,-5 2-137,1 11 1,2 4 19,-2 4 1,-1 6-270,-7 2 0,7 0-107,-3-5 1,9-5 169,-1-2 1,9-9-910,4-4 681,3-9 1,12-9-320,5-11 0,6-7 3,3-9 1,4-3-140,0-6 0,0 0 207,-4 0 1,-1-1 375,1-3 1,-1 3 34,-4-3 0,0 4-97,-4 4 1,-2-5 322,3 6 0,-9-1-138,-4 9 977,3-1-583,-6 1 1,5 10 132,-6 7 0,0 10-15,0 5 1,0 5-193,0 4 1,-4-1-16,-1 5 1,-3-6-113,4 2 1,0 2-724,4-3 0,-4-3 359,0-4 0,0-2-3018,4 2 1898,0 2 1,1-10 1217,3-1 0,3-5 0,5-7 0</inkml:trace>
  <inkml:trace contextRef="#ctx0" brushRef="#br1">14775 10666 7694,'-7'12'324,"-3"1"590,6-1 0,-1 1-384,0-1 1,4 0 345,-3 1 0,3-1-367,1 1 1,1-2-169,3-3 1,3-3-146,5-5 0,6 0 24,3 0 1,2-5-131,2-3 1,0-5-369,0-3 0,0 1-157,-1-6 1,0 6 284,-3-2 1,-3 3-297,-6 2 0,-1 4-87,-3-1 172,-2 7 0,-8-8 50,-2 6 0,-4 0-21,-9 4 0,-2 1-43,-6 3 1,0 0-84,1 9 1,-1-3-383,0 6 0,0-1 81,0 2 759,1-3 0,-1 9 0,0-4 0</inkml:trace>
  <inkml:trace contextRef="#ctx0" brushRef="#br1">4168 11522 7694,'0'-13'587,"0"1"78,0 0 0,0-1-263,0 1 0,0-1 278,0 1 0,0-5-257,0 1 1,0-5 15,0 5 0,0-2-111,0 1 1,-5 2-127,-4-6 1,3 10-7,-3-1 0,1 4-28,-4-1 0,-1 4-47,1 5 0,-1 11-144,1 5 1,0 12 148,-1 5 1,1 8 33,-1 5 1,2 2-159,3 2 0,3-5 83,5 1 1,0-2-343,0 1 1,0-7 70,0-10 1,5-7-29,3-4 0,5-9-494,3-4 1,-1-9 329,6-8 1,0-6-536,4-10 0,-5-1 395,1-3 1,-5-3 171,5 3 0,-6-3 125,2-1 1,-3 1 327,-2 3 0,-4 6-122,1 7 1,-7 9 606,2-2-106,-2 9 1,-2 4-326,0 9 1,0 6 611,0 1 0,0 6-287,0-1 1,0 2-14,0 2 0,0 0-106,0 0 1,1-2-716,3-2 0,-2 2 272,2-2 1,1-2-1274,0 2 0,3-2-146,-4 2 1,4-3 207,-4-6 1287,0-5 0,2 4 0,1-4 0</inkml:trace>
  <inkml:trace contextRef="#ctx0" brushRef="#br1">4565 11609 8806,'0'12'776,"0"-4"-61,0 1 1,0 0-255,0 8 0,-1-2 200,-3 6 1,2-6-517,-2 1 0,3 2-454,1-1 0,0-1-1086,0-3 1,4-1 886,0 0 1,2-5 507,-2-3 0,3 3 0,5 0 0</inkml:trace>
  <inkml:trace contextRef="#ctx0" brushRef="#br1">4677 11497 7694,'0'-7'2592,"1"-3"-2188,3 6 1,0-1-1488,9 1 1,-3 2 498,6-2 0,2-1 584,-1 0 0,5-4 0,-3 2 0</inkml:trace>
  <inkml:trace contextRef="#ctx0" brushRef="#br1">5421 11237 8305,'-8'0'1344,"0"0"1,3 1-908,-3 3 0,0 3 45,-4 5 0,-2 6-140,-3 3 0,2 4-29,-6 4 1,5 2-118,-5 7 0,6-1-173,-2 0 1,4 0 100,0 0 0,6 1 33,3-1 0,3-6-206,1-2 1,5-7 72,4-1 0,2-3-560,1-1 1,5-2 290,-1-11 0,5 0-550,-5-4 0,6-1 353,-1-3 1,-2-3-1104,2-6 1,-6-3 1544,2-1 0,-3-5 0,-2 3 0</inkml:trace>
  <inkml:trace contextRef="#ctx0" brushRef="#br1">5247 11547 8272,'-6'0'3885,"0"0"-3491,23 0 0,-6 0-156,13 0 0,-1-5-920,1 1 0,1-5-280,0 0 0,4 3 962,0-3 0,5-5 0,-2-5 0</inkml:trace>
  <inkml:trace contextRef="#ctx0" brushRef="#br1">5917 11249 7694,'13'0'502,"-1"-4"752,1 0 0,3-5-309,1 5 1,5-4-77,-2 4 1,9-6-308,4 2 1,9-3-188,3-1 1,3 0-399,2 4 1,0-3 99,-1 3 0,-5 2-501,-2 2 1,-10 3 334,-8 1 1,-6 5-369,-9 4 0,-4 2 189,-5 1 0,-3 6 116,-5 3 1,-6 2 399,-11 2 1,1 1-145,-1 3 0,-4-1-158,0 5 0,-6 0 87,2 4 0,-2 2-131,-3 2 1,2-1-65,3 5 1,-1-1 0,5 2 1,1 5 162,8-6 0,3-5 272,9-11 0,2-4 345,6-4 1,2-3-323,2-6 0,4-5 374,9-3 0,-2-3-219,6-1 1,-1-4-322,5 0 0,4-5 214,0 0 1,4 2-403,-4-1 1,5 1-185,0-1 0,-3-2-214,2 6 0,-5-4-361,1 4 0,1-4 378,-1 3 0,0-4-888,-4 0 1,-4-2 614,-1-1 1,-1 0-948,2-1 0,1-5 1658,-5-2 0,5-4 0,-3-1 0</inkml:trace>
  <inkml:trace contextRef="#ctx0" brushRef="#br1">6773 11261 7694,'-19'0'0,"2"0"0,4 0 926,0 0 1,1 2-374,-1 2 1,-3 3 99,-1 5 1,-3 6-236,3 3 0,-6 9-150,-2 7 1,0 2-123,-4 6 1,3-3-95,1 3 1,-4 1-446,0 3 0,0-9 288,5-3 1,-1-8-1483,0 0 1,4-3 183,1-1 1403,4-5 0,-7-3 0,4-4 0</inkml:trace>
  <inkml:trace contextRef="#ctx0" brushRef="#br1">2667 11497 7694,'6'-12'180,"-4"1"-22,7 2 0,-5 0 319,4 4 1,0 1-39,5 4 1,-1 0-137,1 0 0,-1 2-73,0 2 1,5 1-23,-1 4 0,1 2-114,-5-3 0,1 3 80,-1 1 0,-3 1-193,-1-1 0,-5-4-32,1 1 1,-3-1-53,-1 4 1,-1 1 41,-3-1 1,-7-1 41,-6-3 1,-1 4-207,2-4 0,-4-1 89,-5 1 0,5-5-86,-1 1 1,5-3 103,-5-1 1,6 0 135,-2 0 1,3-1-10,2-3 0,4-3 122,-1-6 0,7-3 46,-2-1 1,4-3-79,4 3 1,7-1 36,5 2 0,6 2-66,-1-3 0,2 8-27,2 0 0,-4 7 50,0-2 0,-5 2-117,5 2 1,-7 6 10,-2 2 0,-1 3-70,-7 1 1,0 2-3,-4 3 1,0-4 61,0 4 0,-5-3-5,-4-2 0,-3 1 11,-4-1 0,2-1 51,-3-3 1,2-2-49,-2-6 1,4 0 202,-4 0 1,8 0-23,0 0 0,2-6-87,-1-2 0,3-4-112,5-5 1,0 3 84,0-2 1,1-2-114,3 1 0,4 1 60,9 3 1,-3 6-64,2 3 0,2-1 62,-1 1 1,-1 0-107,-3 4 132,-1 5 0,-1 2 80,-3 5 0,-2 5-76,-6-1 1,0 1-18,0-5 0,-6 1 61,-2-1 0,-7 1-44,-2-1 1,1-4-14,3 1 1,1-7 17,0 2 1,-1-2 16,1-2 1,-1-2-42,1-2 1,5-3-3,3-5 1,-2 0-92,2-1 0,2-1 65,6-2 0,-2 3-96,7 1 0,-1 0 107,4 3 1,1 4-105,-1 1 1,-4 2 79,1 2 1,-2 2 14,1 2 0,2 3 12,-6 5 1,0 1 72,-4-1 0,0 0 10,0 1 1,-2-1-83,-2 1 1,2-2 214,-7-3-114,7-3-58,-10-5 39,6 0-335,-1 0-74,-4-5 0,9-2 151,-2-5 1,3 3-1802,1 1 894,0 5 1086,0-2 0,0 5 0,0 0 0</inkml:trace>
  <inkml:trace contextRef="#ctx0" brushRef="#br1">2593 13233 7694,'-6'-12'455,"5"-1"-35,-3 1 1,2 4 211,2 0 88,0-1-402,6-3 1,1 1 34,5 3 0,5 2-91,-1 6 1,2 0-53,-1 0 1,-4 0-177,4 0 1,-3 6 120,-2 2 0,1 0-195,-1 5 1,-4-4 63,1 8 0,-7-4-208,2 0 0,-2-1 103,-2 1 0,-2 3-68,-2 1 0,-3-1 33,-5-3 0,-2-1-52,-2 1 0,2-2 242,-3-3 0,2 1-78,-1-4 0,0 3 240,-4-4 0,3 0-75,-3-4 0,4-1 53,0-3 1,2-3-28,2-6 1,1 0-86,2-4 0,4 3 42,5-2 1,0 1-294,0-2 0,5 5-159,4-1 0,7 2 178,5 7 0,2-4-63,2 4 1,0-1 42,0 5 1,-2 2 82,-2 2 0,1-1-22,-6 5 0,0 0 241,-8 5 0,-3-1-29,-5 1 0,0-1-17,0 0 1,-1-1 183,-3-2 1,-7 2-68,-6-3 1,1 2-174,3-2 0,-3 1 50,-1-4 0,1-1-401,3-4 224,1 0 0,0 0-1683,-1 0 29,6 0-427,-4 0 963,10 0 1195,-5-6 0,6-1 0,0-5 0</inkml:trace>
  <inkml:trace contextRef="#ctx0" brushRef="#br1">3858 12725 7694,'-12'-2'948,"-1"-2"-589,1 3 1,4-5 934,-1 6-902,7 0 1,-3 0 128,10 0 0,-3 2-129,7 2 0,0-3-40,8 3 0,-2 2-120,6-2 0,-2 2-69,2-2 0,6-3-117,-2 3 1,3-2 111,-4-2 1,5 0-316,0 0 0,4 0 133,-4 0 0,4-6-517,-4-2 0,4 1 268,-4-1 0,-4 5-165,-4-1 1,-6 2 174,2 2 1,-8 0 121,-1 0 1,-5 6 104,1 2 0,-4 7-94,-4 2 0,1 5 196,-5-1 1,4 3-26,-4 5 1,1-1-41,-1 5 1,-2 1-23,6 8 1,-4-2-42,3 5 0,-3 1 37,4 3 0,-2 1-14,2 0 1,3-5 81,-3 0 1,2-6-91,2-2 0,0-4 101,0-4 0,0-8-85,0 0 1,0-10 168,0-3-129,6-5-250,-5 2 0,6-5-619,-3 0-496,-2 0 371,3-5 0,-10-2 268,-4-6 717,-2 6 0,-1-9 0,0 2 0</inkml:trace>
  <inkml:trace contextRef="#ctx0" brushRef="#br1">3908 13271 7694,'-6'6'1045,"3"0"-1011,-5-6 1,5 1-35,-1 3 913,3-2 0,6 3-195,4-5 0,7 0-92,5 0 0,2 0-418,2 0 0,5 0 12,4 0 1,-3-4-806,2 0 1,-4-4 429,4 4 0,-5 0-1113,1 4 1,-4 0-1,-5 0-258,-2 0 1526,-11 11 0,-7-3 0,-7 10 0</inkml:trace>
  <inkml:trace contextRef="#ctx0" brushRef="#br1">3895 13605 7694,'-1'11'302,"-3"-2"148,2 2 1,-7-9 56,5 7 0,1-7-130,7 3 0,3-4 211,5-1 1,6-4-197,3 0 0,4-6-277,4 2 1,1-3 31,3-2 1,3 2-1211,-3 3 0,4-3 346,5 3 0,-8-2 717,3 2 0,-8-3 0,1 4 0</inkml:trace>
  <inkml:trace contextRef="#ctx0" brushRef="#br1">5384 13233 7694,'-1'-12'96,"-4"-1"1,4 1 418,-3 0 0,-2-1-123,2 1 0,-4-1 94,4 1 0,-6 4-86,2 0 0,1 5-14,-1-1 1,0 2-73,-5 2 1,-1 10-119,-2 2 0,2 10-13,-3 3 0,4 1 25,0 7 1,2-1-191,3 1 0,-2 2 83,6-6 1,0-5-467,4-3 84,0-6 1,6-2 197,2-9 0,4-6-511,5-6 1,-2-6 271,6-10 1,-2-5-69,2 0 0,1 0 74,-6 4 0,5 6 292,-5 2 1,0 3 28,-8 2 1,3 5 355,-3 3 62,3 2 0,-3 14-224,1 4 0,-7 2-4,3 3 0,0-1-41,-1 5 0,0-4-84,-4-1 1,4-4 58,1 0 0,4-2-741,0-2 0,-3-3 346,3-1 0,-1-5-793,4 1 1,1-3-764,-1-1 1822,1 0 0,5-5 0,1-2 0</inkml:trace>
  <inkml:trace contextRef="#ctx0" brushRef="#br1">6476 13084 8259,'-6'-6'1678,"5"0"-1093,-5 6 0,6 1-223,0 4 0,0 7 27,0 9 0,2 3-73,2 5 1,1 7-224,3 6 1,4 6 102,-4 1 0,-3 7-476,-1 6 0,2 4 97,-2 0 1,0 0-125,-4-4 1,-1 0 37,-3 0 0,1-3-317,-5-5 1,5-7 47,-1-14 0,2-4-245,2-8-433,0-9 835,0-7 0,0-16-540,0-5 921,0-12 0,0 2 0,0-4 0</inkml:trace>
  <inkml:trace contextRef="#ctx0" brushRef="#br1">6513 13208 7694,'11'-19'319,"-3"3"1,3 2-161,-3 1 1,5 1 593,3 0 0,0-1-264,4 1 0,-3 1-126,3 3 0,-3 1-155,4 3 1,-6 2-114,1-2 1,-6 8-42,-2 4 0,-5 5-165,1 3 0,-9 8-395,-8 5 0,-5 7 330,-7 1 0,-5 0-530,-3 4 0,-3 2 158,-1-2 1,1-1-101,3-7 0,3-2 206,5-6 1,4-8-195,1-4 636,10-6 0,-1-18 0,11-3 0</inkml:trace>
  <inkml:trace contextRef="#ctx0" brushRef="#br1">6786 13208 7694,'12'-8'60,"1"0"1,-4 4 500,4-4 0,-4 3-158,8-3 0,-3 5 174,-2-1 1,5 3-206,-1 1 0,5 1-246,-5 3 1,1 5 47,-5 7 0,-1-1-68,-2 6 0,-4 1 1,-5 7 0,0-3 58,0 3 1,-5 1-169,-4-1 1,-2 4 19,-1-4 0,-5-5-11,1-8 0,-1 1 152,5-5 124,5-2 0,1-16-97,6-2 0,0-8-190,0-5 1,10-4 80,2-4 0,4 3-74,-4-3 0,5 3-672,-1 1 0,2 0 362,-1 1 0,-2 3-1699,5 0 0,1 2 2007,4-2 0,0-2 0,-1 3 0</inkml:trace>
  <inkml:trace contextRef="#ctx0" brushRef="#br1">7282 13171 7694,'-12'21'810,"-1"0"1,1-2-292,-1 2 0,2 2 546,3-2 0,1-2-396,3 2 0,3-6-136,-4 1 0,4-2-599,1-1 1,1-5 83,4 0 1,-3-4-2325,7 4 1462,-7-5 844,9 3 0,-9-6 0,3 0 0</inkml:trace>
  <inkml:trace contextRef="#ctx0" brushRef="#br1">7294 13047 7694,'0'-19'438,"2"1"-307,2 6 1,1-1 698,4 1 1,2-1-291,-3 1 1,3 4-156,1 0 1,1 1-1331,-1-2 1,2 4 528,3 5 1,-4 0-602,4 0 0,-8 0 471,0 0 0,-6 7 546,1 5 0,-3 7 0,-1 10 0,-1-1 0,-3 5 0,-3-4 177,-6 4 1,2-5 177,3 1 0,-3-3 604,3-2 1,1 0-389,-2-3 1,7 2-76,-2-2 1,-2-3-167,2-2 1,0-6-238,4-2 1,1-1 114,3 1 0,3-2-269,6-6 0,-1 0-58,0 0 0,2 0-107,3 0 1,-3-2 53,2-2 1,-2-1 48,-2-4 1,1 3 272,-1 1 1,0 4-56,1-3 297,-6 3 0,2 2-145,-4 3 0,-1 3 104,-4 5 0,0 1 63,0-1 0,0 1 43,0-1 0,0-4-204,0 0 188,0 1-753,0-2 352,0-2-657,5-5 0,6-5 337,6-4 0,1-2-106,-2-1 1,-1 0 48,6-1 0,-4 1-52,3-1 0,-5 2 676,2 3 1,-3-2-184,-2 6 1253,1 0-729,-1 4 32,-5 0 1,-2 6-234,-5 2 1,-1 3-280,-3 1 1,2 1-116,-2-1 0,2-4-189,-3 1 1,4-1-2391,-3 4 1943,3 1 0,1-1-1427,0 1 0,1-2 2030,3-3 0,3 3 0,5-4 0</inkml:trace>
  <inkml:trace contextRef="#ctx0" brushRef="#br1">8647 13345 7694,'12'5'1308,"-5"-3"-217,-2 3-736,1 1 1,-5 2 294,3 9 1,-2-1-203,-2 9 0,0 3 50,0 9 1,0 7-149,0 5 1,-2 7-275,-2 6 1,3 0 51,-3 0 0,-2 2-375,2-2 1,0 3-352,4-7 1,0-3 430,0-1 1,0-10-887,0-7 1,0-11 471,0-9 0,1-5-594,3-3 1,-1-7 565,5-10 0,-3-3 21,3-14 588,0 3 0,-1-8 0,-1 5 0</inkml:trace>
  <inkml:trace contextRef="#ctx0" brushRef="#br1">8709 13308 7694,'6'-25'360,"1"1"44,-3 4 1,-1 1 399,6 2 0,0 7-302,8-2 0,-2 8 179,6 0 1,-4 2-268,8 2 0,-7 2-168,7 2 0,-4-1-38,-1 5 1,2 1-450,-5 8 0,-1-3-194,-3 2 1,-6-1 353,-3 2 1,-4 2-23,-4 6 0,-9 0 17,-7 0 0,-4 0-145,-1-1 1,-5-3 11,-3 0 1,1-6-141,-1 1 1,6-2 85,-2-1 0,3-7-694,1-1 1,1-4-766,4-1 1732,2-6 0,0-6 0,-1-7 0</inkml:trace>
  <inkml:trace contextRef="#ctx0" brushRef="#br1">10582 13122 7694,'0'-18'1203,"0"3"-768,0-6 1,0 6 509,0-2-618,0 9 0,-2 2 78,-2 6 1,2 3-116,-7 5 0,0 2-203,-8 11 1,2 1-92,-6 7 1,2-2 84,-2 6 0,-1-5-214,6 1 0,0-7 166,8-1 1,-1-5-218,4 5 0,1-6 96,4 2 1,6-5-34,2-4 1,7 3 96,2-2 1,3 0 35,-3-1 0,4 3 171,-5-2 0,1-2-93,-5 1 1,-1 0 163,-3 5 0,-2-1-43,-6 0 0,0 1-163,0-1 1,-1 5 60,-4-1 0,-1 2-186,-7-1 0,1-4 118,-1 4 1,1-3-499,0-2 0,-1-5-154,1-3 1,-1 2 0,1-2-449,5 0 0,2-10 460,5-2 1,0-4-131,0-5 1,1 2 728,3-6 0,3 1 0,5-5 0,5 2 0,-1 2 0,1-3 0,6 0 0,4-8 0</inkml:trace>
  <inkml:trace contextRef="#ctx0" brushRef="#br1">10867 13196 7694,'7'-7'1350,"4"2"1,-10 14-343,4 4 0,-5 7-46,-5 1 0,3 3-187,-7 0 1,2 1-345,-1 0 0,1-2-380,3-2 1,3 1 53,-3-5 1,2-1-1172,2-3 934,6-7 0,1 0-543,5-6 0,6-1-90,3-4 0,-2-3-319,2-8 0,-5 0 586,5-4 1,-2-1 195,2-4 1,-3 2 380,-6 2 0,-1-2-135,-3 2 1,2 3 300,-6 2-319,0 2-210,-4 7 859,0 1 0,0 16 785,0 3 1,0 3-735,0 1 0,0-2-168,0 5 1,0-4-463,0 0 1,2 2 72,2-1 1,-3 1-495,3-2 1,3-2 311,2 2 0,-3-2-3257,3-1 893,-1-1 1446,4-5 1,-1-3 1030,-2-8 0,13-3 0,-2-5 0</inkml:trace>
  <inkml:trace contextRef="#ctx0" brushRef="#br1">11562 13271 7694,'-6'-7'0,"-1"0"1189,-5 3 0,0 2-524,-1-2 0,-1 4 652,-2 4 0,2 3-633,-2 6 0,2 3-158,1 1 0,1 5-151,0-2 0,5 2-316,3-1 0,2 1-187,2-5 1,3-1-281,5-3 0,0-2-716,9-3 0,2-3 588,2-5 0,-2 0-1082,2 0 0,0-5 766,3-3 0,0-8 39,-3 0 1,-4-2 812,-4 1 0,16-7 0,4-8 0</inkml:trace>
  <inkml:trace contextRef="#ctx0" brushRef="#br1">11934 12787 7694,'-4'-13'732,"0"1"0,-2 5 295,2 3-208,3 3 1,-10 12-120,2 5 0,2 12 146,-1 5 1,0 7-267,-4 1 0,1 2-227,2-2 0,0 2-586,4 2 0,-3 2 186,4-5 1,-1-1-1069,0-4 1,4-5 419,-3-3-523,3-9 1,6-7 368,3-9 1,3-5 321,2-8 1,3 0 368,1-12 1,3 6-6,-3-2 0,0-1 322,-5 2 0,5 1-165,-1 6 0,-4 0 1480,-3 5-1102,-1-1 1,3 11 509,-3 2 1,-2 5-310,-6 3 1,0-1-189,0 6 1,0-2-656,0 2 0,0 1 232,0-5 1,0 3-359,0-3 0,0 3 271,0-3 0,1-5-3606,3-3 3731,-2-7 0,9 4 0,-4-6 0</inkml:trace>
  <inkml:trace contextRef="#ctx0" brushRef="#br1">12604 13233 7694,'-7'-12'1444,"1"-1"-863,6 7 1,7 0-91,6 6 0,9 4 352,7 0 1,7 6-347,1-2 1,6-2-427,6-2 0,2-3 73,3-1 0,2-5-1005,6-3 0,0-5 661,1-3 0,-12 0-493,-6-4 1,-11 0-237,-5 0 929,-8-4 0,-3 0 0,-6-8 0</inkml:trace>
  <inkml:trace contextRef="#ctx0" brushRef="#br1">13175 12762 7694,'-17'4'455,"0"0"1,1 7-222,3 2 1,1 5 976,0 6 0,-5 11-558,1 2 1,-1 14 118,5 3 0,-5 5-709,1 3 0,3 0-84,5 0 0,4-7-403,-5-5 0,7-3-377,-2-10 1,4-4-81,4-12 0,4-5 485,9-8 0,3-2-1884,9-6 2280,-3-11 0,10-8 0,-4-13 0</inkml:trace>
  <inkml:trace contextRef="#ctx0" brushRef="#br1">13509 12551 7694,'0'-25'1663,"0"1"-654,0 10 316,0 3-673,0 33 1,-4 1 164,0 23 1,-5 3 11,0 5 1,-2 5-626,-1-1 1,2 3 46,-2 1 1,2 4-114,-6 0 1,7-30 0,0 0-1,0-1 0,1 0 0,-8 27 58,3-4 0,2-13-1693,3-7 1,2-12 610,6-10 0,2-9 195,2-7 1,3-7 246,5-9 0,6-5 118,3-8 0,1 2 54,-1-6 1,2 5 342,-2-1 1,-2 4-126,2 5 1,-2 2-82,2 5 1,-4 5 390,-4 0 0,-5 6 71,0 2 1,-5 7 246,1 10 1,-2 2-5,-2 6 1,-2 0-249,-2 0 1,1-1-64,-5 1 1,5-4-37,-1-1 1,3-4-382,1 0 186,0-8 1,5-2-421,4-6 0,3-6-70,5-2 1,-2-7-256,5-2 0,1-5-127,4 2 1,-4 2 363,-1 1 0,-5 4 350,2 0 1,-3 6-313,-2 3 818,1 3 0,-2 2-287,-3 3 1,-3 4 303,-5 9 1,-1-2 191,-3 6 0,1-5 509,-5 5 1,4-4-188,-5 3 1,5-5-432,-4 2 1,5-3-201,-1-2 165,3 1-541,1-1 1,0-4 118,0 0 0,1-5-59,3 1 0,3-2-235,6-2 1,3-6-335,1-2 1,5-3-50,-2-1 0,4-2 273,1-3 0,4 2-183,0-6 1,-1 1 169,-3-5 0,4-4-271,0 0 1,4-5 253,-4 1 1,6-5-381,-2-3 0,-3-3 372,-1-6 1,-4 1 168,-4-1 1,-4 2 454,-4 2 0,-6 2-172,-3 11 1850,-3 6-1500,-1 20 1,0 7 1127,0 8 0,-4 9-624,0 3 0,-2 5-187,2 4 0,3 3-166,-3 5 1,-2 0-160,2 0 0,-1 2 61,1 2 0,2-2-121,-2 2 0,1 2-506,-1-2 0,1 6 202,-5-2 0,5-3-893,-1-5 1,-1-3 473,1-9 0,-2 1-1672,2-9 1181,3-6 0,-9-7 7,6-8 0,-5-3 277,5-5 1,-5-5 255,0 1 0,0-8-51,0-1 1,-2-1 147,3-7 1,-3 4 318,-1-4 1,-1 1-113,1-1 0,5 4 1084,3 9-456,3-4 0,2 12 458,3 0 0,8 5-337,9 7 1,9 0 123,8 0 1,0 0-725,8 0 1,-1 0 5,5 0 1,-5 0-2630,1 0 2332,-1 5 1,-1 2 0,-1 5 0</inkml:trace>
  <inkml:trace contextRef="#ctx0" brushRef="#br1">4602 14585 7694,'-12'0'803,"4"-4"51,-1 0-136,7 0-346,-9 4 1,9 1-71,-2 3 0,3 5-22,1 7 0,0 10-47,0 11 1,1 6 11,3 7 0,-2 10-327,2 7 0,-3-32 0,-1 1 180,0 1 0,0 1 0,0-1 0,-1 0-97,-1 0 0,0 0 1,-1 1-1,-1-1 55,-2 0 1,-1 0 0,-5 32-702,0-3 0,1-13 374,2-8 1,0-6-635,4-6 1,1-8-302,4-9 92,0-8 404,6-8 0,-1-8 385,4-8 1,0-4 324,-5-4 0,6-7 0,-3 0 0</inkml:trace>
  <inkml:trace contextRef="#ctx0" brushRef="#br1">4528 14821 7694,'0'-13'594,"0"5"-171,0 0 1,0 0 225,0-5 0,1 1-45,3-1 0,3 5-235,6 0 0,1 4-154,2-5 1,5 7-8,8-2 1,-2 2-199,6 2 0,-1 6 87,1 2 0,-3 4-237,-5 5 0,-5-3 32,-4 2 0,-8 4-115,-3 0 0,-4 4 17,-1 0 0,-10 1 45,-2 0 0,-13 0-88,0 0 1,-4-1 105,0 1 0,3-5-354,-3-4 0,3-4 152,1-3 0,5 0-471,-1-4 0,6-1 46,-2-4 770,3 0 0,2-6 0,0-1 0</inkml:trace>
  <inkml:trace contextRef="#ctx0" brushRef="#br1">5247 14424 7694,'-1'-12'472,"-3"-1"1,3 5 441,-4 0 44,4-1 128,1 2-536,0 2 1,0 15-184,0 2 0,0 10 38,0 3 0,4 5-154,0 7 0,2 6-164,-2 3 1,-3 3 63,4 5 1,-4 2-853,-1 6 0,-1 5 533,-4-1 0,3-31 0,-1 1-136,-1 0 0,0-1 0,-7 28-797,2-1 0,0-8 440,0 0 1,0-6-312,5-7 1,-1-5 97,5-11 874,0-6 0,0 2 0,0-9 0,0-2 0</inkml:trace>
  <inkml:trace contextRef="#ctx0" brushRef="#br1">5905 15032 7694,'0'-25'0,"1"1"0,3 4 0,-2-6 526,2 5 0,-1-5 210,1 5 0,-3 2-284,3-2 1,-2 6-42,-2-2 1,-2 4-115,-2 0 1,1 5 38,-5 0 0,0 5-102,-4-1 1,2 5-203,-3 7 1,4 6 89,-8 11 1,4 5-41,0 3 0,5 9 70,0 3 0,3-1-1,-3 2 1,5-1-246,-1 5 0,3-7 58,1-6 1,0-3-164,0-9 1,5 0 73,4-13 0,3-2-136,5-10 0,2-11-15,6-6 0,-2-6-9,-2-6 0,2-3-30,-2-5 1,-3 0-174,-2 0 1,2 1 450,-1 3 1,-5 0-60,-3 8 1,-7-1 352,2 9 1,-2 1-79,-2 3 619,0 6-331,0 2-108,0 16 1,-4 1 31,0 9 0,-1 4-102,5 0 1,0-1 112,0 5 0,0-3-60,0-1 0,0 1-474,0 3 0,5-7 152,-1 3 1,0-3-1175,-4 3 0,4-6 371,0-2 0,6-5-2336,-2-3 1290,3 2 1829,1-10 0,6-1 0,2-7 0</inkml:trace>
  <inkml:trace contextRef="#ctx0" brushRef="#br1">6314 15069 7694,'9'-4'233,"-1"0"0,0-5 957,5 5-531,-1-5 1,0 7-242,1-2 1,-5 4 149,0 4 1,-1 3-214,1 5 1,2 2 64,-6 3 0,2-2-282,-2 6 1,-3-6-235,3 1 0,-2 2-962,-2-1 0,4-1 672,0-3 1,0-1-3195,-4 0 2082,0 1 1498,0-6 0,-5 4 0,-2-4 0</inkml:trace>
  <inkml:trace contextRef="#ctx0" brushRef="#br1">6401 14833 7694,'2'-12'1097,"2"-1"0,-2 5-303,7 0 0,-1 0-1410,4-5 1,6 5 309,3 0 0,2 1 306,2-2 0,6-2 0,0 5 0</inkml:trace>
  <inkml:trace contextRef="#ctx0" brushRef="#br1">8163 15081 8483,'0'-7'1671,"0"-4"-1042,0 10 1,1-5-155,3 6 0,-2 2 9,2 2 0,1 4-275,-1 9 1,5-2-14,-5 6 0,4-5-208,-4 5 0,4-1 68,-3 5 1,0-4-557,-1 0 0,-2-5 329,2 5 1,-1-6-1003,1 2-305,-3-4-858,5 0 1536,-6-6 0,-2-3 800,-2-8 0,-3-3 0,-5-6 0</inkml:trace>
  <inkml:trace contextRef="#ctx0" brushRef="#br1">8175 14895 7694,'6'-12'919,"-1"4"-567,3-1 0,3 5 243,-2-4 0,2 1-209,1-1 0,2-2-94,2 6 1,0 0-461,4 4 1,1 0-472,4 0 1,-5 0 638,1 0 0,0 5 0,4 2 0</inkml:trace>
  <inkml:trace contextRef="#ctx0" brushRef="#br1">8522 15094 7694,'12'1'654,"-4"3"1,3-2-206,-3 2 1,3-3 499,2-1 1,-1 0-432,0 0 1,1 0-227,-1 0 1,5 0-474,-1 0 0,6 0-486,-1 0 0,-2-1-91,2-3 0,-6 2 563,2-2 1,-4 4-1877,0 4 2071,-6-2 0,4 14 0,-4-2 0</inkml:trace>
  <inkml:trace contextRef="#ctx0" brushRef="#br1">8597 15304 8463,'0'7'1458,"0"0"-1160,0-3 0,1-2 548,3 2 0,3 1-369,6 0 1,1-1-311,2-4 0,7 0-345,6 0 0,6-6-523,-2-2 0,-1 1-905,1-1 0,0-1 410,-21 5 1196</inkml:trace>
  <inkml:trace contextRef="#ctx0" brushRef="#br1">9614 15317 7974,'0'-25'0,"0"2"250,0 2 1,-4-2 79,0 2 1,-4-4 139,3-4 0,-3 2 48,4-6 1,-4 5-119,4-1 1,-5 4 85,5 5 1,0 2 276,4 5-350,-5 6 0,2 9-135,-5 10 0,3 7 179,-3 10 1,0 4 22,-4 9 0,-1 0-37,1 4 1,1 1-479,2-6 0,0 3 105,5-7 0,-1 2-585,5-10 0,0-1 368,0-8 1,12-7-271,4-9 1,7-14 162,6-6 0,3-13-756,5-9 1,-4 1 299,1-4 0,-7-2 194,2 2 0,-3 1 369,-1 7 0,-7-2-60,-6 6 0,-1 0 261,-6 5 1,-7 6-112,-6 5 1,-9 5 178,-3 4 1,-8 4-92,-1 0 1,0 5 20,4 8 1,1 5-51,-1 2 1,1 2-66,4-1 1,2 3-563,5-4 0,2 4 229,3 0 1,3 1-1065,5 0 1460,0 0 0,0 5 0,0 2 0</inkml:trace>
  <inkml:trace contextRef="#ctx0" brushRef="#br1">10123 15404 7974,'0'-9'0,"0"1"794,0 0 175,0-4 351,0-1-29,0 6-429,0 2-768,0 16 0,-4-2 158,0 12 0,-1-4-226,5 3 1,-4-3 78,0 3 1,-1-4-799,0 0 1,4 2-147,-3-1 1,3-5-526,1-4 0,-2-1-607,-2 1 1971,3-2 0,-5-6 0,6 0 0</inkml:trace>
  <inkml:trace contextRef="#ctx0" brushRef="#br1">10607 15019 9778,'0'-7'841,"0"2"1,1 5-565,3 0 0,-3 5 28,4 4 0,-4 7-1,-1 5 1,0 4-81,0 4 0,0 4-354,0 8 0,-4 2 160,0 2 0,-5 2-986,5-6 1,-4 5 544,4-5 1,0-1-1105,4-7 0,0-4 1515,0-8 0,5-3 0,2-6 0</inkml:trace>
  <inkml:trace contextRef="#ctx0" brushRef="#br1">10929 15441 7974,'0'7'491,"2"2"-267,2-4 1,-3 0 238,3-1 0,-2 3-68,-2 6 1,0-1-448,0 0 1,-2 1-168,-2-1 0,1 5-257,-5-1 0,1 1-187,-1-5 1,-2 5 209,6-1 453,-6-5 0,4 0 0,-7-4 0</inkml:trace>
  <inkml:trace contextRef="#ctx0" brushRef="#br1">11252 15131 7974,'12'-6'632,"-4"1"140,1-3 1,-1-2 347,4 6 0,2-4-503,3 3 1,-4 1-225,4 4 1,1 0-170,-2 0 0,6 0-350,-1 0 1,-2 0 181,2 0 1,-7 6-369,-2 2 1,-1 4 20,-7 5 1,1 4-248,-5 8 0,-10 2 140,-2 6 1,-9 1 113,0-1 0,-2 0 574,-2 0 0,4-2-187,1-6 0,6-2-2,1-10 0,2-1-81,7-3 118,0-6 0,14-2-226,2-5 0,10-10-388,3-2 1,1-4-795,7-1 0,-4 2 573,4-6 1,-4 2-334,4-2 1030,-5-2 0,2 9 0,-5-4 0</inkml:trace>
  <inkml:trace contextRef="#ctx0" brushRef="#br1">11735 15379 8342,'7'5'420,"4"2"1,-9 6-117,2-1 0,1 1 570,0-1 0,-1 0-331,-4 1 1,0-1-390,0 1 0,0-4-20,0 4-326,-6-4 0,1 9-586,-4-5 0,-2-1 518,3 0 0,-3-1-985,-1-2 0,3 0 131,1-5 1114,0 6 0,-5-9 0,1 5 0</inkml:trace>
  <inkml:trace contextRef="#ctx0" brushRef="#br1">12194 15404 7737,'7'0'1818,"-1"-2"-1338,-6-2 0,1 1-142,3-5-278,3 0 0,6-4 101,-1-1 1,2 5-942,2 0 1,0-1 502,4-3 1,-3 4 276,3-1 0,1-4 0,4-7 0</inkml:trace>
  <inkml:trace contextRef="#ctx0" brushRef="#br1">12591 15292 7737,'6'7'0,"-3"3"146,5-6 32,0 0 1,9-4-13,-1 0 0,2 0 45,-1 0 0,2 0 2,6 0 0,1-1 171,3-4 1,-1 0-111,5-3 0,-4-3-136,4 2 0,-6 2 62,2-1 1,-7 4-1235,-1-4 0,0 5 1034,3-1 0,1-3 0,0 0 0</inkml:trace>
  <inkml:trace contextRef="#ctx0" brushRef="#br1">13671 15466 7745,'8'7'0,"0"-3"807,1 3 0,2 0-304,-3 5 0,-1 0 27,-3 1 1,-3-1-140,3 1 1,-4 4-620,-4 4 1,-3-2 37,-5 2 0,0-6-94,-1 2 0,-3 1-1882,-1-2 1178,1-5 988,3-5 0,1-12 0,-1-1 0</inkml:trace>
  <inkml:trace contextRef="#ctx0" brushRef="#br1">13944 15205 7745,'16'-11'0,"1"3"0,-1 1 686,-3 3 0,-2 4 65,-3 0 1,-1 5 232,-3 8 0,-3 5-430,4 2 0,-8 8-192,-1 1 1,-6 4-203,2-4 0,-2 4 41,2-4 0,-2-1-628,6-8 0,0 2 252,4-5-443,0-6 0,3-6 68,5-5 0,2-11-200,10-5 1,-3-6 562,3-3 0,0-4-33,0 0 0,2-1 300,-5 1 0,4 4-97,-5 0 0,1 5 590,-5 3 0,1 7 8,-1-2 295,0 8 0,-5 0-318,-3 8 0,-1 3-190,1 5 0,-2 5-339,2-1 0,-3 6 49,-1-1 1,0-3-121,0-2 0,0 2 77,0-1 0,0-1-2184,0-3 1514,0-1 0,0 1-2167,0-1 2802,0-5 0,0-2 0,0-5 0</inkml:trace>
  <inkml:trace contextRef="#ctx0" brushRef="#br1">14365 15329 7745,'7'0'2521,"3"2"-1259,-6 2 0,6-3-598,-2 3 1,4-2-115,5-2 0,-2 0-177,6 0 0,5 0-1323,7 0 0,3-6 640,1-2 1,0-3-1229,1-2 1538,-1 1 0,0-6 0,0-1 0</inkml:trace>
  <inkml:trace contextRef="#ctx0" brushRef="#br1">14936 15094 7745,'0'7'3012,"0"-2"-2395,0-5 0,-1 0 664,-3 0 1,2 1-621,-2 4 1,3 1-135,1 7 0,-4 1-156,-1 2 0,0 3-1162,1 6 0,1 1 169,-5 3 1,4-1-153,-5 5 0,2-1 774,-1 1 0,-8 3 0,2-5 0</inkml:trace>
  <inkml:trace contextRef="#ctx0" brushRef="#br1">4553 16619 7711,'0'-12'-33,"0"-1"0,0 5 543,0 0 811,0 0 133,0-5-1011,0 6 0,1 4-86,3 12 0,-2 0-109,2 12 0,-1 1 202,1 7 1,-3 3-109,3 5 0,-2 4 39,-2 1 0,0 6-193,0 1 0,0 2-538,0 7 1,-5 2-260,1 6 0,-4 3 509,6-32 1,0 0-1,0 0 1,0-1-1169,2 34 0,0-3 571,0-10 1,1-7-97,3-9 1,2-9 340,2-7 1,2-10-874,-6-7 1325,6-5 0,-9 3 0,4-12 0,-5-1 0</inkml:trace>
  <inkml:trace contextRef="#ctx0" brushRef="#br1">4590 16706 7711,'-4'-23'177,"0"2"1,0 2 308,4 2 0,5 2 115,3-6 1,3 6-231,2-1 0,5 3 154,2 5 0,5-2-128,4 6 1,-3 0-31,3 4 0,-3 1-68,-1 3 1,-4 3-182,0 6 1,-6 1-71,1 2 0,-6-2-138,-2 2 0,-5 2-213,1-1 0,-2 3 225,-2-3 1,-6 5-704,-2-1 0,-7-2 316,-2 2 1,-1-5-210,2 5 1,0-6 218,-4 2 1,-1-4 173,-4 0 0,0-2 117,1-3 0,-1 2-12,0-6 0,0 4 114,0-4 1,5 5-236,-1-5-757,6 0 1054,2 1 0,2 2 0,5 6 0</inkml:trace>
  <inkml:trace contextRef="#ctx0" brushRef="#br1">5061 16321 7711,'0'-12'-803,"0"0"0,0-1 2960,0 1-1513,0-1 1,6 2 366,2 3 1,3 3-482,2 5 1,-1-4 10,0-1 1,6 1-156,3 4 1,-3 0-108,-2 0 1,-2 4-120,-1 1 1,-1 3-99,0-4 1,-5 6-155,-2-2 1,-4 4 127,-1 5 1,-1-2 173,-4 6 0,-2-1-76,-5 5 0,-4-4-747,-1-1 1,0 1 163,5 4 0,0-4-60,-1-1 0,2-9 263,3 2 1,2-4 18,6 4 500,0-6 0,2-2-154,2-5 1,7 0 28,6 0 0,5-1-98,-2-3 1,0 1-944,0-5 0,1 3 455,4-3 1,-5 1-2218,1-1 2655,-6-3 0,3 10 0,-5-5 0</inkml:trace>
  <inkml:trace contextRef="#ctx0" brushRef="#br1">5806 16433 7711,'0'-12'0,"-4"-2"341,-1-3 1,-3 4 44,4-4 1,0 7 351,4 2 636,-6 5-943,5-2 1,-5 12 203,6 5 1,0 6-229,0 7 0,5 7 25,-1 5 0,0 1-185,-4 8 0,0 1-229,0 6 0,0 1 17,0 8 0,0-1-575,0 9 1,-1-1 205,-1-34 1,-1 0-1,2 2 1,0-1 147,-4 0 0,1-1 0,2 27-986,-3-4 1,4-7 556,1-6 1,0-6-634,0-6 1,0-7 182,0-1 1065,0-6 0,0-7 0,0 1 0</inkml:trace>
  <inkml:trace contextRef="#ctx0" brushRef="#br1">5570 17276 7711,'-8'-1'62,"-1"-3"0,7 1 568,-2-5 1,-2 4-205,2-4 1,0-1 506,4-3 1,7-2-401,5-2 0,2-4 159,7-5 0,5-1-356,7-3 1,8-7-299,5-5 0,1-6-1258,-2 2 0,3 1 937,-2-2 0,2 6-1675,2-1 1,-10 9 1957,-3 7 0,-8 1 0,1 4 0</inkml:trace>
  <inkml:trace contextRef="#ctx0" brushRef="#br1">6649 16954 7711,'0'-12'344,"0"-2"-134,0-3 1,0 4 311,0-4 1,0-1-151,0 2 1,0-5 31,0 4 0,0-3-110,0 3 1,-1-1-31,-3 2 0,1 2 82,-5-3-186,-1 4 1,-3 2-95,0 2 1,-5 4 95,1 5 0,-1 7-129,5 5 1,-1 7 48,1 10 0,-1 3-78,1 5 1,4 0 63,-1 1 1,5-1-57,-4 0 1,5 4-27,-1 1 1,-1-2-161,1-7 1,-1-4-443,5-9 433,6 4 1,1-16 13,5 0 0,1-8 53,-1-8 0,2-2-135,2-10 1,-2-1 81,3-4 0,-4-4 98,0 0 0,1 0 34,2 5 1,-6-3 159,2-2 0,-2 3 115,2-3 1,1 5-108,-1 3 0,-1-1 270,-3 5-75,3 6-129,-9 0 0,3 17-59,-5 2 0,0 9 56,0 7 1,0 1-37,0 0 1,-1 4 5,-3 0 1,2 1-187,-2-1 1,2-3 80,-3 3 1,4-3-928,-3-1 1,2 0 454,2 0 0,0 0-976,0-1 1,2-4 626,2-4 0,-1 2 762,5-1 0,0-1 0,5-3 0</inkml:trace>
  <inkml:trace contextRef="#ctx0" brushRef="#br1">6935 17152 7526,'6'13'-463,"4"-5"1119,-6 0 0,5 1-182,-5 3 1,4 0 414,-4 1 1,6-1-399,-2 1 0,3-2-156,1-3 1,2-3-91,3-5 1,2-1-51,6-3 1,0-7-146,-1-6 0,1-5-172,0 2 0,-1-4 147,-4-1 0,-2 1-13,-5-1 1,-5 6-576,0 2 361,-5 3 1,-3 7-113,-8 3 1,-9 3 114,-4 1 1,-2 1-91,-2 3 1,-1 3-94,-3 6 0,3-5-257,-3 0 0,3 0-469,1 5 1,0 3 1107,0 1 0,0 5 0,1-3 0</inkml:trace>
  <inkml:trace contextRef="#ctx0" brushRef="#br1">1538 18256 7711,'-1'7'92,"-3"-3"525,2 3 1,2-1-81,9 2 1,3 3 24,5-3 1,3-2-268,9-2 1,3 1-99,5 0 1,6-3-378,2-6 1,-1-4 212,2-9 1,-2 2-1105,2-5 0,-4 0 636,-5 0 0,-5-4 435,-3 3 0,-8-2 0,-3-2 0</inkml:trace>
  <inkml:trace contextRef="#ctx0" brushRef="#br1">1824 17946 7711,'-13'11'294,"1"-3"0,4 8-294,-1-4 0,6 13 0,-1 0 0,-1 8 1095,1 0 1,0 8-460,4 5 1,1 2-83,3 1 0,-1 1-273,5 0 1,-1-6-307,1-3 0,3-2-828,-2-2 0,2-5 580,1-3 1,5-9-925,-1-3 1,2-5 539,-1-4 0,-4-3 17,4-10 0,-3-4 640,-2-12 0,6-5 0,1-11 0</inkml:trace>
  <inkml:trace contextRef="#ctx0" brushRef="#br1">2159 17599 7711,'5'-18'0,"-2"6"257,5-1 1,-4 6 432,4 7 1,-5 2 213,1 2 1,-2 14-413,-2 11 1,0 11 106,0 5 1,-4 9-230,-1 4 0,-4 5-564,5-28 1,0 0 0,-4 1-1,0 0 252,0 5 0,0 1 1,-1 1-1,1 1-50,2 1 0,0 1 0,0-3 1,1-1-111,1-2 1,0-1 0,-1-4 0,0 0-354,1 31 1,0-16-274,4-13 1,5-12 313,3-17 0,4-10 32,0-10 0,4-11 29,1-10 0,4-9 96,-5-3 1,5-2 33,-5 1 1,1 1 366,-5 8 0,1 2-70,-1 10 0,-4 8 205,1 4 638,-7 6 0,8 10-667,-6 5 0,0 7 317,-4 14 0,0-1-193,0 5 1,0-1 92,0 1 1,-4-2-90,0-2 0,0-4-389,4 0 0,0-2-156,0-6 1,1-2-505,4-7-2021,-4 3 1984,10-9 0,-6-2-512,4-8 0,0 1 780,-5-2 0,2 1 440,-2-4 0,-2-1 0,9-5 0,-5-1 0</inkml:trace>
  <inkml:trace contextRef="#ctx0" brushRef="#br1">2369 18504 7711,'7'6'-43,"4"1"1,-8 5 677,5 1 0,-3-1-225,3 0 0,0-3 101,4-1 1,1-1-147,-1 1 0,2-2-367,3-6 1,2 0-105,6 0 0,1-12-126,3-4 1,-3-7 35,3-6 1,-3 1 121,-1-5 1,-4 1-378,-1-1 0,-5 3 151,2 5 1,-9 6 76,-4 2 1,-4 3 56,-4 2 0,-3 5 521,-5 3 0,-6 8 61,-3 4 0,-2 5 255,-2 3 1,0 0 120,1 4 0,-1 1-297,0 4 1,0 1-50,0 3 1,0-3-133,1 3 0,4 1-326,4-1 0,2 1 89,2-1 0,5-7-798,3 3 1,2-8-69,2-1 0,6-6-491,2-2 0,4-6-33,5-2 0,2-7 864,6-10 1,0-3 448,0-9 0,0-3 0,-1-5 0</inkml:trace>
  <inkml:trace contextRef="#ctx0" brushRef="#br1">2742 18343 7711,'12'-8'-223,"0"0"1,-3 5 1194,-1-1 1,-4 2-365,4 2 0,-4 6 524,5 2 1,-6 3-534,1 1 0,-3 2-25,-1 3 0,0-2-192,0 6 1,4-6-549,0 1 1,0-2 13,-4-2 1,2 0-485,2-4 301,-3 3 1,6-10 245,-3 3 1,2-8-318,2-4 1,3-4 120,-3-5 1,3 2-31,2-6 1,-1 2 69,1-2 0,-1 2 148,0 2 1,1 8 57,-1-4 1,1 5 173,-1 0 0,-4 4 265,1 8 1,-7 4-225,3 9 0,-4 2 34,-1 6 1,0-1-51,0 1 0,-4 0-1126,0 0 0,-5 0 512,5 0 0,0-6-1105,4-3 1559,0-2 0,-5-1 0,-2-1 0</inkml:trace>
  <inkml:trace contextRef="#ctx0" brushRef="#br1">4627 18504 7711,'-12'0'1137,"-1"0"1,7 2-557,1 2 0,10-1-193,3 5 1,8-5-90,5 1 0,4-3-101,4-1 0,4-1-426,8-3 1,-1-3-224,6-6 1,-6-5-466,1-2 1,-2 0-411,-2 0 1,-3 0 351,-5 0 974,-5 2 0,-12 5 0,0 1 0</inkml:trace>
  <inkml:trace contextRef="#ctx0" brushRef="#br1">4913 18145 7802,'-13'-20'-11,"2"2"345,3 6 0,-3 5-63,3 3 0,2 4 320,2 4 1,3 9-134,1 7 1,0 5-26,0 4 1,0 3-85,0 5 1,1 1 121,3 4 1,3-1-90,5 9 1,-3-3-284,-1 6 0,-1-2-78,1-1 1,2 4 77,-6-1 1,0 0-361,-4-8 1,0-2 146,0-6 0,0-1-47,0-3 0,-4-8-430,0-9 65,-6-2 1,3-7 5,-5-3 1,3-2 216,1-2 1,0-6-167,-4-2 0,-2-5 237,-3-3 0,3 1-433,-2-6 0,-2 5 131,1-5 0,-5-1 153,2-7 1,2 3 380,1-3 0,3 3 0,2 1 0</inkml:trace>
  <inkml:trace contextRef="#ctx0" brushRef="#br1">5297 18343 7774,'0'-12'464,"0"-1"1,4 1 156,0-1 0,1 5 708,-5 0-270,0 5-665,-6-2 0,0 7-128,-2 7 1,-3 0-63,3 12 0,-2 4 91,2 4 0,-3 9-91,3 0 0,2 1-310,2-1 0,-1 3-222,0 0 0,1 1-377,4-5 1,0-1 27,0-3 1,7-4-556,6-9 1,0 1 125,8-8 1,0-9 696,4-13 1,-2-9 408,-2-6 0,8-12 0,-3-8 0</inkml:trace>
  <inkml:trace contextRef="#ctx0" brushRef="#br1">5570 18380 7774,'6'-7'-1892,"0"2"3074,7 5 1,-1 5-462,1 4 0,-2 6 93,-3 1 0,3 6-584,-3-1 1,3-2-22,2 2 1,-1-2-845,0 2 0,1-2 474,-1-2 0,2-5-1081,3 1 1,-4-2 617,4-7 1,-3-1 237,-2-8 1,-4-1 385,1-7 0,-2-5 0,1-2 0,3-4 0,-3-1 0,-1 0 0,1 1 0,-5-1 0,1 0 0,2 2 0,-2 2 0,0-1 738,-4 5 1,-6 6-214,-2 7 0,-7 3 145,-2 1 1,-5 1-167,2 3 1,-4 7-84,-1 6 0,-3 9-410,-1-1 1,-6 4 56,2 0 0,3 2-556,1 7 0,3-5 393,1 0 1,5-6-1171,4 2 0,8-4 101,4-4 1164,2-3 0,2-6 0,0 1 0</inkml:trace>
  <inkml:trace contextRef="#ctx0" brushRef="#br1">5992 18318 7774,'23'-11'219,"-2"3"1,2 2 363,-2 6 1,-2 0 159,2 0 0,-2 6-304,2 2 1,-3 3 72,-6 2 0,1 5-126,-1 2 0,-5 4-370,-3 0 1,-3 1 74,-1 0 1,-2 1-642,-7 3 1,0 3 13,-12 5 1,-4-4-370,-4 0 1,-1-1-2,1 1 0,-1-3 906,-3-5 0,-3-6 0,4-1 0</inkml:trace>
  <inkml:trace contextRef="#ctx0" brushRef="#br1">7319 18293 7747,'13'-5'1170,"-1"4"-620,0-4 0,-3 5-168,-1 5 0,-5 3 54,1 8 1,1 4-102,-1 4 0,1 3-267,-5 2 0,-5-3-171,1 3 0,-4-4-259,4-5 1,-4 2-739,4-5 0,-2-2 94,2-7 1006,2-2 0,-3-6 0,5 0 0</inkml:trace>
  <inkml:trace contextRef="#ctx0" brushRef="#br1">7307 18083 7747,'0'-9'397,"0"1"0,1 4-50,3-4 1,-1 5-59,5-1 1,2-2-408,6 2 0,5-4-477,8 4 1,1-6-898,4 2 1492,1 2 0,-3-5 0,5 4 0</inkml:trace>
  <inkml:trace contextRef="#ctx0" brushRef="#br1">7815 18045 7747,'-12'13'303,"0"-1"79,-1 1 1,2-1 37,3 0 0,-3 5-101,3-1 1,1 2 506,-2-1 0,3-2-323,-3 6 1,2-5-144,3 5 1,3-6-102,-3 2 1,4 1-323,4-2 0,3-1 19,5-6 0,1 2 53,-1-3 1,4-1 79,1 1 0,4-4 43,-5 4 0,2-5-216,-1 1 0,-8 2-70,4-2 14,-4 6 1,2-4 132,-2 7 0,-4-1-347,-5 1 1,-5-1-165,-4 0 1,-3 5-366,-5 0 0,4 0-620,-4 0 1,-1-3 315,2 2 1187,-1-2 0,-1 4 0,-1 1 0</inkml:trace>
  <inkml:trace contextRef="#ctx0" brushRef="#br1">9006 18281 7711,'13'0'733,"-1"0"1,-4 0 762,1 0-1047,-7 6 0,4 0-243,-6 7 1,0-1 3,0 1 1,-1-1-386,-4 0 1,3 1 179,-7-1 1,5 1-1017,-4-1 1,4 0 189,-4 1 1,5-5-1045,-1 0 1865,-3-5 0,0 3 0,-6-6 0</inkml:trace>
  <inkml:trace contextRef="#ctx0" brushRef="#br1">8969 18070 7711,'10'-1'-94,"2"-3"0,-6-2 94,6-2 0,2-2 677,2 6 0,2-4-469,-1 4 1,-3 0-534,2 4 1,2 0-644,-1 0 0,1 1 968,-2 3 0,-2 3 0,4 5 0</inkml:trace>
  <inkml:trace contextRef="#ctx0" brushRef="#br1">9316 18083 7711,'9'0'292,"-1"0"634,-5 0-60,8 0-248,-4 0 1,5 4-173,0 0 0,-3 10-142,-1-2 0,-5 7-291,1-2 0,-1 5 99,1-1 0,-3 6-71,3 2 1,-4 1 103,-4-1 1,-1-2-202,-4 1 0,0 1-12,5-4 1,-5-3-225,5-9 5,0-6 198,4-2 0,1-8-386,4-5 1,1-2 204,7-10 1,3-1-334,1-4 1,-1 5-96,-3-1 0,-2 2 698,-3-2 0,3-8 0,-4 3 0</inkml:trace>
  <inkml:trace contextRef="#ctx0" brushRef="#br1">9565 18070 7711,'8'2'659,"0"2"1,-4-3-207,4 3 1,-5 3-11,1 1 0,2 8-124,-2 0 1,2 6-378,-2-1 0,-3 6-12,3 2 1,-2 2-44,-2-2 0,0-3 144,0 3 1,0-3-68,0-1 1,0-6-126,0-2 0,1-9-104,3-4 357,-3-3 1,6-10-56,-3-4 0,3-7-155,6-1 0,-1-7-17,1-1 1,3 0-133,1 5 0,3 0-135,-3 4 1,5 2-431,-1 5 0,1 5-82,-2 0 914,4 5 0,1-8 0,6 4 0</inkml:trace>
  <inkml:trace contextRef="#ctx0" brushRef="#br1">10098 18244 7711,'0'12'81,"0"1"0,0-5 141,0 0 1,0 0 275,0 5 1,0-1-121,0 1 0,0-1 121,0 0 1,1 1-177,3-1 0,1-1-248,7-2 1,-2-4 0,6-5 0,2-1-208,-1-3 0,5-5 15,-2-7 0,2-4 183,-1-4 0,1-1-383,-5 0 0,-1 0 121,-3 0 0,-5 2-21,0 2 0,-5-1 115,1 6 1,-5 3 91,-8 5 1,1 5 55,-8-1 0,-4-1-45,0 1 0,-2 5 31,1 7 0,-1 5-14,5 3 0,1 3 173,3 6 1,1 0-66,0 0 0,1 4 87,2 0 1,0 4-281,5-4 0,-1 4-413,5-4 1,2 4-448,2-4 0,4-2 449,9-6 1,2-4-112,6-9 0,5-3 589,3-5 0,9-5 0,2-2 0</inkml:trace>
  <inkml:trace contextRef="#ctx0" brushRef="#br1">10619 18231 7711,'0'-6'419,"-1"-4"-209,-4 6 0,-1 0 82,-7 4 0,1 0-51,-1 0 1,-5 11 369,-2 5 1,-4 8-116,0 5 0,-1 2 24,0 6 1,6 5-251,2-1 0,5-1-204,3-7 0,4-4-337,5-8 1,7-5 240,5-7 0,2-5-196,7-8 1,5-9 162,7-7 0,-1-9-233,1-4 1,-2-3-36,2-2 1,-1 1-148,-3 0 1,-1-6 153,5-2 1,-10 1 32,2-2 0,-4 5 315,-1-5 0,-2 4-115,-5-8 0,-5 7 316,0-6 1,-5 7-142,1 1 1,-2 0 322,-2 4 0,-2 4 171,-2 12-252,3 3 0,-5 12 54,6 6 1,-4 11-64,0 10 0,-6 8 41,2 4 0,1 4-42,-1 5 1,-1 2-235,-3 5 1,0 1 114,-1 0 0,1 1-1012,-1 2 1,1-2 211,0 3 0,3-7-75,1-2 1,1 4-624,-1 0 1,2-9 621,6-15 0,6-7 294,2-10 1,7-4 384,2-8 0,4-10 0,-5-10 0,5-7 0,-5-6 0,5 0 0,-4 0 0,-1 5 221,-3 3 1,-7 7 41,-1 1 1,0 6 322,-1-1 563,0 7 2,-4 4 1,-1 14-550,-3 4 0,1 9-121,-5 3 1,5 0-116,-1 3 0,-2 3-290,2-2 1,0-4-172,4-5 1,0 0-250,0 0 0,1-3 73,4-9 0,2 2 172,5-6 1,0-3-753,1-9 0,1-2 318,2-10 0,-2-1-76,2-4 1,2 0 196,-1 0 1,-1 1 383,-3-1 0,-2 1 126,-3 4 1,2 2 228,-6 5 981,0 7-1023,-4 0 0,-4 13 77,0 5 0,-6 6-62,2 7 1,1-4 121,-1-1 0,5 1-62,-1 4 0,2-6-651,2-2 1,0 1-229,0-2 1,0 2-509,0-1 0,0-4-813,0 4 1840,6-3 0,1 4 0,5 1 0</inkml:trace>
  <inkml:trace contextRef="#ctx0" brushRef="#br1">11487 18380 7711,'-12'-25'0,"0"6"243,-1 3 0,5 2 993,0 1-338,-1 7 0,-3 0-394,0 6 1,3 11-92,1 6 1,1 5-114,-1 2 1,-2 1-205,6 0 1,0 3 58,4-4 1,0 3-211,0-11 1,1 5-197,3-5 1,2 1-324,2-5 0,3-5-657,-2-3 1,3-4 543,4-4 1,0-4-315,4-9 1,-5-1 653,2-2 0,-3-2 347,-2 5 0,1-3 0,-1 3 0,-4-4 0,1 5 0,-7-1 0,4 5 0,-8 5 372,-2 3 1,-3 4-128,-5 4 0,4 3 608,-1 5 0,1-3-303,-4-1 0,5 0-86,3 4 0,-2-3 140,2-1-1743,0-5 493,4 2 261,0-5 0,0-1 385,0-3 0,5-9 0,2-6 0</inkml:trace>
  <inkml:trace contextRef="#ctx0" brushRef="#br1">11884 17525 8668,'0'16'1730,"0"1"0,-5 10-1354,-3 2 1,-5 7-215,-3 5 1,2 3-96,-3 6 1,-1-2-674,2-2 1,-1 2 515,5-3 1,4-1-1101,-1 2 1,7-6 574,-3 1 0,3-8 615,-2-4 0,-3-3 0,-6-1 0</inkml:trace>
  <inkml:trace contextRef="#ctx0" brushRef="#br1">11562 18281 7711,'0'-8'43,"0"0"0,0-1 455,0-3-72,0 5 1,1 1 90,3 6 1,-1 2-162,5 2 0,-4 8 152,5 9 1,-6 4-120,1 4 1,-3 1-387,-1 3 1,0 3 89,0-3 1,0-3-479,0-1 1,0-4-89,0-4 0,0-3-405,0-6 0,0-4-226,0 1 0,0-8 578,0-1 1,0-5 525,0-8 0,1-5 0,4-2 0,-4-9 0,4-3 0</inkml:trace>
  <inkml:trace contextRef="#ctx0" brushRef="#br1">11599 18207 7711,'-4'-13'13,"0"1"0,0 4 1071,4-1-319,0 1-71,0 1 1,1 2-361,3 5 0,-1 0-317,5 0 1,0 0-1104,5 0 0,-1 0 644,1 0 0,-1-5-1111,0 1 1553,1-5 0,-1 2 0,1-6 0</inkml:trace>
  <inkml:trace contextRef="#ctx0" brushRef="#br1">11698 18157 8961,'13'0'1025,"-1"0"0,5 0-675,-1 0 0,6 0-156,-1 0 0,2 0-143,2 0 1,-4 0-18,-1 0 1,-4 6 77,0 2 1,-6 3-65,-2 1 1,-5 2 7,1 3 0,-4-2-215,-4 5 1,-3-3 55,-5 4 1,-6-5-34,-3 5 0,2-7-522,-2-2 1,4 0 314,-3-3 0,5-4-510,-2-1 0,7-2 321,2-2 1,5-6-14,-1-2 0,3-9 545,1-3 0,0-9 0,0-3 0</inkml:trace>
  <inkml:trace contextRef="#ctx0" brushRef="#br1">12194 17562 7711,'12'-21'226,"-4"0"1,1 6 300,-4-1 0,0 7-81,-1 5 0,-2 8 180,2 5 1,-3 4-203,-1 8 0,-1 1-154,-3 11 0,-2 2 141,-2 6 1,-3-1-94,3 5 1,-2 0-150,2 0 1,-3 7-192,2-2 1,2 1-382,-1-6 1,5 4-575,-1-4 0,3 2 529,1-1 1,0-5-46,0-8 1,1-4 115,3-8 1,3-4-125,6-4 0,-1-6 131,0-3 0,1-3 156,-1-1 0,5-1 161,-1-3 1,1-3 287,-5-6 1,1 5-72,-1 0 148,1 0 1,-2-1 406,-3 1 1,-1 5-330,-3-1 0,-1-1-139,5 1 1,-4-2-3,4 2 0,-4 1-487,5-5 0,3 4 66,5-4 0,-1-1-95,-3-3 0,3-2 214,1-2 1,-1 2 33,-3-3 1,-2 3 560,-3 2-385,3 0 1,-11 1-9,0 2 0,-7 5-9,-9 8 1,-4 5-6,-5 7 0,-4 3-45,1 6 1,-1 4-96,4 0 1,5 4-39,4-4 1,2 4 15,2-4 1,5 0-70,3-4 0,4-4 71,4-1 0,7-6-330,5-2 1,6-1 148,-1-6 0,4-1-342,4-4 0,-3-4 41,3-1 507,3-4 0,-1-4 0,7-6 0</inkml:trace>
  <inkml:trace contextRef="#ctx0" brushRef="#br1">13075 18033 7889,'0'-12'1284,"-5"-1"0,3 8-735,-2 5 1,3 7 100,1 9 1,-2 9-257,-2 8 1,3 3-93,-3 1 1,-2 0-243,2 0 1,-1 1-225,1-1 1,2-5-211,-2-4 0,3-1-503,1-3 0,0-4-964,0-4 1316,0-7 0,0-5-1126,0-8 1651,5-3 0,-3-17 0,3-2 0</inkml:trace>
  <inkml:trace contextRef="#ctx0" brushRef="#br1">13075 17921 7889,'0'-12'-1327,"0"0"664,0-1 1853,0 1 1,2 4-464,2-1 1,-1 6-316,5-1 0,1 3-1424,8 1 1,-3 0 586,2 0 1,-1 4-639,2 0 1063,-3 6 0,4-3 0,-6 5 0</inkml:trace>
  <inkml:trace contextRef="#ctx0" brushRef="#br1">13299 18021 7889,'6'12'404,"0"0"-276,-6 1 1,0-1 775,0 1 0,0-1-368,0 0 1,0 2-89,0 3 1,-4-3-241,0 2 1,0-2-162,4-2-205,0 1 1,0-1-167,0 0-778,0-5 911,5-1 0,6-8-356,6-2 0,-1-3 186,-3-5 0,5-4-31,2-1 1,2 0 116,-1 5 1,-2 4 329,-2-1 0,-3 7 417,2-2-337,-2 2 63,-2 2 1,-5 6-87,-3 2 0,-2 4-198,-2 5 1,0-3 101,0 2 0,-4 2-608,-1-1 0,0 3 62,1-3 530,2-1 0,-9-3 0,4-1 0</inkml:trace>
  <inkml:trace contextRef="#ctx0" brushRef="#br1">14130 17735 7889,'-9'0'604,"1"0"968,5 0-746,-2 0 1,6 0-344,3 0 0,5 0-173,7 0 0,9 0-95,8 0 1,7-4-33,1 0 0,6 0 59,-1 4 1,2 0-505,2 0 1,-6 0-11,-3 0 0,-8 0-288,-4 0 1,-5 1-286,-8 3 1,-1 3 392,-11 6 1,-2 1-209,-10 2 1,-3 8 225,-14 4 1,1 3 273,-9-2 0,-1-2-83,-8 6 1,4-1 320,-4 1 1,0-1 86,0-3 0,2-3 118,7 3 0,-1-3 277,5-1 0,1 0-290,8-1 1,3-3 210,9 0 0,2-5-175,6 5 1,3-6 6,5 2 0,6-4-27,11 0 0,1-2 87,3-3 0,3-2-110,5-6 0,0 0-24,0 0 0,3-2-179,-2-2 0,2-1-207,-7-4 0,-2-2-742,2 3 0,-5-3 493,1-1 0,-7-1-706,-1 1 0,-6-1 455,1 1 1,2 0-89,-1-1 0,-5-1 735,-3-2 0,-1-3 0,4-6 0</inkml:trace>
  <inkml:trace contextRef="#ctx0" brushRef="#br1">14849 17797 7889,'0'-7'751,"-5"2"-53,-4 5 1,-2 1-215,-1 3 1,-2 9-320,-2 8 0,-4 2 25,-4 2 0,-3 5-260,-2 3 1,2-1 26,-6 1 0,5 0 29,-1 4 1,3-5-648,1-3 0,6-4 392,2-5 0,4 2-643,0-5 0,2-1 348,3-3 1,1-6-96,3-3 659,3 3 0,-10-6 0,4 5 0</inkml:trace>
  <inkml:trace contextRef="#ctx0" brushRef="#br1">14973 17946 8380,'13'0'1099,"-1"0"1,5 0-541,-1 0 1,8 0-263,0 0 1,1 0-394,4 0 0,2 0-486,-3 0 0,6 0-545,-6 0 0,1-4 589,-4 0 0,-5-6-801,-4 2 1339,-2 2 0,-7-5 0,-2 10 0,-10-4 0,-2 5 0</inkml:trace>
  <inkml:trace contextRef="#ctx0" brushRef="#br1">15221 17934 7889,'-16'11'83,"-1"-3"1,-1 2 145,2-6 0,6 6 310,-2-2 1,4 3-117,-1 1 1,2 6-6,3 3 0,3-2-89,-3 2 0,2 4 20,2 3 1,0 1-117,0-4 1,0 4-54,0 0 0,0 0-142,0-4 1,0 0 126,0-1 1,0-4-219,0-4 1,4 2 64,1-1 0,8-5-326,0-4 1,2-3 186,-3 3 1,5-5-291,-1 1 0,5-4-18,-4-4 1,1 1-204,-2-5 1,-2-1-477,2-3 0,0-5 97,0 1 1017,-2-6 0,4 2 0,-6-4 0</inkml:trace>
  <inkml:trace contextRef="#ctx0" brushRef="#br1">15432 18070 7889,'0'13'0,"0"-1"0,0 0 692,0 1 1,0-1-213,0 1 1,2 3 320,2 1 0,-1 1-447,5-2 1,-4-2-203,4 2 1,1-6-504,3-2 0,2-5 266,2 1 0,-2-2-860,3-2 0,0 0 563,0 0 0,4-6-1532,-5-2 1914,6-3 0,-2-13 0,4-2 0</inkml:trace>
  <inkml:trace contextRef="#ctx0" brushRef="#br1">15742 17921 7889,'-19'13'841,"0"1"-631,2 2 1,-2 3 164,-6 6 1,-4 6-28,0 2 0,-4 7 30,4 1 1,0 4-319,5-3 1,0-2 56,3-7 1,9-4-1661,8-9 869,2-2-1307,2-11 1981,0-1 0,6-12 0,1-1 0</inkml:trace>
  <inkml:trace contextRef="#ctx0" brushRef="#br1">15804 17872 7889,'7'-13'249,"0"1"156,-3 0 1,-1-1 505,5 1 0,-3-1-372,3 1 0,0 0-103,4-1 1,1 1-161,-1-1 1,2 5-139,3 0 0,-4 1 91,4-1 0,1 2-255,-2 6 1,1 0-24,-5 0 0,-1 2-1,-2 2 0,0 7-108,-5 5 0,1 8 24,-5 0 1,0 3 39,0 6 0,-6 0 101,-2 4 1,1 0-29,-1 0 0,3-4-21,-3 1 0,5-1-86,-1 4 0,3-1 74,1-3 1,0 1-121,0-5 0,0 0 179,0-4 1,0 0-50,0-1 0,0-3 168,0 0 0,-1-6-108,-4 2 1,4-4 70,-3 0 1,-2-1-91,2 0 1,-5-3-407,0-1 241,-2 0 1,-1 1-111,-1-1 1,5-5-43,0 1 0,0-3 87,-5-1 1,1 0-494,-1 0 0,-4-4 272,-4 0 0,-8 0 454,-4 4 0,-9 0 0,-2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5409 533 7885,'-7'-12'1147,"-6"-1"0,1 5-475,-4 0 0,2 1-214,1-1 0,1 2-183,0 6 0,-5 7 233,0 6 1,0 0-113,0 8 1,3 4-287,-2 4 1,-2 5 144,1-1 0,-1 9-1,2 3 1,2 5-220,-3 3 1,4 4-88,0 5 0,5 1 69,0 4 0,1-5 12,-1 0 0,2-7-707,6-10 1,3 2 346,5-6 0,2-5-1093,10-7 0,2-8 168,7-5 1,0-7-1111,9-5 2366,-4-8 0,11-2 0,-5-5 0,0-1 0,2-4 0</inkml:trace>
  <inkml:trace contextRef="#ctx0" brushRef="#br0">5880 645 7885,'-18'-18'1982,"3"8"-1394,-6-2 0,5 4-269,-5-1 1,5 4-105,-5 5 0,0 7 762,-4 5 0,5 7-236,-1 10 1,2 5-353,-2 7 0,3-1-249,6 5 0,1 1 65,3 3 1,-2 5-345,6 0 0,0-5 177,4-3 0,1-7-46,3-2 0,-1-3 32,5-9 0,0-3-529,5-10 1,-1-1-257,1-2 0,5 0 379,2-4 1,2-1-103,-1-4 0,7-2 65,-4-2 0,9-3-78,0-5 1,-2-2 126,-2-2 1,-3 2-665,-1-3 0,-6-1 462,-2 2 1,-9-1-166,-4 5 737,-3-1 0,-12 1 0,-2 0 0</inkml:trace>
  <inkml:trace contextRef="#ctx0" brushRef="#br0">5669 1054 7885,'-18'0'1330,"5"0"-664,-4 0 681,9 0-902,2 6 0,8-5-187,2 3 1,8-2 833,9-2 1,2-2-476,2-2 0,4 1-1181,0-5 1,0 1 421,-4-1 1,1-3-1460,3 3 1,-4-3 445,-1-2 1,0 5-128,-8 0 1,1-1 1281,-5-3 0,-5 5-404,-1-4 1,-16 10 403,-2-3 0,-3 4 707,2 4 0,1 3-408,-1 5 162,1 0 0,0 6 559,-1 3 0,5 0 0,1 2-25,1 3 1,2 2-596,4-3 1,0 4-186,0-1 0,6 1-457,2-4 1,3 0 234,2 0 1,0-6-1378,4-2 0,2-5 706,6-4 0,0-2 678,0-6 0,5-6 0,2-1 0</inkml:trace>
  <inkml:trace contextRef="#ctx0" brushRef="#br0">6438 1067 7885,'-12'-6'1045,"-5"5"226,1-3 0,-6-2 22,1 2 0,-1 0-658,1 4 1,-2 7-36,2 5 0,-2 6-189,-2 7 0,2 4 259,2 0 1,3 4-411,6-4 0,5 4-327,3-4 1,2 2-702,2-6 0,0-3 568,0-9 1,7-6-1249,6-3 1027,-1-3 0,11-8 0,-2-5-1276,2-8 1240,2-3 1,1-3 0,2-2-404,1-1 0,-4 2 500,-5 6 0,-3-1 254,4 6 0,-6-4 810,1 8 1,-6-2-507,-2 10 1,-5 1 909,1 7 1,-4 7-521,-4 6 1,1 6 395,-5 2 0,0-1-401,-5 0 1,6 1-444,3-4 0,3-2 88,1 2 1,0-6-1109,0 1 1,0-6-2709,0-2 2759,5-5 1,4-1-848,7-7 0,-2-8 1038,3 0 1,-4-9 637,0-3 0,5 1 0,1-7 0</inkml:trace>
  <inkml:trace contextRef="#ctx0" brushRef="#br0">6600 1054 9427,'0'-7'3381,"0"3"-2100,0 8 0,-4 7-599,-1 6 0,1 5 492,4-1 0,0 2-537,0 2 0,0 1-477,0 3 0,0-7 17,0 3 0,4-9-898,1 1 1,4-5-629,-1-3 1,3-4 873,2-5 0,5-5-1130,2-4 0,0-7 665,0-5 0,0-2 354,0-2 1,0 1 182,-4 4 1,-6-4 583,2 4 0,-3 6 727,-1 1-778,-3 9 1139,-5-1 1,-1 10-573,-3 4 1,1 6 264,-5 1 0,4 6-421,-5-1 1,3 1-170,-3-1 0,4-3-912,5-6-396,0 6 1,1-6-33,3 1 0,3-2 519,6-7 1,0 0-1482,4-4 1,-2-10 234,6-2 1695,-1-9 0,5 2 0,0-6 0</inkml:trace>
  <inkml:trace contextRef="#ctx0" brushRef="#br0">7158 1029 9397,'0'-6'5434,"0"0"-4699,0 6 0,-6 1 25,-2 4 0,-3 1-275,-1 7 1,-1-1-662,1 1 0,-1-1-618,1 0 0,4 1 621,0-1 1,5 1-411,-1-1 504,2 0 1,4-1-870,2-2 0,4-2 222,9-3 0,-2-3 310,5 3 1,-3-1 360,4 1 0,-6-1 357,1 5 1,-3 0 676,-5 5 0,2-1-527,-6 1 1,0-1 214,-4 0 0,0 5-259,0 0 1,-10 3-121,-2-3 1,-5-1-74,1-3 0,1-1-864,-6 0 1,6-1-170,-2-2 1,3-4-2180,2-5 1009,0 0 0,5-5 358,3-4 1630,2-7 0,8-9 0,1-7 0</inkml:trace>
  <inkml:trace contextRef="#ctx0" brushRef="#br0">7443 992 7885,'7'-5'1945,"4"3"0,-8-3 364,5 5-1682,-5 0 0,1 5 415,-8 4 1,-3 2-481,-5 1 0,-1 5-256,1-1 1,-2 5-393,-3-5 0,8 1-406,-4-5 0,9 1-304,0-1 0,3 0 597,1 1 0,1-2-478,3-3 0,5 2 191,7-6 1,3 4 243,6-4 1,0 2 1,0-2 0,-2-3 738,-2 3 0,1 2-145,-5-2 1,-1 6 147,-4-2 1,-5-1 206,-2 1 1,-4 2-263,-1 6 0,-10-2-691,-2 3 0,-9 1 270,0-2 1,-1 5-1377,2-5 1,-4-1 717,4-6 0,0 0-1468,0-4 0,3 3 2101,-4-4 0,6-5 0,-3-6 0</inkml:trace>
  <inkml:trace contextRef="#ctx0" brushRef="#br0">7989 583 7829,'32'-6'0,"2"0"343,-5-7 1,7 6-287,1 3 1,-4 3 1421,5 1 0,0 2-639,3 7 1,-3 5-347,-5 10 1,-6 7-248,2 2 1,-8 3-39,-5 1 1,-7 1-185,-5 4 1,-10 2 99,-6 5 0,-13 6-821,-12 3 0,-2-1 661,17-28 1,-1 0 0,0-1-1,0 0-805,-1 1 1,-1 0-1,-2 1 1,0-2 42,0-3 0,0 0 797,0 1 0,0 0 0,-25 14 0,-3 3 0,-3-5 0,0-3 0</inkml:trace>
  <inkml:trace contextRef="#ctx0" brushRef="#br0">4776 1774 7828,'12'0'93,"1"0"1,1-2 957,2-2 1,5 3-441,8-3 1,8-3 300,9-2 1,14-3-641,-25 4 1,0-1-1,7 0 1,2-1-469,5-2 1,1-1 0,3 1 0,0 1 384,5 0 1,0 1 0,4-2 0,2 1-24,4 0 1,0 1 0,-2 0 0,0 1-321,2-2 0,1 1 0,-23 5 1,1 0-1,0 0 311,2-1 1,1 1 0,0-1 0,3 2-1,-1-1 1,2 1-6,1-1 0,0 1 0,0 0 1,1 0-1,-1 0 0,1 0-43,-1 0 1,0-1 0,0 1 0,0 1 0,0 0-1,-1 0-115,3-1 1,-1-1-1,1 1 1,0 1 0,0 0-1,0 0 25,-1-2 1,1-1-1,-1 0 1,1 1-1,1 1 1,-2-1-104,-1 1 0,-2 1 0,1-2 0,-3 0 0,1-1 0,-1-1 82,0 0 0,0 0 1,0 0-1,-3 1 1,-1 0-1,-1-1-361,17-3 1,-2 0-1,-6 2 1,-2 0-121,-8 0 0,-3 0 0,-1 3 0,-2 0-187,-3 1 0,-1 0 1,25-3-2353,-10-1 3022,-17-3 0,0 11 0,-8-9 0,2-2 0</inkml:trace>
  <inkml:trace contextRef="#ctx0" brushRef="#br0">2593 5494 7921,'-4'-12'370,"-1"-1"-171,1 1 1,3 0 0,-2-1 248,-1 1 18,0-1 0,0 1-164,0 0 1,-2-1-1,3 1 48,-1-1 0,-5 5-101,0 0 0,2 1 97,-1-1 0,-1 2-297,-8 6 0,3 0 55,-2 0 1,0 0 276,0 0 0,1 7-108,-6 5 1,2 2-333,-2 7 0,-2 5 32,2 7 1,-1 3-97,1 1 1,3 6-34,6 2 1,0 4 89,-1 0 0,6 5-13,3 0 1,3-2 62,1-6 1,1-1-214,3-8 1,3 6 0,7-10-219,2-3 0,0-8 228,4-5 0,1-5-844,4-3 1,0-4 437,-1-5 1,5 0-837,0 0 1461,6-5 0,-4-8 0,7-6 0</inkml:trace>
  <inkml:trace contextRef="#ctx0" brushRef="#br0">2667 5941 7804,'0'7'341,"-5"4"1,-2-3 1400,0 3-1350,1 1 0,2 1 0,-1-1 108,-2 1 1,4-1-191,-1 0-184,3 1 1,2-1-84,3 1 1,3-7 69,5-1 0,1-4-114,-1-1 0,2 0-338,2 0 1,-2-6 34,3-2 1,1-3-287,-2-1 1,5-5 306,-5 1 1,1-1-53,-5 5 0,1-2-59,-1-3 370,-5 4 0,-1-5-110,-6 5 0,-2 5 92,-2 0 0,-3 1 218,-5-1 0,-2 2 44,-2 6-56,2 0 0,-10 0-38,4 0 0,2 4-213,1 0 0,3 6 120,2-2 0,0-1-739,-1 1 1,5-1 133,0 2 1,5 2-535,-1-3 1106,2-3 0,2 6 0,0-4 0</inkml:trace>
  <inkml:trace contextRef="#ctx0" brushRef="#br0">2952 5804 9210,'7'0'2208,"0"2"-1786,-3 2 0,-2-1 0,2 5 461,-3 1-643,5 3 0,-5 1-262,3 4 0,2 2-108,-2 6 1,0 0 0,-4 1 263,0 3-346,0-3 1,0 3 200,0-8 1,0 1-259,0-6 1,0 1-173,0-5-99,0-5 512,0-1-40,0-6 1,1-6-183,4-2 0,2-7 128,5-2 0,4-4-50,1 5 0,4-5 45,-5 5 1,5-2-19,-5 1 1,6 3 8,-1-2 0,-2 6-8,2 2 0,-6 1-184,2-1 1,1 2 65,-2 6 1,1 0-422,-5 0 0,-3 0 306,-1 0 0,-4 6 377,4 2 0,-5 3 0,-3 2 0,-7-1 0</inkml:trace>
  <inkml:trace contextRef="#ctx0" brushRef="#br0">2072 6449 7804,'-13'6'625,"1"-5"-56,-1 10 190,7-9 0,1 3-143,10-5 1,1 0-16,7 0-244,5 0 0,-3 0-29,6 0 0,-1 0-37,5 0 0,1 4-133,3 0 0,-1 0 1,6-4 70,5 0 1,4-1-233,6-3 1,11 1 51,2-5 0,-25 6 1,1 0-278,1-2 0,1-1 1,5 2-1,1 0 227,3-1 0,1-1 0,-3 0 1,0 1-121,1 1 0,-1 2 0,-4-2 0,-2 1 45,-1 2 0,-1 0 1,31-1-681,-4-3 554,-8 3 0,-10-5 1,-9 6-546,-5 0 1,-6 0 65,1 0 265,-3 0 0,-3 0 0,-1-1-698,-1-4 0,-2 3 1114,2-7 0,-3-4 0,-6-7 0</inkml:trace>
  <inkml:trace contextRef="#ctx0" brushRef="#br0">4143 6065 7804,'13'0'2308,"-1"0"-2152,1 0-2548,-1 0 2392,0 0 0,1 5 0,-1 2 0</inkml:trace>
  <inkml:trace contextRef="#ctx0" brushRef="#br0">4193 6325 7804,'0'7'3996,"0"4"-1939,0-10-1521,0 5 0,1-6-1077,4 0 0,1 0 383,7 0 1,-1 1-3669,1 4 3826,-1-4 0,0 4 0,1-5 0</inkml:trace>
  <inkml:trace contextRef="#ctx0" brushRef="#br0">6227 5879 7804,'-17'0'0,"3"0"1239,-3 0-434,9 5 1,2 2-360,6 6 1,3-5 220,5 0 0,6 0-228,11 5 0,5-2 16,3-3 0,3 2-124,2-6 0,-1 0-462,0-4 1,4 0-268,1 0 0,-2-6-436,-7-2 0,1-1-214,-5 0 0,4-2 47,-4 3 1001,-5-3 0,-1-7 0,-4-1 0</inkml:trace>
  <inkml:trace contextRef="#ctx0" brushRef="#br0">6550 5531 7804,'-8'0'919,"-1"0"-456,1 6 0,-3 1-21,3 5 1,2 1 49,6-1 0,0 6 92,0 3-460,6 8 0,-3 4 78,5 8 0,-1 9-44,1 7 1,-1 4-408,-3 1 1,-2 4 327,2 0 0,-2-30 1,1-1-226,1 31-142,0 0 0,1-11 213,-1-5 0,4-5-67,-4-3 1,2-9 36,-2 0 0,-3-11 265,3-6 0,2-2-81,-2-2 0,0 1-4,-4-1 0,0 1-68,0-1 1,-1-4 343,-3 1 0,1-7-478,-5 2 0,-1-2 116,-3-2 1,-5 0-123,1 0 0,-6 0-66,1 0 1,-2-7-149,-2-5 0,-4-2-427,0-7 1,-1 0 333,1-3 1,2-1-186,-2 0 1,5 2 231,3 2 0,4-1-282,9 5 675,3 1 0,10-2 0,2-1 0</inkml:trace>
  <inkml:trace contextRef="#ctx0" brushRef="#br0">7642 5879 7804,'-6'-7'-404,"3"-3"495,-5 6 0,0-4 476,-5 4 0,1 0-17,0 4-233,-1 0 0,-3 1-65,-1 3 0,-1 3-150,2 5 1,-2 1 35,-3-1 0,2 6-6,2 3 0,8 8 0,-4 4 49,2 3 0,6 2 36,1 3 1,4 4-226,4 4 0,3-5 82,5-2 1,5-5-116,-1-4 0,5-4-136,-5-9 1,6-7-241,-1-9 1,-2-3-665,2-1 0,0 0 530,3 0 0,-3-5-598,0-3 1149,0-9 0,-2-2 0,-1-6 0</inkml:trace>
  <inkml:trace contextRef="#ctx0" brushRef="#br0">7480 6164 8373,'-6'5'2940,"1"-2"-2471,10 6 1,1-3-548,7 3 0,3 0 1,2-5 174,2-1 1,2 3-1488,7-2 1,-3 0-831,3-4 2220,2 0 0,1 5 0,5 2 0</inkml:trace>
  <inkml:trace contextRef="#ctx0" brushRef="#br0">8237 5854 7804,'13'-7'1395,"-1"3"0,2-2-518,2 2 0,4-4 1,6 2-273,3 0 1,2-1-351,7-2 1,4-2-36,4 3 0,3-2-145,5 2 0,-4-1-157,-1 4 0,0 1-279,-8 4 1,-11 2-265,-9 2 0,-7 4 387,-6 9 0,-4 2-285,-8 6 1,-8 1 152,-9 3 1,-2 3-104,-2 5 0,-7 1 106,-5 4 0,0-4 22,-5 4 0,2 0 34,-1 0 273,2 4 1,-3-7 0,6 2-297,3-2 211,2-7 1,8-2 1099,2-5 1,5-2-505,8-2 1,2-3 30,6-6 0,6 1-234,2-1 1,8-1 0,6-1 638,6-2-600,-2-5 0,10 6 1,-2-4 388,6-3-584,-1 0 1,4-2 0,-7 0-350,-3 0 0,2-6-308,-1-2 1,-4 1 88,-1-1 0,-3 4-1036,-1-5 1,-4 5 568,-1-4 1,-5 1 920,2-1 0,2-9 0,0 3 0</inkml:trace>
  <inkml:trace contextRef="#ctx0" brushRef="#br0">9081 5916 7804,'-7'5'1072,"-4"-2"-668,3 5 0,-5 1 212,-3 3 1,0 6-84,-4 3 0,-2 8 56,-7 4 1,-3 4-462,-5 4 1,0 3-159,-1 6 1,1 1-419,0 3 0,0-5 354,0 1 1,5-6-766,3-7 0,8-6-24,5-7-681,7-4 684,4-13 880,10-2 0,2-16 0,6-3 0</inkml:trace>
  <inkml:trace contextRef="#ctx0" brushRef="#br0">9205 6028 7804,'12'0'0,"1"0"0,0 0 1592,4 0 1,2-5-472,6 1 1,-3-4-129,3 4 0,2-4-857,11 3 0,-1-4 9,0 1 1,-1 2-1063,-3 2 0,-3 1 644,-5-1 0,-1 3-1509,-4-3 1,-6 2 996,-6 2 1,-6 4-697,-2 0 1481,-6 1 0,-12-5 0,-1 0 0</inkml:trace>
  <inkml:trace contextRef="#ctx0" brushRef="#br0">9465 5966 7804,'-19'6'0,"1"5"289,6-2 0,-1 3-38,1 5 1,-1-2 405,1 5 0,0 7-3,-1 6 1,5 4 177,0 4 0,4 2-53,-5 2 1,5 6-335,-4-5 1,5 2-29,-1-11 0,3-2-87,1-10 0,9-3-219,4-6 1,7-1 95,1-10 0,7-1-334,1-4 1,1 0 153,-1 0 1,-3-7-931,3-6 0,-3 1-199,-1-5 1,4-1-662,0 2 1,0-2 265,-4 2 1,-2 0 1496,-2-4 0,2-1 0,-4-4 0</inkml:trace>
  <inkml:trace contextRef="#ctx0" brushRef="#br0">9813 6040 7804,'1'12'689,"3"1"0,-1 1-202,5 2 0,-4 1 380,5 7 0,-1-2-363,4 7 0,1 2 955,-1-2 0,2 4-652,2-4 0,0 1-313,4-1 1,-3-7-1160,3 3 1,-3-7 460,4 2 0,-2-4-1154,2 0 1,1-8 824,-6-4 0,6-4-700,-1-4 0,-3-4 397,-2-8 1,1-9-926,-5-8 1761,4 2 0,-10-10 0,7 2 0</inkml:trace>
  <inkml:trace contextRef="#ctx0" brushRef="#br0">10185 6028 7804,'-24'17'1131,"8"3"-794,-9 5 0,-1 1-219,-3 3 0,-7 5 754,-1 12 1,0-1-728,-5 9 0,1-5 195,4-3 0,-2-1-133,10-7 0,6-4-1174,6-9 1,5-2 298,4-2-905,2-3 0,7-14 1573,4-8 0,1-14 0,7-14 0</inkml:trace>
  <inkml:trace contextRef="#ctx0" brushRef="#br0">10309 5978 7804,'12'-7'451,"1"-4"-316,-1 3 1,5-3 722,-1-2 1,5 2-347,-5 3 0,2-2-108,-1 6 1,2 0-118,6 4 1,-4 0-259,-1 0 1,0 4 118,0 0 0,2 6 109,-5-2 0,-1 5 78,-3 3 1,-5-2-87,0 3 1,-5 0 81,1 0 0,2 4-140,-2-5 0,0 2-126,-4-1 0,0-2 135,0 5 1,0-3-381,0 4 0,0-1 193,0 5 1,0 0-192,0 0 1,0 0-82,0-1 1,-1 1 147,-3 0 0,1 0 115,-6 0 0,3-1-54,-3 1 0,-2-1 186,3-4 0,-2 0-97,2-4 0,-3-2-236,3 2 1,1-6 91,-1-2 0,4-3-236,-5 3 0,1-5-150,-4 1 1,-1 1-268,1-1 0,-6 2-638,-3-2 1,-4 1 182,-4 4 1213,-2 2 0,-18-4 0,-2 5 0</inkml:trace>
  <inkml:trace contextRef="#ctx0" brushRef="#br0">6376 8086 7804,'-1'7'-57,"-3"-3"1214,2 3-738,-3-5 0,6 5 289,3-3 1,5-3-176,7 3 0,5-1-183,8 1 1,3-3-40,5 4 1,1-4-105,4-1 0,-4 0-545,4 0 0,0-1 298,0-4 1,-1-1-1183,-4-7 1,-4 1 185,1-1 0,-8 1 1036,-1 0 0,-1-6 0,-4-2 0</inkml:trace>
  <inkml:trace contextRef="#ctx0" brushRef="#br0">6798 7702 7804,'-12'-8'417,"-1"-1"0,1 7 168,0-3-378,-1 4 0,2 8 250,3 5 1,-2 6-75,6 7 1,0 5-69,4 3 1,0 5-110,0 3 1,4 3-106,0 6 0,6 9-227,-2 3 0,-1 3 65,1-3 1,-5 0-246,1 0 0,2 3 204,-2-3 1,0-5-20,-4-11 1,0-2 81,0-3 0,1-8 19,3 0 0,-2-9 112,2-3 0,-3-6 247,-1 1 0,-1-3-59,-3-5 0,1-3 166,-5-5 1,4 0-479,-5 0 133,1 0 0,-4-4-340,-1 0 0,-3-5 163,-1 0 0,-1-2-994,2-1 1,-4-5 85,-4 1 0,3-6-202,0 1 0,3-1 1186,2 1 0,-1-8 0,10 3 0</inkml:trace>
  <inkml:trace contextRef="#ctx0" brushRef="#br0">7642 8161 7804,'5'12'-523,"3"1"0,-1-1 892,2 0 0,-5 1 1007,4-1 0,-5 6-312,1 3 1,1 2-322,0 2 1,-1 4-542,-4 0 0,0 0 5,0-4 0,1-1-963,3 1 0,-2-1 518,2-4 0,-3-2-2569,-1-5 955,0-6 1852,0-2 0,6-10 0,1-2 0</inkml:trace>
  <inkml:trace contextRef="#ctx0" brushRef="#br0">7704 7913 7804,'-13'-7'1960,"6"1"1,3 6-1474,8 0 1,3 0-2041,6 0 1,3 4 1552,1 1 0,10 10 0,0-1 0</inkml:trace>
  <inkml:trace contextRef="#ctx0" brushRef="#br0">8225 8086 7804,'-6'11'2129,"-2"-2"0,1 0-1370,-1-5 0,0 5-334,-5-5 0,1 5 519,-1 0 0,2-2-430,3 1 1,-3 0-735,3 5 1,-2-1-4,2 0 1,-2 1-140,6-1 1,0 5-229,4-1 1,0 1 473,0-5 0,0 1-339,0-1 0,7 0 62,5 1 0,1-1 107,3 1 1,-1-2 45,2-3 0,-3 2 398,2-6 0,-2 5-133,-2 0 0,1-3-13,-1 3 0,-5-1-540,-3 4 1,-2 1 214,-2-1 0,-2 1-597,-2-1 1,-3 0 367,-5 1 0,-6-2 542,-3-3 0,-8 3 0,-2-4 0</inkml:trace>
  <inkml:trace contextRef="#ctx0" brushRef="#br0">9726 8074 7804,'19'-4'600,"-2"0"1,-2-2-10,1 2 1,0 3-214,4-3 1,-3 3 568,3 6 0,-3 6-400,4 5 1,-5 6-36,5-1 0,-10 6-131,1 2 0,-6 2-359,2-2 0,-5 1-123,1 3 0,-4 3-104,-4-3 0,1-3 126,-5-1 1,0-4 96,-5-4 0,5-5-498,0-8 34,5-2 724,-3-6 1,6-11-119,0-6 1,2-6-59,2-6 0,0 2-67,8-7 1,-2 1 9,7-4 1,-2 0-470,1 0 0,2 5 224,3 3 1,2 4-507,-2 5 1,2 0 318,2 4 0,-1 8-1347,-4-1 1,2 7 205,-5 2 1528,-1 0 0,-3-6 0,-1-1 0</inkml:trace>
  <inkml:trace contextRef="#ctx0" brushRef="#br0">10309 8186 7804,'0'17'0,"0"3"609,0 5 1,0-5-150,0 1 1,0-2 294,0 2 1,1-3-204,3-6 1,3-1 5,6-3 0,0-2-354,4-6 1,-2-6 2,6-2 0,0-4 26,3-5 0,1-2-26,0-6 0,-4 2-1204,-1 2 0,-5-1 554,2 5 1,-5-3-389,-3 3 1,-4 1 361,-5 3 0,-1 2 234,-3 3 1,-9-2 545,-7 6 0,-1-4-219,-4 4 0,3 0 302,-7 4 1,3 5-196,1 4 0,0 6 78,0 1 0,6 6 37,3-1 1,-2 8 29,1 4 0,6-1-211,7 1 1,3-2-276,1 2 0,1 2-704,3-6 1,3 0 453,5-4 0,6-7-685,3-6 0,4-5 460,4-7 1,0-3 616,8-5 0,-3-6 0,9-11 0</inkml:trace>
  <inkml:trace contextRef="#ctx0" brushRef="#br0">10942 8136 7804,'-25'19'697,"0"5"-523,0-4 1,0 4 422,0 1 0,1-1 382,-1 1 0,0 4 583,0 0 1,7 0-667,6-4 1,5-6-407,7-2 0,1-8-691,4 0 1,1-3 169,7 3 1,1-4-421,2-5 1,-1-1 358,6-3 1,0-7-649,3-6 0,1-5 178,0 1 1,0-2-276,0-2 1,0-4 211,-1 0 0,1-1 236,0 1 1,4-4 29,0-8 0,0 1-42,-4-6 0,-1-1 311,1-6 1,-4-5-87,0-8 0,-8 1 262,-6 29 1,-1 2-1,5-26 195,-7 2 0,0 13 1083,-4 8-711,0 16 0,-4 11-289,0 15 0,-4 3 392,3 8 1,-4 5-268,0 8 0,3 3 34,-3 5 0,5 1-156,-4 4 0,1 2 207,-1 5 1,-3 1-455,2 0 0,-2 1 42,-1 2 0,0 3-475,-1 1 0,-3 3 304,-1-7 0,1 4-1609,3-7 0,6-4 796,3-8 1,3-8-1216,1-5 0,7-12 324,5-8 1713,0-15 0,12-4 0,-5-11 0</inkml:trace>
  <inkml:trace contextRef="#ctx0" brushRef="#br0">11425 8173 7804,'-7'-7'80,"2"2"151,5 5 0,-4-2 196,0-2-265,0 3 230,4-5 463,0 6-185,-6-5 11,5 3-409,-5-3 0,6 6 90,0 3 0,0 3-256,0 6 0,0 5 114,0 2 0,-1 2-367,-3-1 1,2 2 202,-2-2 0,3 1-475,1-1 1,1 1 256,3-6 0,-1-5-172,5-6 1,1-4-100,3-1 0,4-3-255,1-5 1,4-2 157,-5-10 1,5-1 162,-5-4 1,5-1 444,-4-3 0,-1 3-140,-3-3 0,-1 3 408,0 1 0,-1 2-250,-2 2 0,-4 3 980,-5 6-307,6 5-359,-5 1 0,3 16 101,-8 2 0,1 9-129,-5 0 1,4 6-46,-4 2 0,4 1-105,-5-1 1,7-3-538,-3 3 1,0-2 242,1-3 1,0-3-1044,4 0 0,0-6 359,0 1 0,5-2-66,3-1 1,3-7 811,2-1 0,5-10 0,1-1 0</inkml:trace>
  <inkml:trace contextRef="#ctx0" brushRef="#br0">12070 8099 7804,'-6'-6'1111,"-5"5"-842,2-3 1,-2 2 931,-1 2 1,-1 0-536,1 0 1,-5 10-205,1 2 1,-2 9-118,1 0 0,4 4-92,-4 3 1,3 0-370,2 5 1,5-5 154,3 1 1,3-3-265,1-1 0,1-6 239,3-3 0,4-3-935,9-5 1,-3-2 390,2-6 1,2-2-759,-1-2 0,5-3 131,-2-5 1157,4-6 0,1-1 0,-1-6 0</inkml:trace>
  <inkml:trace contextRef="#ctx0" brushRef="#br0">12244 8173 7804,'-5'13'0,"-2"3"1238,-6 1 1,-3 5-545,-1-2 0,2 4 519,7 1 0,-3-5-571,2 1 1,4-2-579,1 2 1,2-3 41,2-6 0,5 1-2073,-1-1 875,5 0 1,-2-1-1962,6-2 3053,-6-4 0,4-5 0,-5 0 0</inkml:trace>
  <inkml:trace contextRef="#ctx0" brushRef="#br0">12306 7975 7804,'2'-11'4256,"2"2"-1896,-3 4-1716,5 5 0,-1 0-747,3 0 1,3 0 131,2 0 1,3 0-1406,1 0 0,5 0 1376,-1 0 0,2 0 0,2 0 0</inkml:trace>
  <inkml:trace contextRef="#ctx0" brushRef="#br0">12802 7404 7781,'7'2'654,"-3"2"0,-2-2-358,-2 7 1,0 6 1310,0 10 0,-2 6-764,-2 11 1,-3 7 26,-5 9 1,-6 6-892,8-29 0,-1 0 0,-12 31 67,11-29 0,-1 0 0,-10 30-279,2-1 0,-2-7-271,2-1 1,4-17 266,5-4 1,5-13 313,7-8-591,0-7 0,1-4 106,4-5 1,3-4-40,8 0 0,0-4 460,4 3 1,0 0-13,0 1 1,4 2 249,-4-2 1,-2 4 36,-1 4 0,-3-1 49,-2 5 1,-5 2-174,-3 7 1,-3-4 364,-1 4 0,-1 2-164,-3 2 0,-3-2-36,-5 2 1,-5 0-49,0 3 0,-3 0-563,3-4 1,-3-2-101,3-5 1,-4-6-366,5-3 1,-1-3-438,5-1 1,5-5 529,3-4 1,-2-8-167,2-8 0,1-3 337,8-9 0,1 0-767,7-13 1056,-1-2 1,6-16-1,-8 34 1,-1-1-1</inkml:trace>
  <inkml:trace contextRef="#ctx0" brushRef="#br0">13075 7466 7781,'9'-4'858,"-1"0"1,-4 0-349,4 4 1,-5 5 335,1 4 1,-3 9-26,-1 6 0,0 7 165,0 6 0,-5 6-267,-3 2 1,-3 7-435,-2 2 1,-3 5-560,-1-1 0,1-3 218,3-1 0,5-3-378,0-1 0,5-6 332,-1-3 1,2-13-814,2-8 0,6-9 146,2-2 1,9-7-5,3 3 0,2-4 680,-1-1 0,3 0-29,-4 0 1,4 4-84,1 0 0,-5 0 159,1-4 0,-2 0 865,2 0 0,5 0-345,-5 0 0,5-1 173,-5-3 0,2-3-398,2-5 0,0-2-352,-1-3 0,-4 2-757,-4-6 1,-2 6 478,-2-1 0,-1 2-102,-2 2 0,-6 5 140,-12 3 0,0 2 723,-12 2 0,-1 2-325,-7 2 0,1 4 627,-5 8 0,2 4 69,-3 5 1,4-1 524,5 1 1,2-1-703,2-4 1,3 4-241,6-4 1,5-2-503,3-1 0,9-8 199,8 0 1,6-7-432,10 3 0,3-5 333,5-5 0,-4 3-587,0-7 1,2 3-631,6-3 1,-7 4-2001,4 5 3284,2 0 0,-2 0 0,5 0 0</inkml:trace>
  <inkml:trace contextRef="#ctx0" brushRef="#br0">14676 8124 7781,'-9'-11'0,"1"2"0,4-2 501,-4 3 0,5-3 241,-1-1 0,2 3-278,2 1 0,0 4 339,0-4 1,2 5-323,2-1 0,3 12 122,5 4 1,-1 9-209,-3 0 1,2 4-212,-6 3 1,0 4-94,-4 5 1,0-1-200,0-3 0,0 2-233,0-6 1,-4 0 315,0-5 0,0-3-1201,4 0 1,-1-10-128,-4 1-242,4-8 1,-4 0 228,5-8 1366,0-8 0,0-7 0,0-6 0</inkml:trace>
  <inkml:trace contextRef="#ctx0" brushRef="#br0">14651 7900 7781,'1'-12'507,"3"-1"1,-1 1-9,5 0 0,1 1 258,3 2 0,6 0-1157,3 5 1,-2-1 206,2 5 0,-1 0-542,5 0 1,0 2 331,0 2 1,-6 3 402,-3 5 0,-2 1 0,-1-1 0</inkml:trace>
  <inkml:trace contextRef="#ctx0" brushRef="#br0">14948 8037 7781,'0'16'497,"0"1"1,-4 3 211,0-3 1,0 4-215,4-5 1,-4 6 271,0-1 0,0-3 137,4-2-622,0-2 0,1-3-249,3-3 0,-1-2-244,5-6 0,2 0-323,6 0 1,0-6 419,4-2 0,-3-3-395,3-1 1,0-5 195,0 1 0,2-1 160,-5 5 1,4 3-52,-5 1 0,1 5 187,-5-1 1,1 3 149,-1 1 1,-4 0 203,1 0 1,-3 7 12,3 5 0,0 1-153,-5 3 0,5 2-287,-5-1 1,1 3 125,0-3 0,-3 1-1081,7-2 1,-5-1 512,4 6 0,-4-4-928,4 3 1460,1-5 0,3 9 0,0-5 0</inkml:trace>
  <inkml:trace contextRef="#ctx0" brushRef="#br0">16450 7441 7781,'-6'-24'0,"0"3"563,-2 0 0,-1 2-161,4-2 1,-4 3 126,1 6 0,1 5-150,-2 3 1,-3 5-204,-5 8 0,-3 4 83,3 12 0,-3 6 109,3 2 0,-1 8-25,2 4 1,2 9-415,-3 4 1,-1 3 234,2 1 1,-1 4-12,5 0 1,6-29 0,1 0-245,1-1 0,-1-1 0,0 0 1,1 0 102,0 27 1,0-6-447,4-2 0,6-15 243,7-10 1,5-14 45,7-11 0,1-3 342,3-1 0,-2-11-83,6-5 0,5-8-84,3-5 1,2-4-283,-2-8 1,2-3 142,2-6 0,-1 1 194,-2-1 1,-2-1-200,-18 24 0,1 0 0,17-28-115,-19 27 0,-1-2 0,14-30 20,-5 2 1,-5 0-87,-3-4 1,-9 8 135,-7-4 0,-5 9 684,-5 7 0,-7 8-446,-9 13 0,-6 9 257,-2 8 0,-6 12-177,2 4 0,-4 10 465,-4 3 0,2 4-351,-2 4 1,2 3-148,2-3 1,0-1-979,0 1 1,5-4 487,3 4 1,3-5-1255,1 0 1,4-5 732,1-3 0,10-1-604,2 2 1489,5-8 0,3-8 0</inkml:trace>
  <inkml:trace contextRef="#ctx0" brushRef="#br0">16363 7541 7781,'-7'0'961,"0"0"-261,3 0 0,2 1-222,-2 3 0,-1 4-60,1 9 1,-2 8-42,2 8 0,-2 8 37,-2 5 0,-3 6-50,3 2 1,-3-1-280,-2-3 1,5-2-809,0-2 0,4-5 499,-5-8 0,7-2-1202,-2-7 1,2 0 669,2-4 0,2-3-809,2-9 1565,-3-2 0,16-12 0,-4-1 0</inkml:trace>
  <inkml:trace contextRef="#ctx0" brushRef="#br0">16387 8024 7781,'1'13'0,"-1"-1"0,4-4 702,0 1 1,4 0 214,-4 8 0,6-2-90,-2 6 0,9-1-6,3 5 0,4 0-341,1 0 0,3-5-561,1 1 0,6-6 102,-2 2 1,3-5-1270,1-4 1,0-2 840,0-6 0,3-1 407,-2-4 0,2-7 0,-9-7 0</inkml:trace>
  <inkml:trace contextRef="#ctx0" brushRef="#br0">17293 7627 7753,'-19'0'1396,"2"0"0,9-5-716,4-3 1,5 2 475,7 2 1,8-1-520,13 0 1,2-3-368,7 4 0,3 0-1028,0 4 1,5 0 524,-5 0 1,6 0-737,-2 0 0,-7 0 550,-5 0 0,-7 0-2497,-5 0 2916,-9 0 0,-7 5 0,-5 2 0</inkml:trace>
  <inkml:trace contextRef="#ctx0" brushRef="#br0">17454 7702 7753,'-12'12'0,"0"1"0,-2-1 0,-3 0 0,8 6 0,-4 3 0,8 2 0,-4 2 0,7 0 1740,-3 0 0,4 1-539,1 3 1,0-1-668,0 5 0,1-2-304,4 2 0,-4-2-28,3-6 0,2 3-93,-2 1 1,5 4 91,0-4 1,2 0-793,1-4 1,2-6-96,2-2 1,0-5-603,4-3 1,1-4-316,4-5 1,0-5 809,-1-4 0,1-6 793,0-1 0,0-12 0,0 2 0</inkml:trace>
  <inkml:trace contextRef="#ctx0" brushRef="#br0">17864 7863 7753,'-13'0'1016,"1"6"1,4-5 1150,-1 3-1556,7 3 1,3 0-197,11 5 0,6-3-156,7-1 0,1 4-325,3 5 0,-1 5 92,5-2 0,-10 0-544,2 0 1,-4 1 100,0 4 0,-4-2-158,-4-2 1,-2 1-1214,-3-5 1,2-1 1787,-6-3 0,6-7 0,-4 0 0</inkml:trace>
  <inkml:trace contextRef="#ctx0" brushRef="#br0">18286 7801 7741,'-25'12'0,"0"1"0,0 1 1038,0 2 1,-1 5-439,-3 8 1,3-2 532,-3 6 0,-3 2-417,-1 6 0,3-6-194,1 2 0,3-7-476,1 3 1,0-5 45,0 1 0,6-7-1166,2-2 0,4-4 713,0 0 1,5-8-1442,0-3 1,6-4 60,2-1 1741,6-11 0,17-3 0,4-11 0</inkml:trace>
  <inkml:trace contextRef="#ctx0" brushRef="#br0">18472 7665 7690,'8'-9'857,"0"1"1,0 1 486,5-1 1,1-3-644,2 3 0,-1-2-355,6 2 0,4-3-126,4 2 1,0 3-347,-5-3 1,5 7 160,0-3 1,-4 5-249,-4 5 0,-7 3 193,-2 8 0,-5 1 59,-7 8 1,0-3 353,0 7 1,-1 5-165,-4-1 1,0 7-39,-3-3 1,-2 1 33,6 3 0,0-2 150,4-2 0,0-1-59,0-3 0,0-2-243,0-2 0,4-3-103,0 3 0,4-2 118,-4-3 0,5-3-203,-5 0 1,0-2 42,-4 2 1,0-3-146,0-6 1,-6 0 75,-2 1 1,-3-1-78,-1 1 0,-5-2 20,1-3 1,-8 2-612,-1-6 0,-1 1 18,-7-1 1,0-2-219,-4 2 0,-6-4-1711,-2-4 2395,-9-3 1,-8-6-1,-7 1 1</inkml:trace>
  <inkml:trace contextRef="#ctx0" brushRef="#br0">19811 7975 7693,'-12'-2'825,"0"-2"-143,-1 3 127,1-10 0,5 8-313,3-5 0,2 4 200,2-5 1,7 5-190,6-4 1,10 0-157,10-5 1,13 1-171,3-1 0,9 1 15,0 0 0,10-1-277,-32 7 1,2 0-1,2 0 1,0-1 178,3 1 0,1 0 0,2-2 0,0 0-304,2-1 1,-1 1 0,0-1-1,0 1 198,1 2 0,-1 0 0,-3 0 0,0 1-185,0 1 0,-1 0 1,-6 1-1,-2 0-1066,27 3 1,-8-4 711,-1 0 1,-4 0-459,-8 4 1,-5 1 445,-11 3 1,-6-1 361,-3 5 1,-3-3-164,-5 3 0,-2-4 255,-6 4 0,-6-1 105,-2 1 0,-14 9 0,-4-3 0</inkml:trace>
  <inkml:trace contextRef="#ctx0" brushRef="#br0">20072 8037 7712,'-59'16'1267,"5"1"0,13-6-1492,16-7 0,12-3 40,13-1 0,10 0 758,6 0 0,12 0 113,1 0 0,8-5 345,9-3 1,10-2-674,-21 6 0,1 0 1,0-2-1,2 1-353,1 0 0,1 1 0,-2-1 0,1-1 171,2 0 1,0 0-1,1 0 1,-1 0-53,2-1 0,1 1 0,-1 2 0,1 0-448,0-1 0,-1 2 0,-6 1 0,0 1 135,29-3 1,-13-2-1392,-12 2 1,-7 0-816,-1 4 172,-10 5 2223,-6 2 0,-6 6 0,-4-1 0</inkml:trace>
  <inkml:trace contextRef="#ctx0" brushRef="#br0">20233 7454 8759,'-7'-2'780,"3"-2"82,-3 3 1,4-3-326,-5 8 0,0 4-337,-4 9 0,-6 2 0,-3 6 0,-8 7-160,-4 5 0,-8 1-303,-5 8 1,-4-1 279,24-20 1,-1 0 0,1-1 0,-1 0 8,-1-1 1,-2 0 0,2 1-1,0 0 32,-1-1 0,0-1 1,-21 21-529,9-2 0,8-3 267,4-5 0,4 5-204,5-5 1,7 0 184,9-8 0,5 0 119,8 0 1,2 0 158,13-1 1,0-4 252,9-4 1,6-2 315,6-2 1,7-1-321,2-2 0,1-2 184,-1-3 0,3-3-157,5 3 1,4-2-91,0-2 0,3-2-40,-7-2 0,3 3-831,-7-3 1,-5-2-245,-3 2 1,-2-2-539,-6 2 1,-5 2-66,-4-7 1,-1-3 1475,1-5 0,-3-1 0,-5 2 0,0-5 0,-1-2 0</inkml:trace>
  <inkml:trace contextRef="#ctx0" brushRef="#br0">21114 7578 7760,'0'-13'1781,"0"1"1,5 4-357,4-1 1,7 7-667,5-2 1,8 2-353,4 2 1,8 6-280,5 2 0,2 7 44,2 2 1,-5 5-294,1-2 0,-8 4 174,-1 1 0,-5-1-29,-7 1 1,-2 0-97,-2 0 0,-9 0-210,-7-1 1,-4 3-300,-1 2 0,-1-2 273,-4 6 0,-3 0-133,-8 5 0,-8 0 103,-5 3 0,-4-2-2,4 2 0,-5-3 19,1-5 0,1 1 87,-1-5 1,5-1-146,-1-8 0,3-2-246,1-5 0,-5-1-1295,-3 0 1920,-3 1 0,-1-1 0,0 1 0</inkml:trace>
  <inkml:trace contextRef="#ctx0" brushRef="#br0">22826 7776 7759,'-19'-5'0,"-5"3"662,3-2 1,4 3-231,0 1 0,9-2 1532,4-2-1051,2 3 1,15-5-435,7 6 0,13-1-23,9-3 0,6 1-130,2-5 1,-2 4-342,1-4 0,0 5 100,-8-1 0,2-2-993,-2 2 1,-2-6 604,2 2 0,-4 1-1500,-4-1 0,-1-2 513,-3-6 0,-8 2 1290,-1-3 0,-4-7 0,-4-3 0</inkml:trace>
  <inkml:trace contextRef="#ctx0" brushRef="#br0">23421 7293 7759,'-24'-20'643,"3"0"-384,0 7 1,6-2 324,-2 7 1,2 2-185,-1 2 0,2 6 18,-3 6 1,2 1-131,-1 12 0,3 4 89,1 4 1,0 5-60,3-1 1,2 5 81,-1 3 1,5 3-387,-1 6 1,-1 5-211,1 3 1,-2 4-60,2 4 1,3 1 239,-1-32 0,-1 1 0,1 0 0,-1 1-297,1-2 1,0 0 0,-4 34 170,4-34 0,0 0 1,-1 33-98,-5-2 1,5-7-3,-1-14 0,-1 2 104,1-5 0,-1-6 199,5-8 1,0-3-55,0-4 0,0-3 89,0-6-92,0 1 0,-1-2-214,-3-3 0,0-1 401,-9-3 0,4-3-387,-8 3 0,-2-2 79,-2-2 0,-2-2-179,-2-2 0,2-3-295,2-5 1,-1-6 187,5-3 1,5-3-429,4-5 0,1-3 829,-2-5 0,4-6 0,5-1 0</inkml:trace>
  <inkml:trace contextRef="#ctx0" brushRef="#br0">24153 7875 7759,'7'7'1689,"0"3"-908,-3-6 0,-2 7 85,2 2 0,-2 0-546,3 8 0,-4 0-105,3 4 0,-3 1-390,-1 3 1,0-2 181,0 6 1,-4-5-1014,0 1 1,0-7 204,4-2-1570,0-4 2371,0-4 0,6-12 0,0-7 0</inkml:trace>
  <inkml:trace contextRef="#ctx0" brushRef="#br0">24228 7640 7759,'-13'0'1950,"1"-6"1,5 4-1749,3-7 1,9 7 232,8-3 0,5 3-109,7-2 1,-1 2-1558,1-2 0,4 3 1231,0 1 0,5 5 0,-2 2 0</inkml:trace>
  <inkml:trace contextRef="#ctx0" brushRef="#br0">24662 7801 7759,'-8'1'0,"-1"4"0,2-3 1289,-1 7 1,-1-5 783,4 4 0,-4 0-1106,0 5 0,-2-1-817,-1 0 1,4 1 7,0-1 0,3 2-129,-3 3 0,5-4 54,-1 4 0,3 1-362,1-2 0,5 2 266,4-1 1,2-3-127,1 2 0,0-1-27,1 2 0,3-3-171,1 2 1,4-3 523,-5-5 1,1 3-6,-5-3 0,-4-1-777,1 1 297,-7 1-66,4 3 0,-12-4-193,-2 0 0,-7-3-448,-2 3 0,-5-5-393,2 1 0,-4-3 211,-1-1 1187,-5 0 0,-2 6 0,-5 1 0</inkml:trace>
  <inkml:trace contextRef="#ctx0" brushRef="#br0">25543 7776 7850,'12'-12'373,"0"-1"347,1 1 1,1 1-249,2 3 1,3 2 183,6 6 0,0 7-231,0 6 0,2 9 148,-2 7 0,3 5-207,-7-1 1,-5 7-224,-3 1 0,-2 1-118,-7-5 0,0 0-133,-4 0 1,-2-1-108,-2-3 1,-4-2 211,-9-7 0,4-4 16,-4-4 0,3-8-44,2-3 0,4-4-53,-1-1 0,7-6 40,-2-2 0,2-8-58,2-5 1,2-4 69,2-4 0,4-1-156,8-3 1,0-3-83,4 3 0,1-7-127,4-1 0,1 3-656,3 5 1,-3 6 417,3-2 1,1 5-639,-1 8 1273,0-1 0,-4 10 0,0-5 0</inkml:trace>
  <inkml:trace contextRef="#ctx0" brushRef="#br0">26275 8000 7726,'-17'20'1203,"0"1"0,2-6-583,7 2 115,-3-9 1,11-3 592,0-5 1,6 0-728,6 0 1,6-2-244,3-7 1,2 1-946,2-9 0,5 0 439,3 0 1,-2-5-703,-3 1 1,-1 2 549,-3-2 1,1 6-125,0-1 0,-7-2 1,-6 1 1,-5 1-68,-7 3 1,-5 5 514,-3 0 0,-13 1-49,-4-1 0,-8 2 144,0 6 1,-3 1-113,-1 4 0,1 7 478,3 9 0,3 3-231,5 5 1,4 0 99,0 9 0,8-4-86,0 7 0,2 2 44,7-2 0,0 6-706,4-1 0,5-9 235,4-4 1,7-7-668,5-5 0,4-5 436,4-7 1,-2-5-918,6-8 0,0-3 47,5-6 1259,-1-5 0,6-6 0,1-8 0</inkml:trace>
  <inkml:trace contextRef="#ctx0" brushRef="#br0">26920 7925 7726,'-25'0'792,"0"0"1,4 1 40,1 4 1,-1 3 238,-4 8 1,-2 5-237,2 8 1,-3-1-367,8 5 1,6-2 250,1 2 1,9-4-301,0-8 0,4-4-634,4-9 0,0-3 209,9-5 0,-2 0-5,9 0 1,-3-9-195,4-4 1,-1-7-294,5-1 1,0-7-109,0-1 0,0 1 206,-1 3 0,1-4-272,0 0 1,4-6 232,0 2 0,0 0 51,-4-4 1,1 1-20,3-9 1,-4-6 374,-1-7 0,-4 1 33,-8-1 1,-5 2 24,-3-2 1,-2 0 437,-2 9 1,0 9-146,0 15 107,0 11 1,-5 10-176,1 8 1,-4 4 244,4 9 1,-4 8-102,3 8 1,-4 4 231,1 4 0,1 3-100,-2 6 1,-3 1 50,-5 3 1,-3-3-612,3 2 0,-5 4 191,2 1 1,-5 4-722,10-29 0,1 0 1,-12 25 285,-3 0 1,4-7-440,4-6 1,3-3-92,6-9-781,5-9 0,3-13 499,8-11 0,8-11 109,9-9 1,8-6 384,4-7 0,-1-1 593,1-7 0,-6-3 0,12 3 0,-6-3 0,-3 2 0,-2 1 0</inkml:trace>
  <inkml:trace contextRef="#ctx0" brushRef="#br0">27168 7863 7726,'12'-5'942,"-5"3"1,0-3-68,-3 5 0,-3 7 115,4 5 1,-5 6 86,-5 7 1,3 5-510,-7 3 0,1-1 102,-4 1 0,3-1-262,1 1 1,5-3-674,-1-5 1,3-6 169,1-2-2,0-9 1,5-4-177,4-8 1,7-9-351,5-7 1,-2-4-448,2 0 1,0-1 424,3 0 0,0-4 129,-3 0 0,1 1 181,-6 8 0,1-1 535,-5 9 1,-1-3-175,-3 6 254,-2 4 1,-6 9 82,0 8 1,-4 9 483,0 0 0,-6 2 29,2 2 0,-2 0-341,2 0 1,-2-1-466,6 1 0,-2-4 69,2-1 0,3-4-1117,-3 0 0,2-2 197,2-2-889,6-5 0,1-1 397,5-6 1,1 0-457,-1 0 1729,0 0 0,6-11 0,2-3 0</inkml:trace>
  <inkml:trace contextRef="#ctx0" brushRef="#br0">27937 7938 7711,'8'-17'931,"0"0"1,-3-3-733,3 3 1,-1-3 220,1 3 1860,-2-5-1646,-6 8 1,-2 3 34,-2 11 0,-4 7-265,-9 10 0,2 3 317,-6 9 0,-1 4-276,-7 9 0,5-4 284,-1 4 0,0-4-187,4-1 0,3 1-191,2-1 0,3-6-169,5-2 1,3-8 27,5-4 0,9-4-807,4 0 1,9-6 431,3-3 0,-1-3-1634,5-1 1,2-1 112,-2-3 1,4-2-275,-4-2 1,0-3 453,-5 3 1,-2-5 1505,3-3 0,-8-4 0,6-4 0</inkml:trace>
  <inkml:trace contextRef="#ctx0" brushRef="#br0">28309 7962 7672,'-18'18'0,"0"-3"0,-2 6 0,2-4 1525,5 3 0,1 0-402,-1 0 0,7 0-58,1-4 0,4-2-1428,1 2 0,0-2 252,0-1 0,0-5-3199,0 0 1880,0 0-429,0-1 1859,0-1 0,0-6 0</inkml:trace>
  <inkml:trace contextRef="#ctx0" brushRef="#br0">28383 7751 7672,'12'-12'458,"-4"0"1,3 1 1755,-3 2-1371,3-2 0,2 6-5,-1-3 0,0 2-1133,1 6 1,-1 0 196,1 0 0,-1 0-1936,0 0 1,5-1 2033,-1-3 0,12-3 0,-2-6 0</inkml:trace>
  <inkml:trace contextRef="#ctx0" brushRef="#br0">28842 7206 7738,'-1'12'1043,"-3"1"0,1 4 232,-5 4 1,2 8-579,-6 4 1,2 9 497,-6 3 1,-3 7-854,-2 2 0,-4 7-456,-4 1 0,3-6-219,-3 2 0,0-6-318,4-2 0,-1-10 361,9-3 1,6-17 358,7-4 1,4-10-622,4-2 0,5-8 46,7-5 0,-1 2 169,6-1 1,-2 5 123,2-1 0,1 3 185,-5 1 1,-1 1 271,-3 3 0,-1 5-60,0 7 1,-1-2 110,-2 3 1,-4 0-148,-5 0 1,0 1 324,0-2 1,-1 0-171,-3 4 0,-3-5 299,-6 2 0,-3-3-212,-1-2 0,-3 1-160,3-1 1,-1-5-324,2-3 1,2-3-370,-3-1 0,8 0-775,0 0 1,7-9 642,-2-4 0,5-7-365,7-1 0,3-8 377,14-4 0,-3-8-1165,7-5 1400,3-2 0,-1-7 1,7-2-1</inkml:trace>
  <inkml:trace contextRef="#ctx0" brushRef="#br0">29091 7379 7738,'12'-6'1674,"0"-4"-1297,1 6 0,-5 0 519,0 4 1,-5 1-355,1 3 1,-2 4 393,-2 9 1,-3 4-160,-5 8 0,-2 6 116,-11 7 1,1 6-263,-5 2 1,0 1-522,0 6 0,0-3-236,1 4 1,-1-1 132,0 0 1,6-7-248,2-9 1,5-9-305,3-7-88,4 0 1,10-17-30,4 0 1,2-6-553,1-7 0,1 3 346,-1-7 0,0 1 671,1-4 0,-5 3 38,0 1 1,-1 4-44,1-4 1,-1 5 704,-3-1-502,-2-3 272,3 6-183,-5-5 888,0 6-144,0 0-918,0 6 105,6-5 1,-3 5-279,5-6 42,-5 0 286,8 0-133,-10 0 34,5 0-138,-6 0-5398,0 0 4617,5 0 946,-4-6 0,5 5 0,-6-6 0,0 3 0,5 2 0,-3-3 125,3 5 145,-5 0 1,0-2 818,0-2-101,0 3-198,0-5-129,0 6 1,2 0-243,2 0 1,-1 2 194,5 2 0,0-3-234,5 3 0,5 2-260,2-2 0,9 0-138,4-4 1,4 0-206,5 0 1,2-3 83,6-5 0,3-6-182,1-10 1,-2-1 192,-6 0 0,-6 0 6,-11 0 0,-3 5 306,-14-1 0,-3 6-169,-13-2 0,-9 8 346,-8 0 0,-2 7 54,-2-3 1,-1 5 192,-3 5 1,3 3-133,-3 8 0,-1 4 54,1 4 0,0 1-17,4 0 1,6 0-123,2 0 1,1-2-145,3-2 0,3 2-47,10-2 1,6-3-475,2-2 0,9 1-331,3-5 0,9-2-652,5-10 1,0 0-42,-1 0 0,2 0-2643,-7 0 3941,1 0 0,-4-6 0,0 0 0</inkml:trace>
  <inkml:trace contextRef="#ctx0" brushRef="#br0">30170 7813 7745,'12'0'0,"1"6"1177,-1 2 1,5 5-502,-1 3 0,-1 9 505,-6 8 0,-4 3-605,-5 1 0,0-1-341,0-3 0,0 0-322,0-8 1,0 1 143,0-9-2060,0-1 1211,0-3-1216,0-7 0,4-1 2008,0-10 0,6-7 0,-3-7 0</inkml:trace>
  <inkml:trace contextRef="#ctx0" brushRef="#br0">30418 7727 7745,'0'-13'2457,"5"1"-1570,2-1 0,6 2-733,-1 3 1,1 3 6,-1 5 1,0 0-656,1 0 1,-1 0 315,1 0 1,0 4-2694,4 0 2871,-3 6 0,9-4 0,-4 7 0</inkml:trace>
  <inkml:trace contextRef="#ctx0" brushRef="#br0">30691 7838 7745,'-7'6'2057,"-3"2"-1472,6 9 0,-4-4-340,4 4 0,-4 2-31,3 2 0,-3-2 1065,4 2 1,-4-6-589,4 2 0,-1 0-339,5 0 0,0 0-500,0-5 1,2-4-424,2 0 0,3-5-293,5 1 1,6-2 533,3-2 0,-2-6-257,2-2 1,0-2 100,3 2 0,0-2 211,-4 6 0,0 0 380,-4 4 1,-2 0 399,3 0 1,-9 6-210,-4 2 1,2 3 378,-2 1 0,0 1-736,-4-1 1,0 1 106,0-1 1,0-4-1101,0 0 0,4-3 549,0 3 1,7-5-1376,1 1 1880,1-8 0,10-3 0,-3-6 0</inkml:trace>
  <inkml:trace contextRef="#ctx0" brushRef="#br0">31534 7441 7745,'0'-8'2659,"0"0"0,2 0-1686,2-5 1,4 5 467,9 0 0,8 5-696,8-1 1,8-2-324,5 2 1,3 0-123,5 4 0,-2 1-599,6 4 0,-5 0 289,0 3 1,-11 7-700,-5-2 1,-14 3 321,-2 1 1,-11-2-271,-6 6 1,-6-1-199,-6 5 0,-7 0 341,-14 0 0,-3 5 367,-5 3 0,-2-1-54,-2 1 0,-2 1-87,-2 8 0,-7 1 136,2 2 1,-1 3 237,5-2 1,1-2 234,8 1 0,0-2 426,12-2 1,8-5-11,13-11 0,10-6-380,6-2 1,13-5 693,12-4 1,6-2-471,6-6 1,6 0-717,3 0 0,3-6 192,1-2 1,-7-3-1464,-5-1 0,-6 3-49,-7 1 1,-1 0-870,-3-4 0,-4 3 694,-8 1 0,1-2 1630,-6-6 0,6 2 0,-2-4 0</inkml:trace>
  <inkml:trace contextRef="#ctx0" brushRef="#br0">32390 7627 7745,'-5'11'0,"-3"-2"0,-5 2 535,-3-3 0,2 7-255,-3 2 0,-2 5 1149,-2-2 1,-6 4-617,-2 1 1,-1 5-323,1 3 0,1-1-395,-5 1 0,0-4-278,-4 4 1,4-1-509,0 1 1,1-3 513,-1-5 1,-2-5-396,6 1 0,6-6-203,6 2-2168,4-3 2942,6-8 0,7-11 0,7-9 0</inkml:trace>
  <inkml:trace contextRef="#ctx0" brushRef="#br0">32465 7702 7697,'0'-13'1219,"0"1"238,0 0 1,5-2-180,4-3 0,3 4-669,5-4 0,-1 5-111,9 3 1,-2 0-125,10 5 1,1-1-870,3 5 0,-4 0 380,0 0 1,-6 2-411,2 2 1,-4-1-385,-4 5 1,-5-4-962,-7 4 0,-4-3-237,-5 3 2107,0-5 0,-11 8 0,-3-5 0</inkml:trace>
  <inkml:trace contextRef="#ctx0" brushRef="#br0">32738 7627 7697,'-13'7'547,"1"-3"1,-5 3-170,1 2 1,-1-1-151,5 4 1,0-1 1046,-1 10 1,-3 1-605,-1 7 0,-1 4 433,2 8 1,0-1-499,-4 6 0,5-1 19,-2 5 1,3-6-237,2-3 1,5-2-401,3-2 0,2-5-199,2-3 0,7-9-130,6-3 1,1-7-158,6-2 1,2-5 303,7 1 0,-1-8-1752,5-5 0,0 2 901,4-1 0,-5 0-1769,-3-4 2813,-3-6 0,4-2 0,2-4 0</inkml:trace>
  <inkml:trace contextRef="#ctx0" brushRef="#br0">32924 7838 7697,'-4'9'2021,"0"-1"1,-2 0-1072,2 4 0,1 1-228,-5-1 1,5 5 260,-1-1 0,3 6-497,1-1 0,5 3-163,3 0 0,3-4-799,2-4 0,3 2 382,1-1 1,1-2-1371,-2-7 1,2 2-52,3-6 0,2 0-2483,-2-4 3998,3 0 0,6-11 0,2-3 0</inkml:trace>
  <inkml:trace contextRef="#ctx0" brushRef="#br0">33098 7900 7697,'-31'6'708,"-2"2"0,1 4-491,-1 5 0,0 2 1718,-4 6 1,-3 4-948,3 0 1,0 0-399,12-4 1,0-2 218,13-2-2327,-4-3 419,15-6 1,5-5-2376,9-3 3474,7-8 0,5-8 0,7-8 0</inkml:trace>
  <inkml:trace contextRef="#ctx0" brushRef="#br0">33209 7801 7731,'8'-19'-812,"1"2"1,-1-1 2680,4 2 1,1-1-880,-1 5 1,1-1-45,-1 1 1,5 4-426,-1 0 1,2 1-153,-1-2 1,-4 4-193,4 5 0,1 0-125,-2 0 1,1 1-35,-5 3 0,-3 3 132,-1 6 1,-1-1 106,1 0 1,-2 5-68,-6 0 1,4 3-100,0-3 1,0 5 47,-4-2 1,0 3 1,0-3 1,0 4 12,0-4 0,0 4 15,0 1 1,0 1-43,0 3 1,0-3 40,0 3 1,-4 1-209,0-1 1,-2 4 30,2-4 0,3 4-39,-4-4 1,0 5-19,1 0 0,0 0-107,4-1 0,0-3 29,0-5 1,0 0-7,0 0 0,1-5-99,3 1 1,-2-10 66,2 2 1,-3-4-581,-1 4 460,0-6 1,-5-2-504,-4-5 1,-3 0 307,-5 0 0,-2 0 80,-6 0 0,0 0-318,1 0 0,-11-1-1296,-2-3 2031,-9 2 0,-3-14 0,-8 2 0</inkml:trace>
  <inkml:trace contextRef="#ctx0" brushRef="#br0">9304 10058 7731,'0'-12'0,"0"-1"0,0 1 301,0 0 1,0-1-52,0 1 0,0-1 1176,0 1-51,0 5-981,0 2 1,0 6-12,0 3 1,4 9-145,0 7 1,2 9 126,-2 4 0,-3 3-86,3 1 0,-2 1-309,-2-1 1,4-1 91,0-3 0,2 1-610,-2-5 0,-1 3-95,5-7 0,-4 1-352,4-10 0,-4-3-1913,5-5 1662,-1-5 1245,4-3 0,1-7 0,-1-6 0</inkml:trace>
  <inkml:trace contextRef="#ctx0" brushRef="#br0">9391 9785 7731,'-13'-5'805,"1"-3"0,1 1 456,3-1-940,2-1 1,12-3 81,2-1 0,3 7-145,1 1 1,2 4-1046,3 1 1,-2 0 431,6 0 0,-5 6-475,5 2 1,-6 4 829,2 5 0,-4-3 0,0 3 0</inkml:trace>
  <inkml:trace contextRef="#ctx0" brushRef="#br0">9689 9897 7731,'12'0'69,"0"0"1,-3-4 330,-1 0 100,0 0 0,5 0-96,-1-1 1,-4 1 133,1 4 1,-5 0-163,4 0 0,-5 6-30,1 2 0,1 9-17,0 3 1,-1 5-87,-4 4 0,0-1 105,0 5 1,0 0-108,0 4 0,0 1-162,0 4 1,0-4 104,0 4 1,-2-5-188,-2-4 1,3 0 55,-3-8 0,2-3 223,2-10-108,0 1 1,0-8-58,0-5 1,0-5 10,0-8 0,0 0-3,0-4 1,6-2-55,2-6 0,-1 0 83,1 0 1,-1 1-164,1-1 0,2 0-480,-6 0 0,6 0 279,-2 1 1,3-1-235,1 0 0,1 0 179,-1 0 0,1 0-1220,-1 1 0,1 4 717,-1 4 0,0-2-522,1 1 0,-1 4 1296,1 0 0,-1 4 0,0-9 0</inkml:trace>
  <inkml:trace contextRef="#ctx0" brushRef="#br0">10160 9773 6493,'12'6'787,"-5"0"0,0 5-122,-3-2 1,-2 2 9,2-3 0,-1 3-269,1 1 0,-2 2 189,7 3 0,-5 2-189,4 6 0,-4 0-35,5-1 1,-7 3-250,2 2 1,-2 2-136,-2 7 1,0 0-177,0 3 1,-2-2 228,-2 2 1,-3-2-21,-5-2 1,1-9 43,3-3 1,-2-9-201,6 1 162,-6-9-12,9-3 1,-5-10 38,6-3 0,6-8 0,2 0 0,3-6 5,2 1 1,-1-2 10,0-2 1,5 0-174,0 0 1,3 5 81,-3-1 1,3 2-180,-3-2 0,5-1-401,-1 5 1,-2-3-551,2 3 1,1 2-512,7 7 0,-3-3 1663,3 3 0,-3 2 0,-1 0 0</inkml:trace>
  <inkml:trace contextRef="#ctx0" brushRef="#br0">10780 10244 7760,'0'13'1224,"2"-6"-919,2-3 1,-1 1 1099,5-1 1,-4 5-667,4-5 1,-4 1-138,5-1 0,-5-2-378,4 2 0,-4-1-397,4 1 1,-3-3-2047,3 3 0,-1-1 2219,1 1 0,3-2 0,-4 3 0</inkml:trace>
  <inkml:trace contextRef="#ctx0" brushRef="#br0">26200 9823 7838,'4'12'502,"0"0"0,2 5-161,-2 0 1,-3 5 177,4-2 0,-4 9-66,-1 4 1,0-1-79,0 1 1,0-5-455,0 1 1,0-3 134,0-1 0,4-6-1274,0-3 797,6-2-1424,-3-1 906,5-7-234,1 0 1173,-7-12 0,5-6 0,-4-7 0</inkml:trace>
  <inkml:trace contextRef="#ctx0" brushRef="#br0">26287 9674 7838,'8'-8'0,"1"-1"0,-5 1 1012,4-4 0,0 3-404,5 1 0,-1 1 403,0-1 1,5-2-466,-1 6 0,1 0-989,-5 4 0,1 0-1359,-1 0 0,2 1 1100,3 4 0,-8 1 702,4 7 0,-4-1 0,4 1 0</inkml:trace>
  <inkml:trace contextRef="#ctx0" brushRef="#br0">26597 9761 7838,'17'-2'280,"-1"-2"0,2 3 36,-1-3 1,-2 2-45,5 2 0,0 0 632,0 0 0,-2 2-382,-5 2 1,-1 3 2,1 5 1,-2 0-121,-3 1 0,2 3-70,-6 1 0,0 5-103,-4-1 1,0 6-23,0 2 1,-2 0 21,-2-4 1,-1 5-10,-3 3 1,-2-2-222,6-2 1,-5-5 96,5-3 0,-4 2-358,4-2 44,0-3-78,4 0 407,0-11 0,1-7-80,3-8 1,2-5-52,2-3 0,3-4 61,-3-4 0,3-1-235,2 0 0,-1 0 98,1 0 0,-1-4-1029,0 0 1,1-5-58,-1 1 0,5 1-420,-1-1 1,2 0 1598,-1-4 0,-3 0 0,3-1 0</inkml:trace>
  <inkml:trace contextRef="#ctx0" brushRef="#br0">27069 9686 7838,'6'0'1345,"0"0"-623,-1-5 0,-2 3-249,5-2 0,-3 3-124,3 1 1,0 5-127,5 4 1,-1 7-71,0 5 0,1 2 56,-1 2 1,1 5 13,-1 3 0,0 5-115,1 3 0,-6-2 63,-3 2 1,-3-3-276,-1 0 1,-5 2 92,-4-3 1,0-3-274,0-9 1,0-6 43,5-2 390,0-3 1,5-9-3,3-5 1,4-7 77,9-9 1,6-9-8,6-8 1,4-3-87,-4-1 1,10 0-146,-2-1 1,3 1 102,-3 0 1,1 1-1336,-1 3 0,-4 4 630,0 9 1,-6-2-2467,2 5 3080,-2 6 0,-3 0 0,1 4 0</inkml:trace>
  <inkml:trace contextRef="#ctx0" brushRef="#br0">28073 10096 12979,'0'-9'5159,"0"1"-3852,0 5-3998,6-8-521,1 10 3212,5-5 0,1 6 0,-1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1985 843 7852,'-7'-5'-883,"-4"3"398,3-2 0,1 3 1301,-1 1-219,5-6 429,-8 5-59,4-4-569,-6-1 0,2 3 47,3-5 701,-3 5 77,10-2 393,-10-1-1109,9 5 0,4-5-147,10 6 1,6 4-237,7 1 1,1 4 48,3 0 1,1-3-458,3 3 1,3-5 113,-3 4 1,2-5-129,-2 1 1,1-1-1134,-5 1 0,0-3 653,-4 3 0,-2-2-541,-2-2 1,-3 0-246,-6 0 1121,-5 0 0,-3 0 443,-8 0 0,-8 0 0,-7 0 0</inkml:trace>
  <inkml:trace contextRef="#ctx0" brushRef="#br0">2121 831 7852,'-12'1'287,"0"3"1,0 3 30,4 6 459,-3-1 1,10 6-364,-3 3 0,2 8 1,2 5 476,0 6 1,2 6-370,2 7 0,-1 5-411,5 8 1,-5-2-148,1 2 0,-3 1 112,-1 0 1,-1-1-371,-3-4 0,2-11 246,-2-6 1,-1-8-345,0-8 1,1-1-133,4-12-1369,0 1 506,0-10 0,2-3 698,2-8 1,-1-3 412,5-5 0,-1-8 276,1-5 0,3 1 0,-4-18 0,5 4 0</inkml:trace>
  <inkml:trace contextRef="#ctx0" brushRef="#br0">2059 1389 7852,'0'-8'958,"0"0"1,2 3-493,2-3 0,-1 5-107,5-1 1,0 3 663,5 1 0,3 0-322,1 0 0,5 4-267,-2 0 1,4 0-1131,1-4 1,-1 2 499,1 2 0,4-3-1614,0 3 1,0-2 460,-4-2 1349,0 5 0,-1 2 0,1 5 0</inkml:trace>
  <inkml:trace contextRef="#ctx0" brushRef="#br0">2531 1451 7852,'-13'17'879,"1"-1"-198,-1-1 1,5 3 44,0-1 1,5 5-42,-1-2 1,-1 4 751,0 1-1049,1-6 1,4 3 0,2-5 560,2-2-921,3-7 0,11-2-260,2-6 1,4-3-149,1-6 0,1 0-466,3-12 0,-3 1-443,3-5 1,-3-4 162,-1 0 560,0 0 0,-7 5 151,-6 4 0,-5-2 331,-7 5 0,0 1-81,0 3 1,-10 2 654,-2 3 0,-10-2-250,-3 6 1,-1 0-1,-6 5 858,2 4 0,1 3-399,4 8 1,0-2-248,0 3 0,2 1-1207,2-2 0,7 5 530,6-5 1,5 6-1512,-1-1 1,4 1 846,4-1 1,5-5 888,7-7 0,3 2 0,6-4 0</inkml:trace>
  <inkml:trace contextRef="#ctx0" brushRef="#br0">2804 1463 7852,'24'-6'1086,"-4"0"-616,-4 6 1,2 0-137,-1 0 1,1 6 523,-2 2 1,-2 3-331,3 1 1,-4 5-73,0-1 0,-1 6 0,-1-1-236,-3 3 0,2-4-383,-6 1 1,0-2-554,-4 2 585,0 2-25,0-9 1,-1-2 120,-3-7 0,2-5-124,-2-5 1,4-7-24,4-9 1,3-3-396,6-5 1,5-2 151,2-2 0,5-1 57,4 5 1,-1 0-960,5 4 961,-6 0 1,8 6 0,-5 2-960,2 4 1325,-5 0 0,4 1 0,-7-1 0</inkml:trace>
  <inkml:trace contextRef="#ctx0" brushRef="#br0">4342 1265 7858,'-13'12'0,"1"1"688,0-1 0,5-3 820,3-1-527,2-5 1,5 6 761,5-5-1190,6 0 0,14-4-184,5 0 0,5 0-52,12 0-158,5-5 0,-4 2-400,3-5 0,-3 1-441,-2-1 1,5-3 0,0 2 485,-2-2 1,-6-5-1380,-5-1 0,-2-1 670,-2 2 0,-5 1-361,-3-6 1,-10 5 1265,-7-5 0,1 0 0,-6-4 0</inkml:trace>
  <inkml:trace contextRef="#ctx0" brushRef="#br0">4950 943 7858,'-25'-20'0,"0"1"-75,0 2 0,2 8 112,2-4 677,3 9-117,0-1 0,5 14-196,-4 4 0,9 7 329,4 1-464,2 8 1,2 3 212,0 5 0,2 2-208,2 2 1,1 4-1,5 9 3,-2 4 1,-1 8-169,-3-31 0,0 0 0,1 2 1,0-1-328,-3 1 0,0 1 0,0 1 1,0 0 105,-2 1 1,0-1 0,2 0 0,0 1-90,0-3 1,1 0 0,1 32 71,-4-3 1,-4-4-87,-1-4 1,-3-10 155,4-11 1,-6-6-1,2-11 376,-3-3 1,3-5 225,0-3 1,3-5-241,-3-8 1,0 1-448,-5-6 88,1 1 0,0-6 153,-1-2 1,-1 1-688,-2-6 1,-3 0-464,-6-3 737,0-1 1,-4-4-491,0 0 1,-4-1-1,5 3 178,5 3 0,5-4 219,10 7 0,4-1 174,8 2 0,5-8 238,12 3 0,5-4 0,12 0 0,4-2 0,2-6 0,6-1 0</inkml:trace>
  <inkml:trace contextRef="#ctx0" brushRef="#br0">5260 1240 7858,'8'0'757,"0"0"-206,1-5-105,3 3 762,-5-3-289,-1 5 0,-6 1-305,0 3 1,-2 3 500,-2 6-780,3 5 1,-9 5 55,6 6 1,-4 7-180,3 1 1,-3 6-581,4 6 1,-1 1-455,0 0 0,4-2 1,-3-3 483,2-3 1,7-9-478,-1-4 1,5-14 286,0-7 0,6-7-102,1-5 0,6-8-91,-1-9 0,1-8-677,-1-4 1398,2-3 0,-3-6 0,4-2 0</inkml:trace>
  <inkml:trace contextRef="#ctx0" brushRef="#br0">5558 1302 7710,'0'-12'-394,"0"4"2931,0-1-1636,0 7 0,4-3 100,0 10 1,6 1 0,-2 8-334,3 3 0,1 2-395,1 6 0,0 5-48,4 3 1,-2-1-14,6 1 1,-5-5 12,5 1 1,-4-3 0,3-1 0,-5-6-14,2-3 0,-3-7 107,-2-5-3590,1-8 1,-1-5 834,0-7 1,-1-5 2435,-2-8 0,2-3 0,-4-5 0</inkml:trace>
  <inkml:trace contextRef="#ctx0" brushRef="#br0">5880 1228 7858,'-18'5'0,"4"2"0,-8 6 0,3 0 1014,-4 4 0,1 6-250,-7 6 1,-2 6-66,2-2 0,-4 7-69,4 1-489,6-5 1,1-2 0,7-6-1987,4-5 799,4 2 292,7-5 1,5-3-1761,4-4 2514,2-6 0,12-7 0,3 0 0</inkml:trace>
  <inkml:trace contextRef="#ctx0" brushRef="#br0">6066 1240 7858,'13'0'804,"-1"6"0,2-5-536,2 3 0,-2 2 77,3-2 263,2 6 1,-5 1 0,2 6-109,-2 3 1,3 2-443,-1 7 1,-1-2-102,-6 6 1,0 0-526,-5 5 448,1-1 0,-11 0 0,-4 0-580,-5 1 1,1-1-11,-2 0 0,2-5-824,2-3-67,-1-3 1601,1-12 0,-1-9 0,1-12 0</inkml:trace>
  <inkml:trace contextRef="#ctx0" brushRef="#br0">6488 1463 7858,'12'0'0,"-2"-1"0,1-2 2674,3-1-1940,1 0 1,2 0 0,0-2 732,3 0 0,0 1-1103,5-3 0,0 4-673,0-4 1,0 5-504,0-1 0,-1 2 590,1 2 1,-6 0-3444,-2 0 3665,-3 6 0,-7 6 0,-2 8 0</inkml:trace>
  <inkml:trace contextRef="#ctx0" brushRef="#br0">6525 1687 7858,'0'8'371,"0"0"0,2-1-32,2 1 0,-2-1 756,7-3 0,-1-2-478,4 2 0,6-3 96,3-1 0,4-1-259,4-3 0,4 1-821,8-5 1,-2 1-641,2-1 0,-2 1 1007,-2 3 0,0-3 0,0-6 0</inkml:trace>
  <inkml:trace contextRef="#ctx0" brushRef="#br0">7604 1215 7858,'5'9'1376,"-1"-1"-913,0-5 1,-3 1 288,3-8 1,-1 1-300,5-5 1,2-1-223,7-3 0,-2-5-221,5 1 0,3-2 119,5 2-76,4 2 0,1 1 0,0 9 107,2 3 96,-5 1 1,5 7 131,-6 5 0,-1 12-21,-3 9 0,-5 4 241,-4 4 1,-3 3-357,-5 6 1,-3-1-167,-5 1 0,0 4 1,0 0-7,0-2 0,0-7-808,0-3 0,0-9 483,0-4 0,6-13-693,2-3 1,3-9 381,2 0 0,0-10-823,4-6 0,-3-6 355,2-7 1,2-1 120,-1-3 0,1-2 903,-2-7 0,-2-4 0,4-3 0</inkml:trace>
  <inkml:trace contextRef="#ctx0" brushRef="#br0">8374 1067 7858,'-20'8'986,"4"0"1,1-1-317,-2 1 0,2 9-161,-6-1 1,-1 8 14,-7 5 1,-2 8-146,-7 8 0,-4 9-421,19-25 0,0 0 1,1-1-1,0 1 273,-1-1 1,1 1-1,-20 28-359,19-28 1,1 0 0,-18 26-379,-2-5 0,9-8-437,4-5 1,9-5-894,3-7 1,3-7-47,2-6 1882,5 1 0,2-17 0</inkml:trace>
  <inkml:trace contextRef="#ctx0" brushRef="#br0">8374 856 7858,'16'-24'832,"1"4"1,5-4-458,-2 4 0,8 2 617,1 1 1,-1 3-198,-8 2 0,2 5 708,-5 3-1212,5 3 0,-8 6-52,2 3 0,-8 5-283,-3 3 1,-5 1 102,-5 8 0,-1-2-57,-7 10 0,1-5-42,-1 1 0,5-5-61,0-3 1,4 1-268,-5-5 0,7 3 142,-3-3 1,4-1 1,1-3 1,7-1 114,5 1 1,2-2 213,7-3 1,-2 2-109,2-6 1,1 1 139,-6-1 0,5-1-55,-4 5 0,-6 1 97,-7 3 0,-4 6-401,-4 3 1,-5-2 95,-7 2 1,-3-1-1073,-6 5 0,0 0 552,0 0 1,2-6-1085,2-3 1,-1-2 1729,5-1 0,-5-1 0,3 0 0</inkml:trace>
  <inkml:trace contextRef="#ctx0" brushRef="#br0">8994 1414 7858,'1'7'0,"3"-3"0,-1 1 1803,5 0 1,1 0-845,3-1 1,6-2 357,3 2 1,4-3-632,3-1 0,10 0-417,7 0 0,-1-1-57,2-3 1,-5 1-1387,5-5 1,-6 5 275,1-1 0,-8 1-1048,-4-1 1946,-3 2 0,-7-3 0,-1 5 0</inkml:trace>
  <inkml:trace contextRef="#ctx0" brushRef="#br0">9639 1191 7858,'12'-2'1463,"1"-2"0,1-3-637,2-5 0,3 1 691,6 3 0,1-3-578,3 2 1,3 0-181,5 0 1,5 0-529,-1 5 0,-1-1-203,-7 5 0,-3 2 7,-5 2 1,-1 3 121,-4 5 0,-7 6-168,-9 3 1,-8 6 115,-5 2 1,-7 6-107,-5-2 0,-6 3-45,-2 1 1,-4-1-89,4-3 0,0 1-82,4-5 0,3 0 110,5-4 1,2-4 10,11-1 0,0-5 98,4 2 1,5-7-28,4-2 0,3-5-14,5 1 1,2-3-83,6-1 1,0 0-419,-1 0 0,1 0-692,0 0 0,0 1-3604,0 4 4834,5-4 0,-4 5 0,4-6 0</inkml:trace>
  <inkml:trace contextRef="#ctx0" brushRef="#br0">10867 1724 7724,'-5'7'4743,"2"4"-3808,-5-3 0,2 5 249,-6 3 0,-1 5-547,-12 8 0,2 8-847,-10 8 1,-7 5-90,16-23 0,-2 0 0,-1 1 0,-1 2-1219,-2 2 0,-2 2 1223,-1 0 1,-1 1 0,-6 4 0,0 2 0,-4-1 0,-1 1-1</inkml:trace>
  <inkml:trace contextRef="#ctx0" brushRef="#br0">3734 2766 7636,'12'12'0,"-3"-4"379,-1 1 1,-5-1 161,1 4-187,-3 6 0,-1-1 336,0 8 0,0-2-116,0 10 0,-1 2-24,-3 6-408,-3 3 0,-7 11 60,-2 3 0,-2 7-331,-3 1 0,9-30 1,0 0-1,2-2 1,0 0 209,-2 1 1,0-1 0,-7 31-178,3-11 1,3-9 79,5-16 52,2-5 0,12-17 184,2-3 0,9-2-108,3 3 0,5-3 112,4 7 0,-1-1-84,5 4 0,-4-3 358,4-1 1,-4 0-619,4 5 1,-1-5 118,1 0 0,-2-5-803,-2 1 0,-3-3 1,3-1 327,-2 0 1,-3 0-1255,1 0 1,0-5 1729,0-3 0,0-9 0,-1-2 0</inkml:trace>
  <inkml:trace contextRef="#ctx0" brushRef="#br0">4230 3634 7636,'-5'18'637,"3"-3"175,-2 6 0,3-5 69,1 5 0,1-6-416,3 2 1,3-5-146,6-4 0,0 2-154,4-6 0,2-1 1,6-9-266,0-6 0,4-6-173,0-7 1,5-1-329,-1-3 1,-4 3-148,-4-3 1,-6 4 341,-6 4 1,-2-1-287,-3 6 323,-2 5 1,-12 5 437,-2 6-55,-9 0 0,-2 2 146,-6 2 0,-4 7 536,0 5 0,0 6 34,5-1 0,3 2-220,0 2 1,5 4 265,-5 0 1,6 6-582,-2-2 0,9-2-515,4 2 348,2-5 1,4 2-345,2-5 1,3-6-145,5-2 1,6-9-433,3-4 0,6-13-766,2-8 1,10-8 413,-2-8 1243,3-5 0,8-12 0,-22 25 0,-1 1 0</inkml:trace>
  <inkml:trace contextRef="#ctx0" brushRef="#br0">5061 2989 9023,'-5'-7'805,"-3"3"1,-2 4-252,2 4 1,-3 10 86,2 11 1,-2 6 308,-1 11 1,4 3-276,-1 9 1,7 2-186,-2 6 0,4 0-172,4 0 0,3-4-568,5 0 0,0-1-642,1 1 1,-2-9 343,-3-7 1,2-5-562,-6-4 0,0-4-2258,-4-9 2554,0-7 1,-7-8 812,-5-5 0,-6 0 0,-7 0 0</inkml:trace>
  <inkml:trace contextRef="#ctx0" brushRef="#br0">4714 3609 8320,'1'-7'1649,"4"3"0,-1-1-1232,8 0 0,1 0-116,11 1 0,0 1-258,9-5 1,7-1 43,9-3 1,1 4-2625,4 0 2246,2 5 0,-5-8 0,4 4 0</inkml:trace>
  <inkml:trace contextRef="#ctx0" brushRef="#br0">6091 3324 7636,'7'0'920,"0"0"14,-3 0 1,3 12-405,5 9 1,1 15 22,-1 13 1,0 20-375,-5-26 1,-1 1-1,2 2 1,-1 0-465,-1 6 0,0 0 0,2 1 0,0 1 406,-4 2 0,0 0 1,-1 0-1,-1-1-32,1 4 1,-1-2 0,-2-6-1,0-1-233,-2-4 1,-1-1 0,2-4 0,0-1-232,-4-4 1,1-2 0,2 34-947,-3-6 1,0-12 702,1-9 1,0-9-1611,4-12 2228,0-7 0,0-20 0</inkml:trace>
  <inkml:trace contextRef="#ctx0" brushRef="#br0">6165 3584 7636,'7'-18'0,"3"5"432,-6-4 0,10 3 634,-2 2 1,9 4-212,0-1 1,2 7-388,2-3 1,4 5-464,0 5 0,0-3 45,-4 7 0,-2 3-429,-2 5 1,-5 5 307,-8-2 1,2 5-155,-6 4 0,-6 4-230,-11 8 1,-5-1-685,-7 6 1,-5 2 179,-3 2 1,-1-3 527,0-10 0,0-10 144,5-2 0,1-10 287,8-2 0,2-6 0,5-2 0,1 2 0</inkml:trace>
  <inkml:trace contextRef="#ctx0" brushRef="#br0">6662 3733 7636,'12'0'728,"0"0"-447,1 0 1,-1-4 127,1 0 1,5 0-93,2 4 0,4 0-135,1 0 0,-1 0-431,1 0 0,3 4 155,-3 0 1,2 1-925,-6 0 0,-3 0 134,-2 3 884,-2 3 0,-7-4 0,-2 6 0</inkml:trace>
  <inkml:trace contextRef="#ctx0" brushRef="#br0">6897 3944 12375,'13'0'929,"-1"0"1,2-1-935,3-4 0,2 0 51,6-3 1,4-3-1305,0 2 1,5-3 1257,-1-5 0,8-2 0,4-6 0</inkml:trace>
  <inkml:trace contextRef="#ctx0" brushRef="#br0">7468 3634 7778,'12'-6'776,"1"4"171,-1-7 1,5 2 14,-1-1 0,6 1-440,-1 3 0,2 3 14,2-3 1,0 2-162,0 2 1,0 0-290,0 0 0,-6 6 87,-3 2 1,-3 4-742,-5 5 0,-2 4 145,-6 8 1,-6 0-206,-2 8 1,-9-3-10,-3 8 0,0-2 232,0 1 0,-1-4 1020,-4 0 1,6-5-412,2-7 1,9-6 1290,4-2-1085,2-4 1,8-6-55,2-3 1,9-2-188,3-2 1,9-6-420,5-2 0,1 1-1294,3-1 1,0 0 833,4-5 1,-3 2-865,7 3 0,-7-2 397,-2 6 1177,0-6 0,-5 4 0,5-7 0</inkml:trace>
  <inkml:trace contextRef="#ctx0" brushRef="#br0">8448 4043 7778,'0'13'1120,"0"-1"0,-1 5-481,-3-1 0,-3 2 175,-6-2 1,-5 8-343,-2 5 1,-9 7-1459,-4 1 1,-9 11-1629,20-20 0,-1 2 2614,-6 5 0,-1 2 0,-2 0 0,0 1 0,-5 6 0,0-1 0</inkml:trace>
  <inkml:trace contextRef="#ctx0" brushRef="#br0">10197 3808 7798,'-18'0'0,"0"-5"754,-2 1 0,2-4 232,5 4-179,6-6 1,3 9-116,8-3 0,9 2 139,8 2 0,8 0-227,4 0 0,8-1-216,4-3 0,5 2-459,4-2 1,-2 2-26,6-3 0,0-1-1123,4-7 0,0-5 504,0-2 0,-5-5-3040,-4-4 3491,-2 3 1,-12-10 0,-3 4-1</inkml:trace>
  <inkml:trace contextRef="#ctx0" brushRef="#br0">10644 3435 7798,'-13'38'1882,"-5"6"-1334,-2 5 1,2 2 13,1 7 0,4 6-737,6-29 0,1 0 1,-5 32 711,3 0 0,2-11-152,6-6 0,3-8-811,5-9 0,2-13 232,11-12 0,4-8 389,3-8 0,8-12-2493,2-13 0,-5-12 2298,4-5 0,-20 19 0,0-1 0,2 0 0,-1 1 0</inkml:trace>
  <inkml:trace contextRef="#ctx0" brushRef="#br0">11165 2927 7798,'0'-7'4100,"0"2"-3324,0 16 1,-4 8-302,0 14 1,-6 15 447,2 10 1,1 10-923,2-30 1,1 2 0,3 0 0,0 0 283,-1 1 1,0 1 0,-1-1 0,0-1-354,1 0 0,0-1 0,-2 29 54,4-1 1,0-11-1057,0-10 0,0 0 725,0-4 1,0-12-1878,0-9 1562,0-6 1,5-8-54,4-3 1,3-14 806,5-6 0,-2-8-322,5-5 0,-3-2 494,4-6 0,-6 5-314,1 3 1,2 4 689,-1 4 0,-1 3-320,-3 6 0,-5 5 984,0 3 0,-4 5-516,5 8 1,-7 0 61,3 12 1,-3 4-431,2 4 0,-2 0-206,2-4 0,-3-1-200,-1 1 0,4-6 270,1-2-703,4-3 389,-2-7-862,6-2 1,-1-10-101,0-4-481,1-2 1,-1-1 327,1 0 1,-1-1-70,0 1 0,1 3 379,-1 1 0,1-1 833,-1-8 0,0 2 0,1-6 0,-1 1 0,1-5 0,-1 0 0,0 0 0,-1 6 0,-2 2 0,2 1-196,-3 3 324,-2 4 1,0 14 142,-1 3 1,-4 8 278,3 0 1,-3 5-154,-1-5 0,6 1 463,2-5-561,3 1 0,2-6 258,-1-3 1,5-6-150,-1-6 0,5-2-52,-5-10 1,5-1-53,-4-4 0,1-1 53,-2-3 0,-4 4-281,1 1 1,-5 0 98,-4 8 1,-2-1 93,2 5 1,-4 5-64,-4 3 0,-5 2 179,-7 2 0,1 3-111,-6 5 0,2 2 98,-2 11 0,-1-1-96,5 5 0,-5 0-99,2 0 1,2-1-258,1 1 0,3 0 127,2 0 1,0 4-566,-1 0 0,6 0 301,3-4 1,3-6-124,1-3 1,0-2-101,0-1-102,5-1 0,2-5-118,6-3 0,3-4-237,1-4 0,1 0-371,-2-9 1,2 2 604,3-9 1,2-1-175,-2-4 1,2 0 836,2 1 0,-4 3 0,-1 0 0,-4 5 0,0-5 0,-2 7-195,-2 2 1,-3 1 1297,-1 7 227,-5-1 0,2 11 375,-5 2 0,-1 3-827,-3 2 1,2 3-232,-2 1 0,-1-1 121,1-3-804,-1 5 0,5-5 81,0 4 0,2-9 1,2-4 1,0-2-94,8-2 1,-2-6-273,7-2 1,2-7-301,2-2 1,2-5 269,2 2 0,0-3 262,-1 3 1,-3 3-67,0 9 1,-6-2 680,2 6-409,-4 0 1,-2 11 213,-2 5 0,-3 5-158,-1 4 0,-4 2-70,3-2 1,-2 2-1372,-2 2 0,0-4 659,0-1 0,4 0 607,0 0 0,-6 4 0,-4-5 0</inkml:trace>
  <inkml:trace contextRef="#ctx0" brushRef="#br0">13596 3510 7728,'-12'0'218,"-1"0"231,7 0 1,-4-2-66,6-2 1,0 2 65,4-7 0,1 1-88,3-4 1,4-6-78,9-3 0,4-4-6,8-4 0,-2 3-55,6-3 1,0 3-181,5 1 1,-5 10 103,0 3 0,-6 9 70,2 3 0,0 15-19,-4 10 1,1 12 114,-9 0 0,1 9-113,-2-1 1,-2 3-71,3 2 1,-4 0-474,0-1 1,-5-5 239,0-2 0,-4-4-639,5 0 1,-7-11 406,3-2 0,-4-13-701,-1 1 1,1-9 434,3 0 0,-2-4-114,2-4 1,3-4 5,1-9 708,3-8 0,2-6 0,-1-7 0</inkml:trace>
  <inkml:trace contextRef="#ctx0" brushRef="#br0">14328 3125 7728,'-16'14'397,"-1"3"1,-5-1-35,1 9 0,-3 3-89,-5 9 0,-3 10 215,-5 2 1,17-18-1,1 0-503,-2 0 0,1 0 0,0 2 0,0 0 240,-3 1 1,0-1-1,2-2 1,0 1-99,0 1 1,0 0 0,0-4-1,1 0-489,-13 25 1,-2-5 141,2-3 1,4-1-222,9-7 0,6-11-776,6-15 1216,5-5 0,3-12 0,7-2 0</inkml:trace>
  <inkml:trace contextRef="#ctx0" brushRef="#br0">14415 2741 7728,'23'-12'426,"-2"-1"0,-2 1 619,-2-1 0,-2 1-249,6 0 0,-5 3-339,5 1 0,-2 5-86,2-1 1,1 3-160,-5 1 0,1 0-226,-2 0 0,-4 5 78,1 3 0,-2 5-337,-7 3 0,0 4 232,-4 5 0,0-5-44,0 1 1,0-2 131,0 2 1,0 2-49,0-2 0,0-2 44,0 2 1,0-5-16,0 5 1,2-4-24,2 3 0,3-5 78,5 2 0,0-7-201,1-2 0,-5 0 63,0 5 0,-1-1-261,2 0 1,-5 2-207,-8 3 0,-3-2 226,-6 6 0,-6-2-144,-6 1 1,-1 4 97,-7-3 1,4 1-654,-4-2 1,0-2 994,-4-5 0,-1 5 0,1 1 0</inkml:trace>
  <inkml:trace contextRef="#ctx0" brushRef="#br0">15321 3547 7728,'-13'-1'450,"1"-3"0,4 2 623,-1-2-312,7 3-275,-4-5 0,7 5-142,4-3 0,3 1 34,8-1 1,5 2-68,8-2 1,-3 3-392,3 1 1,-3-2-279,-1-2 0,0 3-930,0-3 533,0 2 0,-1 2-758,1 0 1,-4 0 1512,0 0 0,-1 6 0,5 1 0</inkml:trace>
  <inkml:trace contextRef="#ctx0" brushRef="#br0">16090 3435 7728,'0'-8'925,"0"0"1,1 4-842,3-4 1,5 5 258,7-1 1,5 2 315,8 2 1,4 0-240,8 0 0,3 4-126,6 1 0,-6 6-352,-3 1 0,-6 2 108,-2 6 0,-15-3-367,-2 4 1,-12 1 280,-4 7 0,-11 4-531,-9 8 0,-11-2 205,-6 2 1,-1 2-47,-8-2 1,5-4 375,-5-4 1,12-5-103,1 1 1,9-4 344,4-5 0,10-2-127,2-5 1,6-5 66,6 0 1,9-4-66,8 4 1,3-3 45,5 3 0,3-5-243,5 1 0,0-3-118,1-1 0,-1 0-393,0 0 1,0-1 51,1-3 570,-7-3 0,5-11 0,-4-1 0</inkml:trace>
  <inkml:trace contextRef="#ctx0" brushRef="#br0">17070 3708 7779,'5'7'5719,"2"-1"-5094,6-6 0,-1 0-876,0 0 1,6-2 205,3-2 0,8-1-411,4-4 1,3-2 342,1 3 0,-4 1 113,0-1 0,-5 5 0,2-2 0</inkml:trace>
  <inkml:trace contextRef="#ctx0" brushRef="#br0">17082 3894 7779,'-8'0'0,"0"0"0,5 2 2415,-1 2-1419,2-3 0,9 5 66,6-6 0,6-4-1071,10-1 1,4-4 29,8 1 1,-1 1-1641,6-2 0,-2 3 386,1-3 1233,-2-2 0,-6 4 0,1-5 0</inkml:trace>
  <inkml:trace contextRef="#ctx0" brushRef="#br0">18459 3435 7788,'-5'-8'1211,"-4"0"1,0 4-805,0-4 55,4 5-154,5-8 1,5 8-104,4-5 1,11 4-203,5-5 0,10 1 56,2-4 1,2 1-176,6 2 0,-5 4 19,1 5 0,2 5 148,-2 4 1,-5 13 126,-7 7 1,-10 6-99,-6 7 1,-2 2 338,-7 5 1,-1 5-318,-7 0 1,-7 0-57,-6-5 0,1-2 77,3-5 1,5-4-757,0-13 1,5-3 59,-1-10 1,4-5-256,4-3 1,4-9-635,9-8 1,3-11 1461,9-14 0,3-4 0,5-8 0</inkml:trace>
  <inkml:trace contextRef="#ctx0" brushRef="#br0">19079 3324 7788,'-35'18'707,"2"2"1,-2 4-390,6 1 0,-5 8 462,1 8 1,-7 0-897,-2 13 1,0-6 501,0 6 1,5-3-971,0-1 0,6-13 579,11-8 0,7-8-2928,9-9 2293,3-5 0,1-4-288,0-12 928,0-4 0,5-18 0,2 0 0</inkml:trace>
  <inkml:trace contextRef="#ctx0" brushRef="#br0">19340 2729 7788,'25'-6'0,"-2"-1"0,-2-5 0,2 3 405,-2 1 1,-3 1 596,-2-1 1,-2 3-417,-1 5 1,-6 5-201,-3 3 0,-3 9-346,-1 3 0,-4 4 123,0 1 1,-6 1-448,2 3 0,-2-3 238,2 3 0,-2-7 3,6-1 1,0-1-96,4 5 1,0-4 28,0 0 1,1-5 184,4 5 0,1-2-64,7 2 0,3 1 212,1-6 0,-1 2-44,-3-1 0,2-4-78,-3 4 1,2-3 8,-10-2 0,5 2-227,-5 3 1,-3-4-147,-9 4 0,-2 1 129,-10-2 1,-3 2-644,-5-1 0,0-3 367,-5 2 0,5-2-1772,-1-2 2181,3 1 0,-4-1 0,-2 0 0</inkml:trace>
  <inkml:trace contextRef="#ctx0" brushRef="#br0">19923 3634 7788,'-8'0'1543,"-1"0"-481,7 0-251,-4 0-309,6 0 0,11-1-106,6-4 0,6 4-303,6-3 0,3-3-626,5-1 1,2-2 380,2 2 0,-1-3-1270,5 2 0,0-2 224,0-1 1020,-2 0 1,-6-1 0,0 1 0</inkml:trace>
  <inkml:trace contextRef="#ctx0" brushRef="#br0">21064 3225 7788,'-12'0'938,"0"0"1,0-2 299,4-2-852,-3 3 1,8-3 57,-5 8 0,4 4-96,-4 9 0,4 3-72,-5 9 0,5 7-71,-4 5 1,5 2-342,-1-2 1,3-3 97,1-1 1,1-3-101,3-9 0,4-4 195,9-13 0,2-4 12,6-8 1,5-10 131,4-11 0,1-1-104,3-7 1,-1-1-98,0-8 0,-5 8 67,-3-3 0,-5 4 109,-3 0 0,-3 2 54,-6 6 0,-5 2 128,-3 2 1,-9 3-402,-7 6 1,-6 0 33,-7-1 1,0 5-161,0 0 0,-4 4 112,0-5 0,0 7-865,5-3 0,-1 4 431,0 1 1,2 1-1080,2 4 1,-3 3 1569,4 8 0,2 4 0,0 4 0</inkml:trace>
  <inkml:trace contextRef="#ctx0" brushRef="#br0">21995 3076 7788,'0'-7'1896,"-6"1"-852,5 1-231,-5 3-874,12-3 0,2 5 97,9 0 0,-2 1-89,5 3 0,-3 3 54,4 6 0,-1-1 121,5 1 0,-4 5 115,0 2 1,-6 5-118,1 4 1,-2 3 79,-2 5 0,-5 4-78,-3 0 0,-2 2-322,-2-1 1,-2-8 135,-2 3 0,3-8-1531,-3 0 844,2-8 0,9-9-251,6-8 0,5-13 373,6-8 1,1-12 628,0-8 0,0-6 0,0-6 0</inkml:trace>
  <inkml:trace contextRef="#ctx0" brushRef="#br0">22454 3076 7788,'-2'-28'271,"-2"3"1,1 13 40,-5 0 0,0 7-107,-4 1 1,-1 4 279,1 4 0,-2 9-107,-3 8 1,-2 3-59,-6 5 1,-1 0-64,-3 8 0,-3-2-167,-5 6 1,1-2-195,3-2 0,-1-1-145,5-3 0,-4 3-808,4-3 1,1-4 568,8-4 1,2-2-211,5-6 0,1-2 225,-1-7 0,7-4 473,1-8 0,4-3 0,1-5 0</inkml:trace>
  <inkml:trace contextRef="#ctx0" brushRef="#br0">22677 2592 7782,'12'-7'375,"-3"2"110,-1 5 1,2-4 210,6-1 1,-1 1-255,6 4 0,-4 0-330,3 0 1,1 0-7,4 0 0,-6 2-275,-2 2 0,-5 0 183,-4 8 1,2-2-95,-6 7 1,-1 2 26,-7 1 1,-5 4-65,-7 1 1,1 0 298,-6-1 0,2 1-130,-2 0 1,2-2 263,2-2 1,8-3 188,-4-6-305,9 1-53,-2-6 1,13-2-94,6-5 1,5 0-130,6 0 1,5-4-333,0 0 1,6-4-1013,-2 3 1,3-3 188,1 4 1230,0 0 0,6 4 0,1 0 0</inkml:trace>
  <inkml:trace contextRef="#ctx0" brushRef="#br0">23446 3386 8597,'0'-13'1899,"0"5"-1475,0 0 0,3 5-171,5-1 0,7-2 72,14 2 1,9-4-123,7 4 0,3 0-547,2 4 0,5-4 157,3 0 1,1-1-1158,-1 5 0,-3-4 180,-5 0 1004,-12-5 1,4 2-1,-11-6 1</inkml:trace>
  <inkml:trace contextRef="#ctx0" brushRef="#br0">20246 3163 9964,'6'19'366,"-1"6"0,-4 6-302,-1 11 1,4 7-422,0 9 0,0 3-211,-4 1 1,5-2-682,-1-2 1,5-3 1248,0-5 0,2-6 0,1-1 0</inkml:trace>
  <inkml:trace contextRef="#ctx0" brushRef="#br0">23831 3001 8491,'0'13'782,"0"-1"-380,0 1 0,0 6-69,0 6 1,0 2-92,0 10 1,0-1-375,0 10 0,0-1 174,0 5 1,0-2-773,0-2 0,0 0 486,0-4 1,0-1-1460,0-4 1703,0-5 0,0 4 0,0-5 0</inkml:trace>
  <inkml:trace contextRef="#ctx0" brushRef="#br0">24811 3125 7768,'-13'0'237,"5"-1"-237,0-3 334,5 3 1,-4-6 215,3 2-89,3 4 1,-1-3-89,6 8 1,7 4 79,2 9 0,-1 2-29,5 6 0,1 1-33,-2 3 1,5 3-315,-5 5 1,1-4 96,-5 0 1,1-1-390,-1 1 1,1-3 202,-1-5 0,-1-2-320,-3-2 1,2-3 18,-6-6-168,6 1 0,-7-5-601,5 0-432,-5-5 368,2 3 340,-5-6 11,0 0 582,0-6 0,-1 3 213,-3-5 0,-3 5 0,-6-8 0,1 4 0</inkml:trace>
  <inkml:trace contextRef="#ctx0" brushRef="#br0">24922 3274 7768,'0'-12'-71,"-5"-1"1,4 1 116,-4 0 0,4 3 363,1 1 0,-1 1-53,-4-1 0,4-3 105,-3 3 0,3 1 255,1-2 28,-6 1-493,-1-4 0,-5 1 65,-1 3 0,4 2-69,-4 6 0,4 0-69,-8 0 0,-2 1-107,-2 4 0,2 3 114,-2 8 0,2 4-151,-2 4 0,-1 8 103,6 5 1,-1 3-186,5 10 0,3-3-105,1 6 1,5-2 92,-1-1 1,3-4 20,1-1 0,1-12-87,3-4 0,3-8 133,6-9 0,0-5 8,4-3 1,2-4 126,6-4 1,0-4-80,0-9 1,5-2-144,3-6 0,-3-5 117,-1-3 0,2-2-100,-2 2 1,-5-3 29,-3 3 1,-2 2-17,2-2 1,-8 5-35,-9-1 1,-3 1 41,-1 0 1,-1 5 88,-3-1 0,-3 3-64,-6 0 1,-3 5-25,-1 8 0,1-2 20,3 6 1,1 1-353,-1 7 0,1 3-17,0 5 1,-1 5 151,1-1 1,4 7-387,-1-3 1,5-1 150,-4 2 1,5 0-458,-1 4 0,3-2 412,1-2 0,0 2 517,0-2 0,5 2 0,2 2 0</inkml:trace>
  <inkml:trace contextRef="#ctx0" brushRef="#br0">25456 3163 7768,'0'12'0,"0"0"0,-4 2 743,0 3 1,-5 1 315,5 2 1,0 2-523,4-5 1,1 5-447,4-1 1,-1-3 53,8-2 1,-2 1-92,6-5 1,2 3 124,-1-7 1,3 3-274,-3 2 0,4-5-59,-5 0 1,1 1-133,-5 3 1,3 2-123,-2 2 1,0 4 158,-8 4 0,3 3-340,-4 2 0,0-2 236,-4 6 1,0-5-157,0 1 1,-4-4-322,0-5 394,0 4 1,5-16 173,3 0 0,3-8 261,6-8 0,4-6 0,3-11 0</inkml:trace>
  <inkml:trace contextRef="#ctx0" brushRef="#br0">25964 3225 7768,'-12'0'0,"4"0"494,-1 0 1,1 0-115,-4 0 1,-2 0 72,-2 0 0,0 5-107,-4 3 1,-2 9 29,-7 4 1,-3 3-179,-5 5 1,-2 4-416,-2 9 0,-3-2-181,-6 5 1,5-1 318,-1 2 1,6-4-886,-1-4 1,8-7 450,4-2 0,4-4-374,4-4 1,7-9 886,6-8 0,5-2 0,-2-2 0</inkml:trace>
  <inkml:trace contextRef="#ctx0" brushRef="#br0">26399 3361 8026,'-9'1'1379,"1"4"-947,5-4 547,-2 4-591,5-5 0,0-1-116,0-3-69,0 3 1,0-6 21,0 3-9,0 2 0,0-5-222,0 3 89,0 3 41,0-5 0,0 5-130,0-3 112,0 2 47,0-3 44,0 5-71,0 0 55,0-6 46,0 5 1,1-5 143,3 6-75,-2 0-57,3 0-198,-5 0 68,0 0-207,6 0 0,-4 0 131,7 0 0,-5 0 23,4 0 1,5 0 171,3 0 0,8 0-64,0 0 1,7 0-306,6 0 0,1-1 88,4-3 0,-4-3-143,4-5 0,-1 3-227,-4 1 1,2 0-307,-10-5 0,-2 2-376,-6 3 0,1-3-89,-5 3 130,-1-3 0,-5-2 55,-2 1 1009,2 0 0,-10-1 0,4 1 0</inkml:trace>
  <inkml:trace contextRef="#ctx0" brushRef="#br0">26622 2890 7768,'7'-6'290,"-2"5"0,-5-6 264,0 3-183,0 2-34,0-3-347,0 5 205,0 0 178,-5 0-96,3 0-258,-3 0 158,5 0-490,-6 0 73,5 0 1,-4 1-614,5 3 161,0-2 241,0 3-450,0-5 729,0 0 0,5 6 1,2 1-1</inkml:trace>
  <inkml:trace contextRef="#ctx0" brushRef="#br0">26696 2865 7768,'13'0'-195,"-5"0"905,0 0-386,-5 0 1,3 5 167,-6 4 0,0 3-110,0 5 0,0 7-181,0 10 1,-2 7 1,-2 4 1,3 9 90,-3 4 1,-2-2-363,2 2 1,0 3-22,4 1 1,0-7-787,0-9 0,0-8 515,0-1 1,1-2-779,3-10 0,3-5 520,6-11 0,0-4 618,4-5 0,-3 6 0,4 0 0</inkml:trace>
  <inkml:trace contextRef="#ctx0" brushRef="#br0">27602 2952 7768,'-1'-11'330,"-4"2"1,3 0 46,-7 5 1,5-5-112,-4 5 0,4 0 401,-4 4 0,-1 6-226,-3 2 1,0 8-211,-1 5 0,2 8-15,3 4 0,-3 4-45,3 5 0,2 0 32,2 4 1,2 1-468,2-6 1,0 5 122,0-5 0,0-1-116,0-7 0,6-3-810,2-5 1,3 0 482,2 0 0,-1-6-383,1-3 0,0-7 521,4-5 1,-2-3 445,6-1 0,-6-11 0,3-3 0</inkml:trace>
  <inkml:trace contextRef="#ctx0" brushRef="#br0">27800 3187 9917,'2'7'2788,"2"-3"-2387,-3-2 1,10-2-339,-2 0 1,3 0 56,5 0 1,2 0-1163,6 0 1,4-4 350,0 0 691,5-6 0,-2 3 0,5-5 0</inkml:trace>
  <inkml:trace contextRef="#ctx0" brushRef="#br0">28235 3051 7733,'5'-7'532,"-3"0"154,2 3 0,1 1 214,-1-5 0,7 5-390,2-1 1,1-1-97,6 1 1,-3-1-140,3 5 1,1 0-258,4 0 0,-4 5 72,-1-1 1,-5 9-432,2 0 0,-9 3 168,-4 1 0,-2 2-23,-2 6 1,-3 0 69,-5 0 0,-2 4 25,-11-1 1,5 3 220,-5-2 1,6-4-29,-2-1 0,5 0 28,4-8 1,2 1 11,6-5 0,2-3-326,2-1 1,4-5-400,9 1 1,6-4-530,6-4 0,5-7 1122,0-6 0,1-5 0,3 3 0</inkml:trace>
  <inkml:trace contextRef="#ctx0" brushRef="#br0">28718 2989 7733,'7'0'4272,"-1"0"-3617,-6 0 1,1 5-72,3 4 0,3 2-219,6 1 1,-1 6-44,0 3 1,5 6-502,0 2 0,-2 6 183,-7-2 0,2 3-763,-6 1 1,-6 6 530,-6 2 1,-8-2-1008,-5-2 1,-7-4 475,-1-4 1,-5 2-425,1-6 0,1-2 1183,-1-6 0,5-3 0,-2-6 0</inkml:trace>
  <inkml:trace contextRef="#ctx0" brushRef="#br0">6178 5420 7741,'-13'0'0,"1"-4"431,0 0 1,3-5-188,1 5 0,4 1 621,-4 8 0,5 7-353,-1 9 0,2 9 193,2 7 1,0 11-276,0 10 1,0 8-324,0 5 0,0-29 0,0 1 59,0 4 0,0 1 0,2 1 0,1 1-381,-1 4 1,0 0-1,0-1 1,0 0 112,-2 1 0,0-1 0,0 3 0,0-1 104,0-1 0,0-1 1,0-6-1,0-1-497,0-4 0,0-2 0,1 24 310,3-19 0,-1-10-853,5-19 1,-1-6 408,2-14 0,0-5 17,-5-7 0,5-8 95,-5-5 0,1-11-315,-1-1 1,-2-6 831,2-2 0,1-9 17,0 0-17,-1-5 0,-4 7 0,0-4 0,0-2 0,0-3 0</inkml:trace>
  <inkml:trace contextRef="#ctx0" brushRef="#br0">6116 5978 7741,'-18'-43'-139,"6"0"139,-1-2 0,6 0 803,7 7 0,6 0 35,2 9 1,4 1-397,5 8 0,2 3 85,6 9 0,4-2-135,0 6 1,5 0-206,-1 4 1,-1 1 13,1 3 0,-5 3-473,1 6 1,-9 5 11,-3 2 1,-5 5-192,-3 4 1,-5 3-103,-8 5 1,-9 6 246,-7 2 1,-5-2-50,-4-2 1,1 0 7,-5-3 0,6 3-155,-2-12 1,4 0-221,4-17 54,-2-2 1,10-18 667,1-9 0,11-13 0,7-14 0</inkml:trace>
  <inkml:trace contextRef="#ctx0" brushRef="#br0">6848 5283 7741,'12'-4'732,"1"0"1,-5 0-156,0 4 0,-4 0-181,5 0 0,-3 7 276,3 5 1,-4 12-243,-5 9 1,4 10 366,0 6 1,2 6-336,-2 7 1,-1 7-515,1-32 1,0 1 0,-2-1-1,0 1-235,2 4 1,1-1 0,-3-2 0,0-1 209,2 2 1,0-1-1,-2-2 1,-1 0-551,1-2 0,0 0 0,1 1 0,-1 0-156,2 30 0,5-1-628,-5-7 0,0-4 154,-4-9 1257,0-2 0,4-9 0,0 1 0,-1-1 0,-2-1 0</inkml:trace>
  <inkml:trace contextRef="#ctx0" brushRef="#br0">7394 5916 7739,'0'12'0,"0"1"595,0-1-266,-6 1 1,5-5 441,-3 0 527,2-5-480,2 2-200,0-5-418,0-5 1,0 2-166,0-5 1,0 4 135,0-5 0,2 5-22,2-4 32,-3 5-155,5-8 0,-2 4-186,0-5 1,0 4 45,-4-1-722,0 7 391,6-9-140,-5 4 377,4 0 1,-3 0 38,2 3 105,-3 2 402,5-3 173,-6 5-279,0 0 670,5 0-296,-3 0 154,3 0-155,-5 0 601,0 0-899,0 5 1,0 2-36,0 6 0,-4-1-19,0 1 0,-4 4-90,4 4 0,-1 3 37,5 0 1,0 1-245,0 0 1,0 1 88,0 3 1,2-3-479,2 3 1,3-8 94,5-5 0,6-3-35,3-5 0,2-4-71,2-8 0,1-8 148,3-9 1,-1-9-64,5-8 1,-6-4 130,2-8 0,-2 1-17,-3-1 0,-4 4 30,-4 1 0,-8 6 232,-3 2 1,-10 11-9,-3 9 1,-8 8-106,-5 1 0,-8 5-723,-4-1 1,-4 9 327,-5 8 0,-2 2-842,-5 10 1,-1-2 1001,0 10 1,1 0 0,-1 4 0</inkml:trace>
  <inkml:trace contextRef="#ctx0" brushRef="#br0">6178 7491 7742,'-8'-1'423,"-1"-3"1,5 1 315,-4-6-183,5 7 0,-2-1-165,5 11 0,4 7 261,0 14 1,6 9-251,-2 7 1,-1 9 31,1 4 0,-4 5-560,0-28 1,0 0 0,-1 30 58,-1-30 1,0 0-1,4 29-554,-2-6 1,0 1 376,-4-5 0,1-3-231,4-10 0,-3-5-98,7-11-963,-7-6 0,9-8 150,-2-11 1386,-4-11 0,6-8 0,-4-6 0</inkml:trace>
  <inkml:trace contextRef="#ctx0" brushRef="#br0">6265 7578 7742,'0'-25'0,"0"0"574,0 0 0,4 2-162,0 2 1,6 3 266,-2 6 1,7 1-274,2 3 1,3 2-272,-3 6 0,3 2 91,-3 2 0,4 4-178,-5 9 0,-3-2 102,-5 5 0,-4 1-304,4 4 0,-5 4-108,1 0 0,-4 1-308,-4-1 1,-3-3-296,-5 3 0,-1-3 371,1-1 0,0-2-77,-1-2 0,1-4 181,-1-9 1,1-3 132,0-5 0,1-1 257,2-3 0,4-8 0,-1-13 0,-1-7 0</inkml:trace>
  <inkml:trace contextRef="#ctx0" brushRef="#br0">6600 7181 7742,'0'-12'384,"0"-1"1,1 1 328,3-1 0,3 1-225,5 0 0,1 3 150,-1 1 0,5 5-233,-1-1 0,6 3-266,-1 1 1,3 0-126,0 0 0,-3 1-138,0 3 0,-6 3-189,1 6 1,-7 4 242,-5 4 0,-3 4-173,-1 4 1,-5 0 27,-4 8 0,-2-7 19,-1 8 1,-5-10 8,1 1 0,1-4 619,6-4-163,-2-3-247,10-11 1,-3-2-293,8-5 1,7-1 102,6-3 1,5-3-686,-2-6 0,5 1 32,4 0 820,-3-1 0,5 1 0,-7-1 0</inkml:trace>
  <inkml:trace contextRef="#ctx0" brushRef="#br0">7418 7007 7742,'0'7'-98,"2"-1"285,2-6 530,-3 0-328,5 0 1,-6-2 668,0-2-31,5 3-668,-3-5 1,7 12-139,-5 2 0,2 10-8,-2 7 1,-1 7-73,5 9 0,-5 6 72,1 11 1,3 1-369,-3-24 1,0 0-1,3 34 224,-3-34 1,0 0-1,1 33-87,3-6 0,-1-6-431,1-2 0,3-10-518,-3-7 0,-1-6-608,1-11 0,1-2 173,3-5 1402,-5-1 0,4-5 0,-4-1 0</inkml:trace>
  <inkml:trace contextRef="#ctx0" brushRef="#br0">7232 7938 7742,'-16'-1'1015,"-1"1"1,5-1-426,4-3 0,6-6-45,2-10 1,8-8-180,13-13 1,7-5-143,13-7 1,-17 22 0,2 0-363,2-4 1,2-1 0,0 0-1,0 1-53,1-1 1,0 1 0,2-1-1,0 1-220,0 1 0,1 2 1,1 1-1,0 1-1062,-2 3 1,0 0 1472,0 2 0,0-1 0,-2 1 0,-1-1 0,0 2 0,0 0 0,1 2 0,1 0 0,0 0 0,0 1 0</inkml:trace>
  <inkml:trace contextRef="#ctx0" brushRef="#br0">8423 7082 7742,'11'-13'1326,"-2"1"0,3-5-729,0 1 0,6-5-403,7 5 0,4 0 258,0 8 1,5-1 532,0 4 1,-4 1-305,-1 4 1,1 0-271,-1 0 0,0 6-325,-4 2 0,-2 7 14,-2 2 1,-5 1-21,-7-2 0,0 5 88,-4 8 1,-1-2-602,-4 6 1,-3 6-30,-5 7 0,-6 2-337,-11 1 1,0 5 213,0 0 1,-4 4 300,1-5 1,3 1 760,4-4 0,11-7-274,2-6 1,5-11 9,3-10 1,11-7-69,6-5 1,10-4-200,7-4 1,8-5-167,8-7 1,6-7-268,-23 8 1,1 1-1,0-3 1,2 1-230,3 1 1,0 1 0,0-3 0,0 1 320,2 1 0,0 1 1,0-1-1,1 2 395,1 2 0,1 1 0,0 0 0,0 1 0,0 2 0,0 0 0,0 1 0,-1 0 0,-1 1 0,0 0 0</inkml:trace>
  <inkml:trace contextRef="#ctx0" brushRef="#br0">3833 9426 8199,'-25'0'316,"6"-4"179,3 0 1,-2-5-103,1 5 1,1-6 1483,3 2-1364,6 3 0,3-5 306,8 6 0,14 0-343,11 4 1,8 5 191,9 4 1,5-3-252,11 3 1,-1-5-409,-4 4 1,0-5-474,-3 1 0,-7 2 386,2-2 0,-3 0-516,-1-4 0,-3 0 405,-9 0 0,-9 0-4143,-7 0 2374,-3 5 1958,-7 2 0,-18 11 0,-10 1 0</inkml:trace>
  <inkml:trace contextRef="#ctx0" brushRef="#br0">3722 9748 7672,'-6'13'1486,"5"-5"-1006,-3 0 1,2-4 349,2 5 0,7-5-323,6 4 1,11-4 494,14 4 1,0-5-471,8 1 0,-1-2-168,5-2 0,3-2-434,1-2 1,0-3-398,-4-5 0,-1-6-1154,1-3 0,-6-2 954,-3-2 1,-8 0 666,-4 0 0,-2-5 0,-3-2 0</inkml:trace>
  <inkml:trace contextRef="#ctx0" brushRef="#br0">4143 9128 7672,'-8'-8'0,"0"0"0,5 3 1961,-1-3-1391,3 5 0,7-2 113,7 5 0,6 0 172,10 0 1,0 5-382,8 4 1,-2 3-155,6 5 0,-1-2-114,1 5 0,-3 3-642,-1 5 0,-1 0 358,-7 5 1,0 2-343,-5 6 0,-4 2 226,-4 2 1,-7 2-333,-5-6 1,-4 6 141,-4-1 1,-3 0 74,-6 0 0,-5-3 273,-2-6 1,0-1-46,0-3 1,-1-3 56,-4-5 1,4-4-68,1-1 0,-1-5-919,-4 2 1,2-3 41,2-2 968,-2-5 0,-2 4 0,-7-4 0</inkml:trace>
  <inkml:trace contextRef="#ctx0" brushRef="#br0">6674 9897 7672,'-4'-12'912,"0"-1"0,0 1-366,4-1 0,1 0 75,3-4 1,9-2-80,7-6 0,9-1 68,4-3 1,3 3-211,1-3 1,5 7-98,-1 1 1,5 7-359,-5 2 1,-1 5 92,-7 7 0,-3 7 168,-5 5 0,-4 12 0,-1 9 0,-6 3-13,-1 1 1,-2 1-40,-7 4 1,0-1-116,-4 9 1,0-8-270,0 8 1,-6-7-505,-2 2 0,-2-1 494,2 2 1,-1-9 235,4-8 0,1-4-1101,4-5 1,2-3 460,2-9 0,3-2-755,5-6 0,6-6 135,3-2 1264,2-14 0,2-4 0,0-11 0</inkml:trace>
  <inkml:trace contextRef="#ctx0" brushRef="#br0">7418 9500 7672,'-5'-7'2193,"-2"-2"-1804,-5 5 0,-1 1-128,1 7 0,-6 4 639,-3 9 0,-4 8-388,-4 8 0,2 8-358,-6 4 0,-4 13-244,16-27 0,0 0 0,1 1 0,0 0-230,-13 26 1,3 1-252,5-5 1,0-2-619,0-7 1,10-3 146,3-9 1,6-8-60,-2-9 1101,5-8 0,-2-8 0,5-6 0</inkml:trace>
  <inkml:trace contextRef="#ctx0" brushRef="#br0">7654 9178 7672,'21'-17'690,"-1"1"1,-3-2 4,4 1 0,-2 5 332,2-1 0,-3 2 594,-6 7-1159,0 0 0,-1 5-124,-2 4 0,-4 2-133,-5 5 1,-5 6-148,-4 3 1,0 2 85,0 2 1,-2 0-547,3-1 0,1 1 96,-1 0 1,5 0-203,-1 0 0,3-2 46,1-2 1,5 2 181,4-2 0,7-3 204,5-2 0,-2-3-109,2-5 1,-1 3 204,5-3 0,-1-2-7,-4-2 1,-2 1 260,-5-1 1,-5 6-219,0-2 0,-6 8-215,-2 0 0,-7 5-427,-10-5 1,-2 6 233,-6-1 1,4-3-316,1-2 0,-1-2 246,-4-1 0,2-2-527,2-3 0,-1 2 948,5-6 0,-5 0 0,3-4 0</inkml:trace>
  <inkml:trace contextRef="#ctx0" brushRef="#br0">8349 10083 7672,'14'0'0,"2"0"0,-1 0 1313,6 0 0,1 0-582,7 0 1,3-5-193,5-4 1,0 2-724,0-1 1,1 0-832,-1-5 0,-4 1-1485,0 0 2500,-6 5 0,4-4 0,-6 4 0</inkml:trace>
  <inkml:trace contextRef="#ctx0" brushRef="#br0">8981 9711 7672,'20'0'492,"-4"0"1,-1 0-247,2 0 0,2-1 868,6-3 1,0 2-395,0-2 1,-5 3-158,1 1 0,0 0-625,4 0 0,-6 5 102,-3 3 0,-7 3-686,-5 2 1,-3 5 448,-1 2 1,-1 9-179,-3 4 1,-9 5 187,-7 3 0,-8 3-258,-1 6 0,0-6 364,4-3 0,6-4 453,3-4 1,-1 0 366,5-8 0,2-3-385,10-9 1,1-6 81,3-3 0,9-3-108,8-1 1,3-1-187,5-3 1,8-3 75,9-6 1,1 2-972,-2 3 1,2-2-376,-5 6 1,2 0 1127,-7 4 0,8-5 0,-6-2 0</inkml:trace>
  <inkml:trace contextRef="#ctx0" brushRef="#br0">11363 9711 6480,'-4'8'799,"0"1"1,0-1-139,4 4 0,0 6 105,0 3 1,4 8-393,0 4 0,4 3-192,-3 1 0,0 6-520,-1 2 0,-2-6 260,2-2 0,-1-10-147,1-2 0,-3-5 224,3-8-1314,3-5 0,-1-9 1315,2-10 0,3-6 0,-4-7 0</inkml:trace>
  <inkml:trace contextRef="#ctx0" brushRef="#br0">11276 9537 7672,'0'-12'212,"0"0"0,0 3 351,0 1 0,2 1-684,2-1 0,7-2 28,6 6 0,6 0-568,2 4 1,1 0 660,7 0 0,6-6 0,5 0 0</inkml:trace>
  <inkml:trace contextRef="#ctx0" brushRef="#br0">11934 9488 7672,'0'7'2009,"0"4"0,-4-4-1447,0 5 0,-6 0-157,2 1 0,1 3-158,-1 1 0,-1 5-459,-3-1 0,4 2 209,-1 2 0,7 2-29,-2-2 1,2 3-81,2-8 1,7 0-205,5 0 1,2-6-55,7-1 0,0-2 131,3-7 0,5 0 175,0-4 1,-1 0-52,-7 0 0,-4 0 240,-4 0-83,-1 5 1,-5-2 48,-3 5 1,-4 1-148,-4 3 1,-7 2-61,-5 2 1,-6 0-342,1 4 1,-3-5 169,0 2 0,3 1-678,0-2 0,2 1 61,-2-5 904,3 1 0,-5-1 0,-3 1 0</inkml:trace>
  <inkml:trace contextRef="#ctx0" brushRef="#br0">13795 9575 8611,'5'-7'2262,"-3"3"-1739,2 8 0,-3 4-47,-1 9 1,0 7-142,0 9 1,-1 9-173,-3 3 0,-3 2-267,-6-1 1,1-1-399,0-8 0,-1 2-1158,1-10 0,5-6 121,3-6 1539,2-4 0,-3-11 0,-2-4 0</inkml:trace>
  <inkml:trace contextRef="#ctx0" brushRef="#br0">13782 9438 7672,'0'-20'891,"0"-1"1,5 6-396,-1-2 0,5 3 91,0 2 1,2 1-283,1 3 1,0-2-239,1 6 1,3 0-1312,1 4 1,1 0 626,-2 0 0,-6 5 617,2 4 0,-2 2 0,2 1 0</inkml:trace>
  <inkml:trace contextRef="#ctx0" brushRef="#br0">14093 9426 7672,'12'0'549,"0"0"1,1 0-208,-1 0 0,1 0 981,-1 0 0,4 1-536,1 3 0,1-1-230,-2 5 1,0 2 126,4 7 0,-5-2-278,2 5 1,-5 1-265,-3 4 1,-2 1 75,-3 3 0,-3 1-312,3 3 1,-8 3 114,-4-3 0,-7 3-534,-2 1 0,-4-1 83,5-3 1,-1-3-41,5-5 1,0-5-164,-1-4 67,1-2 324,5-7 1,1-7-2,6-8 1,2-5-235,2-3 0,4-5 112,9-8 1,1 1-549,2-5 0,2 2-253,-5-2 0,4-3 1166,-5 3 0,1-3 0,-5-1 0</inkml:trace>
  <inkml:trace contextRef="#ctx0" brushRef="#br0">14514 9451 7672,'0'-13'547,"0"1"-430,0 5 196,0-4 347,0 4-157,0 0-265,6 2 0,-1 10 50,4 3 1,2 1 153,-3 3 1,-1-2-33,1 6 1,-1 2-165,1-1 0,-1 5-77,-3-2 1,-2 4 35,2 1 1,-3-1-257,-1 1 1,0 0 109,0 0 1,0 0-309,0-1 0,-4 0 17,0-3 0,-4 1-126,3-6 0,0 1 622,1-5-175,2-5 1,-2-3 126,8-8 0,-1-4-65,5-9 1,5-4-121,3-7 0,5 0 87,-4-5 0,5 5-403,-2-1 0,4 3-233,1 1 1,-1 2-475,1 2 0,-1 3 614,-4 6 1,2 5 31,-5 3 0,-1 3 346,-3 1 0,5-6 0,1-1 0</inkml:trace>
  <inkml:trace contextRef="#ctx0" brushRef="#br0">14415 9500 7672,'12'-7'0,"-1"-4"89,-2 3 0,0 1 323,-4-1 51,4 0 0,-7-1 92,2 1 1,-3 4 211,-1-4-470,0 5-91,0-3 0,0 8-28,0 2 1,0 3 15,0 5 0,-1 6-279,-3 3 0,1 2 116,-5 2 1,-1 0-440,-3 0 0,-1-1-91,1 1 0,0 1-263,-1 3 1,1-2-375,-1 1 1,1-5 294,0-3 841,-1 1 0,1 4 0,-1-1 0</inkml:trace>
  <inkml:trace contextRef="#ctx0" brushRef="#br0">15197 9661 7672,'-13'-1'127,"1"-3"0,4 3 309,-1-4 107,1 4 1,-4-3 69,-1 0 0,5 0 233,0 4 0,3 0 674,-3 0-636,5 0-500,-2 0 0,6 0-190,3 0 0,9 0-181,8 0 1,3-6 144,5-2 0,2-5-665,2-3 1,1 1 83,-5-6 1,0 5-304,-4-5 0,-2 6-733,-2-2 1034,-9 3 1,-7 3 141,-10 3 0,-3 3 89,-8 5 0,-5 1 155,-8 3 0,1 3-86,-5 5 0,6 1 275,-2-1 0,3 5 47,1-1 0,0 5 159,0-5 0,6 7-86,2-3 0,4 5-73,0 4 1,6-2-662,3 7 0,4-3 233,4 2 0,3 2-927,6-6 0,4-2 522,4-6 0,8-5-69,4-7 705,3-4 0,1-10 0,0-2 0</inkml:trace>
  <inkml:trace contextRef="#ctx0" brushRef="#br0">15680 9575 7672,'-31'19'295,"0"0"129,7-2 0,0 2 450,3 6 1,-2 4-383,2 0 1,2 5-192,-2-1 1,10-2-108,-1-3 0,8-7 519,0-4 0,5-5-254,7-4 0,2-2-606,11-6 1,1-11 40,7-6 0,2-6-37,7-6 0,-3 1-644,-2-5 1,2 0 353,-6-4 1,5-2-205,-1-2 1,-2 3 69,-2-4 1,1 2 308,-1-1 1,0-5 51,-4-7 0,-6 2 370,-2-3 0,-5-1-108,-4 1 1,-2 4 64,-6 5 1,-2 11 649,-2 0 1,1 14-29,-5 7 90,0 6 0,-3 14-315,3 6 1,-3 6-92,2 10 1,-2 3-114,-1 5 1,-1 6 118,1 2 0,-2 5-303,-2 3 0,2 4-376,-3 5 0,2 0-310,-1 0 1,2 0 29,-3 0 0,4-1-1423,0-3 1,6-5 870,3-7 1,3-10-737,1-12 1814,11-4 0,-6-9 0,12-3 0,-1-3 0</inkml:trace>
  <inkml:trace contextRef="#ctx0" brushRef="#br0">16040 9624 7672,'0'8'963,"0"1"0,0-1 11,0 4 1,-1 2 186,-3 3 0,1 1-430,-5 2 1,5 4-299,-1-4 1,2-2-475,2-1 0,0-3 68,0-2 0,2-5-569,2-3 1,8-4 392,9-4 1,2-4-964,2-9 1,-1-2 224,-4-6 1,8-4-33,-3 0 1,-2 0 602,-2 4 1,-6 1 97,1-1 0,-3 1 687,-5 4 1,-1 2-260,-3 5 151,-2 7 0,-1 1-226,-5 10 0,-6 7 901,2 9 0,-3 2-194,-2 2 1,1 5-184,0 3 0,1-2-516,2-3 0,0 3 63,5-2 0,-1 0-1195,5-5 0,0 0 647,0-3 0,2-4-354,2-4 1,3-6 246,5-3 1,6-4-1090,3-4 1,6-3 1537,2-6 0,6-4 0,-4-3 0</inkml:trace>
  <inkml:trace contextRef="#ctx0" brushRef="#br0">16648 9550 7736,'-6'-7'2968,"0"1"-2209,-7 6 0,1 2 673,-1 2 0,1 6-697,0 10 1,-2 2 250,-3 11 1,5 0-469,-1 5 1,2-1-116,7 0 0,0-4-281,4 0 1,0-2-334,0-3 0,6 0-814,2-11 0,8-1 697,5-4 0,3-5-1550,0-2 0,1-7 801,0-6 1,0-2-696,0-10 0,-1-1 935,1-4 0,0-1 837,0-3 0,5-3 0,-4-5 0,5 0 0</inkml:trace>
  <inkml:trace contextRef="#ctx0" brushRef="#br0">16871 9699 7672,'-12'19'758,"-1"-3"0,5 0-264,0 0 0,0-1 581,-5 6 0,1-4-499,-1 3 1,7-5 133,1 2-648,4-3-306,1-2 1,6-5-1049,2-3 0,3-4 398,1-4 894,6-8 0,-4-8 0,4-5 0</inkml:trace>
  <inkml:trace contextRef="#ctx0" brushRef="#br0">16971 9190 7672,'-7'-5'3897,"0"2"-969,3-5-2310,2 5 1,-2-4-579,8 3 0,3 2-1406,6-2 0,3 3 846,1 1 1,5 0-582,-2 0 0,-2 0 1101,-1 0 0,2-6 0,0 0 0</inkml:trace>
  <inkml:trace contextRef="#ctx0" brushRef="#br0">17504 8756 7672,'5'-12'0,"-2"1"1028,6 2 225,-7-2 1,4 15 152,-6 1 1,0 10-726,0 5 1,-6 11 225,-2 6 0,-3 3-411,-1 10 1,-1-4-66,1 8 1,-6 3-371,-3 1 0,-2 5 1,10-28 0,1 0 1,-13 30-750,13-30 0,-1 0 0,-12 30 517,1-3 0,0-4-714,4 0 1,3-18-76,9-7-811,2-11 1239,6-15 0,6-6 209,2-5 0,7-6 322,2 2 0,5-2-132,-2 2 0,3 3 547,-3 5 0,4 0-490,-4 0 0,2 0 437,-1 0 1,-3 1-227,-6 3 1,-3-1 467,-1 5 1,-5 0-272,1 5 0,-4-1 64,-4 1 0,-3 0-40,-6 4 0,-5-2-134,-2 6 0,-8-6-163,-1 1 0,0 1-210,4-5 0,1 4-696,-1-8 0,6-3 453,2-1 0,5-4-1163,3-4 1,4-8 751,5-9 0,11-9-856,5-7 1660,6-11 0,9-9 0,0-5 0</inkml:trace>
  <inkml:trace contextRef="#ctx0" brushRef="#br0">17827 8855 7672,'8'0'485,"0"0"0,-5 2 628,1 2 0,-3 8-161,-1 9 0,-1 9 129,-3 7 0,-3 10-481,-5 7 0,-1 5-649,1-1 1,3 7 110,1 1 1,7-31 0,-1 0 38,-2 31 1,3-5-638,1-7 0,1-9 383,3-3 0,5-12-500,7-9 0,-1-5 27,6-12 1,4-1-135,4-7 0,4-3 258,-4-5 1,4-6 447,-4-3 0,-2-1-337,-6 1 1,-3-1 128,-6 6 0,-1 3 391,-2 5 0,-4 4-206,-5-4 740,0 5 0,-1-3-47,-3 6 1,-3 5 284,-6-1 1,-3 5-317,-1 0 1,-3 2-196,3 1 1,-5 0-100,1 1 1,-1-1-98,2 1 0,-2 3-166,5 1 0,1-1 118,3-3 1,6-1-437,3 0-95,3 1 0,2-1-458,3 1 0,9-6-784,7-3 0,5-3 763,4-1 0,8 0-766,9 0 1630,-3-5 0,10-2 0,-2-6 0</inkml:trace>
  <inkml:trace contextRef="#ctx0" brushRef="#br0">22429 8880 7222,'-12'0'1555,"-1"0"-57,1 0 144,5 0-1139,1 0 1,9-1 447,5-3 1,9 1-440,16-5 1,11-1-54,14-3 0,-23 3 1,0 0-471,2-1 1,1-1 0,0 2 0,1-1 100,-2 0 1,0-1 0,-1 2 0,0-1-519,30-11 0,-2 3 325,-15 6 0,-9 5-119,-15 3 1,-10 4 177,-7 4 1,-8 7-858,-4 6 0,-4 6 260,-13 2 1,-1 5 27,-7 7 1,3 2 303,-3 2 1,-3-1 488,-1 6 1,-2-1-81,-3 5 1,5 0-380,0-1 0,0 1 478,-4-1 1,-2 2-132,-2 3 1,2-3 64,-2 3 0,2-3 10,2-2 0,1-3 23,3-1 0,4-10 24,9-2 1,3-7 59,9-5 0,2-3 294,6-6 0,11-5-188,6-3 0,12-3 403,8-1 1,6-6-360,6-7 0,5 1-330,0-5 1,5 2 124,-1-1 0,-1 0-393,0-4 0,-4 5-258,1-2 1,-5 3-526,-3 2 1,-4-1-714,-4 1 0,-7 0 811,-2-1 1,-8 2-545,-4 3 1,-2-3 1426,1 3 0,-2-9 0,4-2 0</inkml:trace>
  <inkml:trace contextRef="#ctx0" brushRef="#br0">23459 8905 7718,'-21'-15'258,"0"2"0,1 8 434,-5-3 0,1 5-49,4-1 1,-4 12-250,4 4 1,-5 13-17,-4 0 1,-2 12-142,-2 0 0,-2 10-29,1 3 1,-1 1-236,-3 7 1,1-2-320,0 2 0,1 1-124,3-5 0,-1-2 331,5-6 1,1-1-1199,7-7 1,3 0 551,6-9 1,5-1-408,3-8 1192,3 4 0,1-16 0,0 3 0</inkml:trace>
  <inkml:trace contextRef="#ctx0" brushRef="#br0">23769 8880 7760,'-7'0'2071,"3"-4"-1379,8 0 0,10-2-242,10 2 1,12 1 251,10-5 1,7 4-273,5-4 0,3-1-1016,1-3 1,-1 0 476,-3-1 1,-5 1-360,-7-1 0,-9 5-2839,-8 0 2039,-8 5 1268,-9-8 0,-12 10 0,-7-5 0</inkml:trace>
  <inkml:trace contextRef="#ctx0" brushRef="#br0">24091 8905 7760,'-12'21'0,"-1"-1"0,2 1 485,3 4 0,-2 5-91,6 3 1,-4 3 380,4 1 1,-4 0-304,4 1 1,-6 0 166,2 3 1,1-2-247,-2 2 1,7-8-47,-2-4 0,2-2-171,2-3 1,2-2-129,2-5 1,3-2-395,5-11 1,6 0 298,3-4 1,6 0-1164,2 0 0,0-5 572,-4-3 0,1-5-2052,3-3 2690,-3 2 0,10-10 0,-4 5 0</inkml:trace>
  <inkml:trace contextRef="#ctx0" brushRef="#br0">24674 9029 7706,'0'18'1979,"-1"0"-1665,-3 2 1,2 2 43,-2-5 1,4 5-250,4-1 0,-1 2 1503,5 2 0,5-2-752,3-2 1,8-2-755,1-2 0,1-7-15,7 2 1,-4-7-1477,4 4 0,0-7 19,4 3 0,-5-4-614,-3-1 1,-3-10 1979,-1-2 0,0-14 0,-1 0 0</inkml:trace>
  <inkml:trace contextRef="#ctx0" brushRef="#br0">25171 8843 7706,'-25'0'0,"-1"5"892,-3 4 1,-5 4-354,-7 8 0,-3 8-152,-6 17 1,22-23 0,0 2-440,-3 5 0,0 2 0,0-3 0,0 1 288,-2 3 1,0 0 0,3-4 0,2 0-34,0-2 1,2 0-1,-19 22-92,3-3 0,10-5-1170,8-8 1,6-7 214,9-5-1876,4-6 2720,16-2 0,-8-2 0,8-4 0</inkml:trace>
  <inkml:trace contextRef="#ctx0" brushRef="#br0">25344 8855 7663,'13'-5'316,"-1"-4"1,5-2 334,-1-1 0,8 0 637,0-1 1,5 1-595,4-1 1,5 1-311,-1 0 0,0 1-254,4 2 1,2 0 20,-2 5 1,-1 1-105,-7 7 0,-8 7 121,-8 6 1,-5 9 133,-4-1 0,-2 9-73,-6 3 1,-6 2 71,-2 6 1,-8 5-19,-5 4 1,-2 1-168,-2-2 0,-4-2 9,0 3 0,-4 1 25,4-1 1,4-6-372,4-6 1,6-4 208,-1-1 1,6-10-583,2-7 0,4-10 169,-5-6 0,5-3-121,-4-1 0,-2-1-510,-6-3 1,-1 1 450,-8-5 1,2 5-77,-10-1 1,3 3 180,-8 1 1,2-5-1347,-9 1 1846,-6 0 0,-11-1 0,-7-2 0</inkml:trace>
  <inkml:trace contextRef="#ctx0" brushRef="#br0">20035 9513 7795,'-13'0'387,"5"-5"-154,0 1 1602,-1-5-1273,3 2 1,1 0 327,10 3 0,1 8-385,7 4 1,3 10-148,1 7 0,-1 0-51,-3 4 1,-2 1-102,-3-1 0,3 0-338,-3-4 0,4-2 175,0-2 1,-4 1-1031,0-6 1,-5 1 195,1-5-2869,3-5 2038,-5-1 1622,3-12 0,-10-6 0,-2-8 0</inkml:trace>
  <inkml:trace contextRef="#ctx0" brushRef="#br0">20072 9178 7727,'0'-13'1337,"0"1"0,7 4-996,5-1 0,2 5-81,7-4 1,-1 5-877,5-1 1,4 3-109,0 1 0,0 4 724,-4 0 0,0 11 0,-1-1 0</inkml:trace>
  <inkml:trace contextRef="#ctx0" brushRef="#br0">20469 9401 7727,'-4'8'522,"0"1"1,-1-1-262,5 4 1,0 1 679,0-1 0,0 6-384,0 3 0,2 2 208,2 2 0,-1-2-302,5-2 1,0 1-534,5-6 1,-1 1-101,0-5 0,2-1-138,3-2 0,2-5-471,6-8 1,0-9 445,0-7 0,-1-4-94,1-1 1,-4-4 22,0 1 1,-2-6 275,1 6 1,-2 4 189,-5 8 0,-5 2 627,0 1 627,1 1-1001,-2 5 1,-1 7 232,-1 8 0,-4 8-181,3 0 1,-3 6 13,-1-1 1,5 2-118,-1 2 0,0-2-166,-4-2 0,4 3-535,0-4 1,4 4-796,-3 0 0,3 0 1232,-4-3 0,6 2 0,-4-4 0</inkml:trace>
  <inkml:trace contextRef="#ctx0" brushRef="#br0">22280 10331 7727,'7'0'1610,"-2"0"0,-5-1-1118,0-3 0,2 2 195,2-2 0,-1 10-286,5 6 1,0 6-152,5 7 0,0 5-38,4 3 0,-2 7-163,6 1 1,0 1-27,3-5 1,7 0-123,2 0 1,3-9-195,1-3 1,0-14 191,0-3 1,0-5-494,1-3 1,-3-2 266,-1-2 0,0-3-36,-5-5 1,4-6 27,-4-3 1,4 2 137,-4-2 1,4 1 76,-4-5 1,6-1 148,-2-3 1,2 1 154,3-5 1,4 2-292,4-3 0,3 0 268,5 5 0,3 2-26,5 6 1,-2 8 77,-2 9 0,3 3-51,-3 1 0,-3 7 57,-1 5 1,-9 6 35,-3 7 1,-5 1 115,-4 3 0,-4 1 28,-8 3 1,-9 3-65,-8-3 1,-3 5-346,-1 3 1,-1-2 83,-3 2 0,-2 2-507,-2-2 1,3-4 285,5-4 0,2-11-212,7-1 1,3-11 254,9-6 0,4-4-205,-1-4 1,1-7-68,4-6 1,-1-5 32,1 1 0,-2-6 325,6-2 1,-4-6-92,4 2 0,-4-3 59,4-1 0,3-4-50,1 0 1,7 1-153,-6 6 0,6 0 135,-3 5 0,9 2 12,-5 6 1,1 8 325,-9 9 1,-1 10-138,-3 6 0,1 6 746,-5 7 0,0 0-416,-4 0 0,5-1 711,3 1 1,9-6-518,3-2 1,4-5-433,0-3 1,6-5-122,3-8 1,8-3-191,-31 1 1,1-1-1,-2-1 1,1-2-243,0 1 1,0-2 0,30-13 328,-32 12 1,0 0 0,32-12-2024,-8 3 1,-7 5 2070,-21 8 0,0 2 0,-8 6 0,2 0 0</inkml:trace>
  <inkml:trace contextRef="#ctx0" brushRef="#br0">4553 12278 7236,'-13'-5'-162,"1"3"0,0-7 531,-1 5 1,1-2 29,-1 2 0,5 3-147,0-4 0,4 4 997,-5 1-28,1 0 229,-4 0 131,5 0-636,1 0-506,23 0 0,-2 0-151,14 0 0,3 0-210,1 0 0,7 0 122,1 0 1,5 0-426,-5 0 0,6 0-126,-2 0 1,-1-1-366,2-3 1,-5 2 30,5-2 1,-8 3-573,0 1 1,-7 0-220,-6 0 0,-6 0 199,-2 0 1277,-3 5 0,-7 2 0,-2 6 0</inkml:trace>
  <inkml:trace contextRef="#ctx0" brushRef="#br0">4528 12539 7736,'-17'0'922,"1"0"-461,-1 0 220,10 0 1,5 0 322,10 0 0,7 4-497,14 0 0,4 0-30,9-4 1,2 0-82,5 0 1,1 0-727,-1 0 0,-3 0 265,-1 0 1,0-1-235,0-3 0,2 1-261,-6-5 1,1-1-656,-5-3 0,0-2 1215,0-2 0,0-4 0,1-4 0</inkml:trace>
  <inkml:trace contextRef="#ctx0" brushRef="#br0">5024 12055 7736,'-5'-12'1125,"3"-1"-844,-2 1 0,8-1 420,5 1 0,7 4-254,5 0 1,2 5 144,2-1 1,9 4-39,4 4 0,6 3-189,-3 5 1,1 6-377,-5 3 0,0 6 89,0 2 1,-5 6-459,-3-2 0,-9 3 302,-3 1 1,-3 1-501,-2 4 1,-5-8 210,-3 3 1,-4-4 106,-4 0 0,-8 3 143,-9-3 0,-2-1-75,-2 1 1,-6-1 253,-2 1 0,-2 1-43,-3-5 1,0 4-490,-4-4 0,4 0 252,-4-4 1,0 0-909,0 0 0,2-7 1126,7-6 0,3-1 0,5-7 0,0-1 0,1-2 0</inkml:trace>
  <inkml:trace contextRef="#ctx0" brushRef="#br0">6773 12464 7736,'0'-12'572,"0"0"1,0 3-235,0 1 1,0 0 495,0-5 1,7-3-323,6-1 1,0-3-183,8 3 1,5-1-144,7 2 1,5 0-1,3-4 0,2 6-137,2 2 1,-2 5 112,-6 7 0,0 1-202,1 3 0,-12 10 84,-6 11 1,-4 1 55,-4 7 0,-5 6-3,-3 6 0,-3-1-21,-1 2 0,0-1-91,0 5 1,-4 5-336,0 3 1,-1-4-138,0-5 1,4-6 251,-3-10 0,4-8-651,4-9 609,3-7 0,9-9-919,1-9 0,4-7 547,-5-5 0,5-6-532,-5-2 1180,7-6 0,-8 1 0,5-4 0,1 4 0</inkml:trace>
  <inkml:trace contextRef="#ctx0" brushRef="#br0">7530 12117 7736,'-12'0'1512,"-5"6"-841,1 2 0,-6 6-13,1 6 0,-4 7-97,-4 10 1,-7 12-357,16-20 1,-1 0 0,-4 3 0,0 1-353,2 2 0,1 0 1,-3 1-1,0 0 247,4-3 0,1 0 0,-1 0 1,2-1-447,-14 26 1,4-5 350,8-7 0,9-5-1263,8-8 0,2-8-1064,2-8-30,0-4 2352,6-17 0,1-4 0</inkml:trace>
  <inkml:trace contextRef="#ctx0" brushRef="#br0">7704 11894 7736,'16'-13'1100,"1"1"1,1-2-474,-2-2 1,2 3 212,3 1 0,1 0-357,-6 3 1,1 4 1263,-5 1-1254,1 2 1,-2 4-272,-3 2 1,-2 3-481,-6 5 1,-2 7 253,-2 6 1,-3 1-199,-5 7 1,-1-1 236,1 1 0,0-1-450,-1-3 1,5-3 90,0 3 0,5-4-213,-1-5 1,2 2 160,2-5 0,6 4 145,2-5 1,7-3 369,2-5 1,5-1-94,-1 1 0,-3 2 404,-2-6 0,-2 5-237,-2 0 0,-5 2 1,-3 1 0,-2 1-12,-2-1 0,-10 4-154,-2 1 1,-5 4-206,1-5 1,-2 5-410,-3-5 0,-1 1-816,5-5 0,-1 1-96,2-1-556,2 1 2034,-4-1 0,6 0 0,-1 1 0</inkml:trace>
  <inkml:trace contextRef="#ctx0" brushRef="#br0">8312 12576 12208,'12'0'1240,"0"0"1,6 0-784,3 0 0,12-4-906,4 0 1,3-6 335,-3 2 0,5-2-619,-1 2 0,1-2-395,-5 6 1,-7-4 1126,-5 4 0,0-6 0,-6 3 0</inkml:trace>
  <inkml:trace contextRef="#ctx0" brushRef="#br0">8870 12353 7736,'16'0'474,"1"0"1,4-2-96,-5-2 1,6 3 973,-1-3 0,1-2-609,-1 2 0,5 0 268,-6 4 0,7 1-473,-7 3 0,2 2-224,-1 2 1,1 7-265,-5-2 0,-2 3-186,-7 1 0,2 2-43,-6 6 1,0 5 194,-4 3 1,-10 3-509,-2 1 0,-7 1 179,2-1 1,-4 0-179,5 0 1,-5-1 125,5-3 0,-1 2 190,5-7 1,5 0 110,3-7 308,2-3 1,4-11-19,2-3 0,7-3-107,5-1 1,6-1 8,-1-3 0,3-3-57,0-6 0,5 5-925,0 0 1,2-1 427,-2-3 0,-2 0 425,6-1 0,0 1 0,4-1 0</inkml:trace>
  <inkml:trace contextRef="#ctx0" brushRef="#br0">11649 12576 7736,'12'-7'3080,"0"8"-2096,1 12 0,-5 9-424,0 7 0,-5 9-198,1 0 1,-2 3-367,-2 0 0,-4-2 106,-1 2 1,-3-4-366,4-3 0,0-10-1444,4-7-1779,0-3 1818,0-7 1668,0-7 0,0-13 0,0-6 0</inkml:trace>
  <inkml:trace contextRef="#ctx0" brushRef="#br0">11748 12278 7736,'7'-5'2311,"4"-1"-1653,-3-2 1,3-3-315,2 3 1,4-2-498,4 2 0,3-2 189,0 6 1,7 0-37,2 4 0,8 0 0,3 0 0</inkml:trace>
  <inkml:trace contextRef="#ctx0" brushRef="#br0">12480 12514 7736,'-24'11'1082,"4"-3"1,-4 3-596,4-2 0,0-3 1196,0 3 0,4-2-805,0 1 0,1 3-83,-2-3-1009,9 3 1,-3 2 200,11-1 1,0 0-8,0 1 1,10-1 107,2 1 0,5-1-506,-1 0 1,3-1 82,6-2 0,0 2-186,0-3 0,2-1 206,-2 1 0,5-1 161,-9 1 1,4-1 210,-8-3 0,-1-1-68,-4 5 0,1-4-133,-1 5 70,-5-1 0,-3 4-268,-8 1 1,-7 3 11,-5 1 1,-6-1-270,1-3 1,-3-1-504,0 1 0,-1 3 537,0 1 1,0-2 564,0-7 0,1 9 0,-1-4 0</inkml:trace>
  <inkml:trace contextRef="#ctx0" brushRef="#br0">13981 12638 7736,'1'21'1570,"3"-1"1,-1 1-1200,5 4 1,-3 1-121,3 3 1,-1 3 583,1 5 0,2 1-337,-6 4 0,0-4-506,-4 4 1,0-8-321,0-1 1,0-9-308,0 0 1,0-6-774,0 3 1,0-10 201,0 1-505,0-7 1711,0-5 0,0-7 0,0-6 0</inkml:trace>
  <inkml:trace contextRef="#ctx0" brushRef="#br0">14043 12340 7736,'4'-12'977,"0"0"1,2 3-175,-2 1 0,3 0 35,5-5 0,2 1-789,2 0 1,0 3 19,4 1 0,1 5-1488,4-1 1,-2 4 362,-2 4 1056,2 3 0,-3 11 0,4 1 0</inkml:trace>
  <inkml:trace contextRef="#ctx0" brushRef="#br0">14390 12539 7736,'2'-7'938,"2"3"1,-1-2 254,5 2-12,0 0 0,9 4-546,-1 0 1,1 10-130,-5 2 1,0 9-159,1-1 1,-1 8-280,1 1 1,-2 5 95,-3-1 0,2-1-45,-6 1 1,0-4 60,-4 4 1,0-4-1,0 4 0,0-5-224,0 1 1,0-5 29,0-3 0,0-3-9,0-6 199,0-5-175,0-1 88,5-23 1,1 6-342,2-14 0,3-1-337,-2-3 1,2-1-562,1 1 1,0 3-46,1-3 1,-2 3 574,-3 1 1,3 0-1830,-3 0 2448,-2 6 0,5-4 0,-4 3 0</inkml:trace>
  <inkml:trace contextRef="#ctx0" brushRef="#br0">14899 12402 7736,'5'7'0,"-2"0"908,5-3 1,-3 3-154,3 6 0,-1-1-46,1 0 1,3 6-248,-3 3 0,-1 2-114,1 2 1,-1 5-176,2 4 0,0 1 27,-5 3 1,1 0-307,-5 4 0,0 0 140,0 4 1,-2-5-459,-2-8 0,-2 0 36,-2-8 115,-3 3 481,10-20 0,-5 1-110,6-13 1,0-8-81,0-9 1,6-2 3,2-2 1,7-4-82,2 0 1,3-5 138,-3 1 1,5 1-473,-1-1 1,2 5-198,2-1 0,-2 3-397,-2 1 0,3 6-459,-4 3 1,4 3 1444,0 5 0,1-3 0,0 4 0</inkml:trace>
  <inkml:trace contextRef="#ctx0" brushRef="#br0">15445 12762 7736,'0'25'0,"-4"-5"923,-1 1 1,1-6-376,4 2 0,0-3 128,0-2 1,6-5-160,2-3 1,4-3-14,5-1 1,6-6-529,6-7 1,6-2 74,-2-10 0,3 3-526,1-7 1,-5 2 383,-3-2 1,-3 3-356,-1-3 1,-6 4 160,-3 4 1,-7 3 53,-5 6 1,-4 1 10,-4 2 1,-10 4 110,-11 5 1,-1 0 297,-7 0 1,4 10-109,-4 2 0,1 9 493,-1-1 0,3 8-274,5 1 0,-4 5 327,0-1 0,6 3-237,6 1 1,3-1-787,2-3 0,5 2 81,3-6 0,4 0-111,4-5 1,8-6-1006,9-5 1,3-6 660,0-7 0,5-3 770,0-5 0,11-12 0,-1-11 0</inkml:trace>
  <inkml:trace contextRef="#ctx0" brushRef="#br0">16065 12613 9123,'-12'0'624,"-2"6"714,-3 2 0,2 9-619,-6 3 1,-1 9 1215,-7 4 1,3 9-911,-3 3 1,10-2-458,7-2 1,5-6-509,7-2 0,1-11 16,3-2 1,9-10-399,7-6 1,4-4 285,0-4 1,7-10-1055,2-11 0,-1-1 553,1-7 0,-4 4-987,4-4 1,-4 0 592,4-4 0,-6-6 64,2-2 1,-3-4 349,-1 0 0,3-10 288,-3-3 1,-12 27-1,0-1 10,-4 1 1,-2 0 0,1-1 0,0-1 105,-4 0 0,0 0 1,1 0-1,-1 0 181,-1 2 0,-1 0 0,2-20-105,-4 14 1637,0 13-858,0 16 0,-2 16 200,-2 8 1,1 10-7,-5 3 0,1 5-503,-1 8 0,-2 0-73,6 4 0,-4 2-135,4 5 1,-6 5-30,2 0-1,1 1 192,-1-1 1,-2-1-375,-6 9 0,2-2-217,-3 6 1,-1-8-304,2-5 1,-1-3-729,5-4 1,5-11-43,3-10-5,2-6 0,8-12 617,2-3 0,3-4-732,2-4 1397,-1-3 0,11-10 0,4-3 0</inkml:trace>
  <inkml:trace contextRef="#ctx0" brushRef="#br0">16648 12638 7684,'0'-17'0,"0"1"0,1-1 410,4 5 1,-4 0 344,3-1 574,-3 6-469,-1 2-148,0 21 1,-5 6-295,-3 20 1,1-2 327,-2 5-499,1 1 0,0 6 0,1-2 26,2-6 1,0-8-461,5-3 0,0-7 197,0-1 0,7-8-525,6-8 1,5-9 309,6-9 0,3-13-1053,2-7 1,1-5 510,3-3 1,-3-2 162,-5-2 0,0 2 456,0-2 0,-2 4 86,-2 4 1,-5-2 119,-7 6 0,-4 6-187,-5 6 687,0 9 1,0 4-289,0 8 1,-5 8 664,-4 9 0,-2 7-232,-1 1 0,0 5-180,-1-1 1,1 2-469,-1-2 1,6 1 62,3-5 1,3-1-579,1-8 0,0 2 355,0-5 1,1 4-1839,3-5 1,5-3 1922,7-5 0,4-5 0,4 2 0</inkml:trace>
  <inkml:trace contextRef="#ctx0" brushRef="#br0">17417 12588 7684,'-12'0'2045,"3"0"-1143,1 0 1,4 2 317,-4 2 1,0 7-30,-5 5 1,1 11-599,-1-3 0,1 10-200,-1-1 0,2 2-155,3 3 0,3-5-924,5 0 0,0-6 509,0 2 0,4-4-354,0-4 0,6-3 408,-2-6 0,7-5-1771,2-3 1,-1-3-248,-3-1 0,3-1 702,1-3 1439,-1-3 0,2-11 0,1-1 0</inkml:trace>
  <inkml:trace contextRef="#ctx0" brushRef="#br0">17690 12700 7684,'-5'12'0,"2"5"878,-5-1 1,1 7-330,-2-3 0,0 4 406,5 0 1,-5 0-573,5-3 1,0-4-451,4-4-1688,0 5 1226,0-4-2077,0 3 2606,0-10 0,0-7 0,0-7 0</inkml:trace>
  <inkml:trace contextRef="#ctx0" brushRef="#br0">17752 12452 8881,'0'-12'3734,"0"-1"-2776,0 1 0,1 2-384,4-2 0,6 2-1000,5-6 0,6 2 330,-1 1 0,4-5-1971,4-2 0,-3 0 321,3 0 1746,2 5 0,-4-9 0,3 5 0</inkml:trace>
  <inkml:trace contextRef="#ctx0" brushRef="#br0">18261 11795 7684,'7'12'0,"2"0"475,-5 1 1,1 1-111,-5 2 1,0 1 671,0 7 1,-2 1 28,-2 13 0,-3 1 345,-5 11 0,-1 4 44,1 0 1,-6 9-1018,-3-1 1,1 4-184,7-33 1,1 0 0,-9 29-61,-4 0 0,2-2-670,6-11 1,1 1 356,3-13 1,7-4-1725,1-12 1253,4-9 0,7-6-276,2-6 1,8-7 90,5-6 1,2 0 294,2-8 1,0 6 679,0-2 1,-2 5-340,-2 4 1,1-2 123,-5 6-54,-1 0 1,-5 5 485,-3 3 1,-2 0-203,-6 9 1,0-4 587,0 8 1,-6-2-216,-2 2 1,-4 0-7,-5 4 1,-1 3-541,-2-4 0,-2-2 30,5-1 1,0-8-371,5 0 1,0-7 225,-1 2 1,6-4-1379,3-4 1,3-4 46,1-8 0,11-11-344,5-10 1,8-7 86,5-10 1347,2-2 0,-10 20 1,1-1-1,0-1 1,0 0-1</inkml:trace>
  <inkml:trace contextRef="#ctx0" brushRef="#br0">18732 11981 7684,'13'0'2040,"-2"1"-1216,-3 3 0,-3 9-320,-5 7 0,-1 9 693,-3 4 1,-7 9-566,-6 3 1,-1 5-12,2 3 0,2-2-456,-3 3 1,8-3-83,1-1 1,3-5-294,-3 1 1,5-12-266,-1-1 1,8-7-480,5-5 0,7-3 536,5-6 1,4-3-429,4-1 1,-2-4 298,6 4 0,0-4 134,5 5 1,-7-7 283,-2 3 0,-3-4 33,-1-1 1,-4-4 128,0 0 1,-10-6 229,1 2 0,-6 1 315,2-1 0,-5 4-34,1-5-594,-3 1 1,-6-3 143,-4 3 1,-6 2-407,-1 6 1,-6 0 152,1 0 0,-7 3 864,-1 5 1,0 2-22,5 11 1,-1-2 267,0 2 0,2 2-481,2-2 0,3-2-136,6 2 1,5-6-421,2 1 0,7-3 124,6-5 1,6 2-181,11-6 1,6 0 161,7-4 0,6-2-933,10-2 0,8 2-180,-28-2 0,2-1 1,33-2-223,-34 3 1,0 0 0,30-3 1313,1 3 0,-1-1 0,-2-4 0,-1 5 0,-3 3 0</inkml:trace>
  <inkml:trace contextRef="#ctx0" brushRef="#br0">20345 12675 7667,'1'-30'932,"3"5"1,3 7-513,6 10 0,0 2-47,4 6 0,2 13 340,6 7 1,-6 11 466,-2 10 0,-5 3-643,-3 6 1,-4-1-200,-5 1 1,0-2-335,0-2 0,-1-5 87,-3-8 1,2-3-1753,-2-5-354,3-5 260,1-3 0,1-10 1755,3-2 0,3-15 0,5-4 0</inkml:trace>
  <inkml:trace contextRef="#ctx0" brushRef="#br0">20568 12390 7667,'7'-6'1968,"4"4"-1526,-3-7 1,5 3-397,3-3 0,4 4-51,4 5 0,1 0-1556,0 0 1,-4 0 266,-1 0 1294,1 0 0,-2 0 0,-1 0 0</inkml:trace>
  <inkml:trace contextRef="#ctx0" brushRef="#br0">20940 12626 7667,'-5'37'0,"-2"0"1304,-6 0 1,1-4-17,0 0 1,3-5-675,1 1 0,4-4 778,-4-5 1,5-2-680,-1-5 1,8-6-677,4-3 0,5-3 13,3-1 0,5-7-602,8-5 0,2-6 434,7-7 0,3-4-804,0 0 1,1 0 400,-5 4 1,-5 2 123,-3 2 1,-5 5 280,-3 8 1,-3 2-46,-6 6 0,-5 6 751,-3 2 0,-4 8-338,-4 5 0,-3 7 273,-5 0 0,4 3-156,-1-2 0,7-3-937,-2 3 1,2-3-421,2-1 0,6 0-953,2-1 0,7-4 1941,2-4 0,-1 4 0,-3-1 0</inkml:trace>
  <inkml:trace contextRef="#ctx0" brushRef="#br0">22975 12179 7667,'0'-12'0,"-6"1"681,-2 2 1,-3 4-214,-1 5 0,3 7-90,1 5 0,-2 13-33,-6 12 1,-3 13-49,-6 12 1,14-28-1,1 1-334,0 3 1,-1 2-1,1 3 1,0 1 197,-3 3 1,1 1 0,-1 1 0,1 0 75,-1 1 0,1-1 0,3-5 0,0-1-1,3-3 1,0-1 0,-1 25-576,7-10 1,8-4 321,9-5 1,4-10-53,12-15 0,5-7 64,8-13 1,5-11 79,7-6 0,-1-15-168,-24 15 1,1-3 0,-2-2 0,-1-1-137,0 0 0,0 0 0,1-3 0,-1-1 39,3-2 1,-1 0 0,-4-1 0,0-1 71,0 0 0,-1 0 1,-1 0-1,-1 0-137,-1 1 0,-1-2 1,-1-3-1,-3-2 110,0 1 1,-3-2 0,0-1 0,-3-1 4,-3 1 1,-2 0 0,0 0 0,-1 1 1,-3-4 0,-2 1 0,0 1 0,0 0 127,-3 0 1,0 2-1,-7-30 190,-6 14 1,-5 20-163,-6 9 1,-11 14 628,-2 7 1,-9 15-361,1 10 1,-3 7 367,-2 10 0,-2 0-364,2 4 1,-2-5-467,6 0 0,5 0-6,4-4 0,-3 2 22,7-2 0,0-3-1244,8-5 0,5 0 941,4 0 1,-1-2-1468,5-2 1364,2-9 566,16-6 0,1-6 0,5 0 0</inkml:trace>
  <inkml:trace contextRef="#ctx0" brushRef="#br0">23099 12303 7667,'12'-7'0,"-4"2"1871,1 5-1298,-6-6 0,2 10 607,-5 0 0,-1 12-561,-3 4 1,-5 9-79,-7 4 0,-4 9-182,-4 3 1,-5 3-2,0 2 0,-2 4-811,2-1 0,3 0 365,-3-8 1,7-2-477,2-6 1,4 0 465,0 1 0,6-7-1944,2-2 0,5-3 879,-1-1 0,3-10-378,1-2 1541,5-9 0,2-10 0,5-7 0</inkml:trace>
  <inkml:trace contextRef="#ctx0" brushRef="#br0">22987 12923 7667,'33'0'-34,"0"0"1,-5 0 967,1 0 1,-2 6-375,2 2 1,-1 4 899,5 5 0,-1-2-651,1 6 1,3-2-312,-3 2 0,-2 2-1167,2-2 1,-1-3 453,1-2 0,-2 2-1802,-7-1 1,1 3 456,0-3 1560,0-1 0,5-3 0,2-1 0</inkml:trace>
  <inkml:trace contextRef="#ctx0" brushRef="#br0">24277 12440 7667,'0'12'1782,"2"-4"-1201,2 0 1,8-5 32,9 1 1,13-2 91,8-2 1,10 0-280,6 0 1,1-7-1358,-1-6 1,1 1 628,-5-4 1,-7 2-1370,-10 1 1,-6 2 823,-11 3 1,1 1 29,-9 3 816,-2 3 0,-10-5 0,0 6 0</inkml:trace>
  <inkml:trace contextRef="#ctx0" brushRef="#br0">24625 12477 7667,'-13'8'0,"1"0"0,-1 2 569,1 6 1,1 0 64,3 4 0,-2 2 192,6 7 1,-2 3-81,2 5 1,2 0-299,-7 1 1,5-1 446,-4 0 0,5-1-414,-1-3 1,-2 1-121,2-5 1,0 2-116,4-2 1,6-3-644,2 3 1,4-7 194,5-2 0,4-3 22,8 4 1,2-6-596,6 1 1,1-3 376,-1-5 1,6-3-484,2-5 0,-2-5 302,-2-3 0,-2-7-891,-2-2 0,-1-5 1470,-3 1 0,-3-2 0,-5-2 0</inkml:trace>
  <inkml:trace contextRef="#ctx0" brushRef="#br0">25146 12588 7667,'0'13'1138,"0"-1"0,0 1-112,0-1 0,0 6 326,0 3 1,5 6-303,3 2 0,4 4-516,0-4 0,6 0-996,3-4 1,6-2 338,2-2 0,7-7-500,1-6 0,2-7 471,6-1 0,-5-5-1776,1-8 1,-6-4 594,-2-4 0,-5-4-733,1-4 2066,-9 3 0,-2-10 0,-5 4 0</inkml:trace>
  <inkml:trace contextRef="#ctx0" brushRef="#br0">25617 12551 7667,'-25'-7'0,"0"3"0,-3 10 1251,-1 6 0,-7 13-301,-1 12 0,-10 11-1010,20-19 0,0 0 1,-2 2-1,0 0 448,2 2 1,0 0 0,1-2 0,0 0-74,3 0 1,0 0 0,-17 24-378,11-9 0,10-10-32,11-11 1,5-2-1268,-1-6 0,10-6 745,6-7 1,11-6-447,10-6 1,9-7 1061,3-14 0,4-3 0,0-5 0</inkml:trace>
  <inkml:trace contextRef="#ctx0" brushRef="#br0">25791 12551 7667,'12'-12'0,"2"-1"373,3 1 0,0 0 381,4-1 0,3 2 737,-4 3 1,4-3-695,0 3 1,7 2-626,2 2 0,1 3 21,-1 1 1,3 0-305,-3 0 1,-2 11 124,-2 5 1,-5 8 217,-3 4 1,-9 6-22,-7 7 1,-4 0 110,-1 9 1,-3-2-139,-5 10 0,-2-4 31,-10 4 1,-1-2-411,-4 2 1,0-3 379,1-5 1,-1-6-238,0-3 1,0-8 90,0-4 0,5-8-523,-1-5 1,-1-2-138,-7-1 1,1-2-375,-5-3 0,3-3 41,-7-5 0,-5 4 387,-11 1 1,-7 3-191,26-6 1,-2 0 0,-2 2-1,-1 0 757,-6-2 0,-1 0 0,1 2 0,0-1 0,-3 0 0,-2 0 0,-2 1 0,0 0 0,-4 0 0</inkml:trace>
  <inkml:trace contextRef="#ctx0" brushRef="#br0">9627 18827 24575,'-57'28'0,"1"1"0,-1 0 0,1-1 0,0 0 0,-1 1 0,3-1 0,19-5 0</inkml:trace>
  <inkml:trace contextRef="#ctx0" brushRef="#br1">2059 14759 7704,'-11'-2'271,"3"-2"0,-3 3-8,3-3 0,1-2 877,-1 2-757,5 0 0,-1 9 375,8 4 0,3 3-312,5 5 0,6 2 158,3 6 0,2 5-84,2 3 1,0 3 26,0 1 1,-1 0-198,1 1 1,0-1-92,0 0 1,-2 3-246,-2-3 1,-3-2 121,-6-11 0,1-4-104,-1-4 114,0-2-485,1-7 1,-1-3-4,1-8 1,-5-3-170,0-5 1,-4-6-236,5-3 1,-5-4 306,4-4 1,-4-2-19,4-7 0,-5 1 102,1 0 1,-2-4 99,-2-1 1,0-7 57,0 3 0,-4-5 235,-1 6 0,-3-2 52,4 1 1,0 1 120,4 8 0,0 2 323,0 11 0,5 4-275,4 4 1,2 6 112,1 2 0,2 5-103,2-1 0,0 3 133,4 1 1,0 0-48,0 0 0,4 0-264,-4 0 1,5 0-110,4 0 1,-1 0-225,5 0 0,-4 0-554,4 0 1,1 0 419,8 0 0,-8 4-1024,3 0 1,-8 0 624,0-4 1,-3 5-725,-1 4 1499,-11 2 0,2 1 0,-9 1 0</inkml:trace>
  <inkml:trace contextRef="#ctx0" brushRef="#br1">2655 14945 7704,'7'0'1162,"-2"0"1,1-6 357,2-2 0,3 1-744,1-1 1,6 0-285,3-5 1,8 5-132,4 0 0,1 5-381,0-1 1,0 2 86,-5 2 1,-1 6-271,-8 2 0,2 5 147,-5 3 0,-6-1 45,-7 6 1,-4 0-299,-4 3 1,-4 5 95,-9 0 0,-2 0 37,-6-4 1,4 0 46,1 0 0,-1-2 184,-4-2 0,6 1-60,2-6 1,3 0 442,2-8 37,0 3-280,5-4-27,1 0 1,8-2-50,2-5 0,4 0 284,9 0 1,-4 0-97,4 0 0,1-1 88,-2-3 1,5 2-180,-4-2 0,3-1-280,-3 0 0,3 0-170,-3 1 1,4 2-469,-5-2 1,5 2-226,-5-3 1,5 4 455,-4-3 0,3 2-2945,-3 2 3416,5 0 0,-8-5 0,4-2 0</inkml:trace>
  <inkml:trace contextRef="#ctx0" brushRef="#br1">1910 14114 7704,'0'-19'0,"0"1"817,0 5 1,2 1-308,2-1 1,3 1 344,5 0 1,5 3-353,-1 1 0,6 5-496,-1-1 1,-2 3 43,2 1 1,-6 1-74,2 3 0,-9 5 100,-4 7 0,-2-1-249,-2 6 0,-3 0 22,-6 3 0,0 5-164,-12 0 1,5 0 268,-5-4 1,6 0-25,-2 0 0,8-2 66,0-2 0,7 1-4,-3-6 1,5 1-116,5-5 0,6 1 47,5-1 0,10-1-27,-1-3 1,7-1 47,-3-3 0,0-2 9,-4 2 0,-2 1 323,-2 0-219,-9 4 1,-6-2 159,-6 6 1,-2-2-53,-2-3 1,-4 3-332,-9-3 1,3 2 55,-2-2 1,-3 2-134,-2-6 0,2 4-825,-2-4 0,4 2 462,-3-2 1,3-3-638,-3 3 1240,4-2 0,-7 3 0,4 2 0</inkml:trace>
  <inkml:trace contextRef="#ctx0" brushRef="#br1">4677 14759 7704,'-8'0'1565,"-1"0"-1103,7 0 1,-4 5 323,6 4 0,0 7-284,0 5 1,0 4-353,0 4 0,0 2 25,0 6 0,0-4-484,0 1 1,1-7 23,4 2 1,-3-4-161,7-4 1,-5-5-2434,4-8 2878,0-2 0,5-17 0,-1-3 0</inkml:trace>
  <inkml:trace contextRef="#ctx0" brushRef="#br1">4652 14548 7704,'0'-12'1686,"0"-1"1,6 5-1248,2 0 0,4 3-696,5-3 0,2 5-872,6-1 0,5 3 1129,3 1 0,3-6 0,1 0 0</inkml:trace>
  <inkml:trace contextRef="#ctx0" brushRef="#br1">5198 14697 7704,'-13'5'0,"1"-2"1035,0 5 0,-1-4-432,1 5 1,1-5 720,3 4 1,2 0-616,6 5 1,0-1-463,0 1 1,0-1-172,0 0 1,6 5-157,2-1 1,3 2-286,1-1 0,5-3 311,-1 2 0,6-6-219,-1-2 0,1-1 142,-1 1 0,1 2-51,-6-6 0,1 4-65,-5-4 1,3 2 346,-2-2-28,2-2 0,-12 7-76,5-5 0,-5 6-465,1-2 0,-8-1 201,-4 1 1,-3 1-297,-2 3 0,-3-1 230,-1-3 0,1 2-247,3-6 0,-3 2-56,-1-2 637,0-3 0,0 5 0,-3-6 0</inkml:trace>
  <inkml:trace contextRef="#ctx0" brushRef="#br1">7170 14722 7704,'-12'-7'0,"-2"-3"409,-2 6 0,2-4-70,-3 4 0,-1 1 75,2 7 0,-5 4 27,5 9 1,-5 6-22,4 6 1,1 6-220,3-2 1,2 2 19,3 3 1,3-3-294,5-1 0,0-10 107,0-7 1,5-5 30,3-3 0,9-5 56,4-8 1,2-9-502,2-8 1,0-7-282,-1-6 0,1 0 343,0 1 0,-4-2 107,-1 7 0,-3-6 72,4 6 1,-6 0 388,1 7 0,-2 1-171,-1 7 0,-5-1 440,0 10 1,-5 3-270,1 9 1,-3 6 138,-1 11 0,0 1-86,0 3 0,0-3 44,0 3 0,0 1 35,0-1 0,0 0-120,0-4 0,2 0-66,2 0 0,-1-5 12,5 1 0,0-4 111,5 3-320,-1-5 0,0 9 0,1-5 0</inkml:trace>
  <inkml:trace contextRef="#ctx0" brushRef="#br1">8535 14722 7704,'-6'-13'1015,"5"5"-626,-3 0 0,-2-1 260,2-3 1,1 4-252,8-1 1,7 7 330,9-2 1,8-2-281,4 2 1,8-2-55,5 2 0,2 3-162,1-3 0,2 2-50,3 2-1,-12 0-149,-1 0 1,-16 2-194,-5 2 1,-6 3-196,-6 5 1,-5 6 256,-11 3 1,-6 2-474,-11 2 0,-5 5 246,-3 3 1,1-1-17,-1 1 0,1-5 29,-1 1 0,2-2 208,2 2 0,4-4 233,0 0 1,6-5-94,6-3 0,6-7 564,3 2 1,10-4-310,6 1 0,6-4 409,7-5 1,0 0-278,0 0 1,4 0-34,-1 0 0,6-1-175,-5-3 1,4-2-182,-4-2 0,4-7-930,-4 2 1,4-3 551,-4-1 1,4-1-1865,-4-2 0,-5-3 306,-3 7 1902,-6-6 0,9 3 0,-5-6 0</inkml:trace>
  <inkml:trace contextRef="#ctx0" brushRef="#br1">9329 14808 7704,'-6'13'0,"1"3"882,-3 1 1,2 4-366,6-5 0,0 5 547,0-5 1,6-3-413,2-5 0,4-5-211,5 1 1,2-4-387,6-4 1,1-5-263,3-7 0,3-5-135,5-8 1,-5 2 292,-3-6 1,0 5-607,-5-1 1,3 0 281,-11 4 1,-5-1-103,-7 10 1,-2-1 17,-2 5 1,-7 5 498,-6 3 1,-9 2 315,-7 2 1,-5 0-276,1 0 1,-2 10 153,2 2 0,3 9-72,5 0 1,4 4 369,1 3 1,0 3-169,0 2 1,6 3 21,6-3 0,5 3-442,-1 1 1,2-5-531,2-4 1,6-5-645,2-3 1,3-9 638,2 2 0,5-9-591,2 0 0,4-8 256,0-5 923,-4-7 0,9-9 0,-3-7 0</inkml:trace>
  <inkml:trace contextRef="#ctx0" brushRef="#br1">9713 14672 7704,'6'-7'1609,"1"-3"-1105,5 6 1,-4 0 155,1 4 1,-2 2-255,1 2 1,3 3 475,-3 5 1,-1 2-390,1 2 1,-1 4 146,2 4 1,-4 1-311,-5 0 1,0 0-165,0 0 0,0 1-464,0 3 0,-1-3 260,-3 3 0,-2-7-373,-2-1 328,-3-6-80,9 3 0,-2-13-41,8-5 1,9-9-457,7-8 1,5-5-555,4 1 1,0-4 598,8-3 1,-6 3-509,6 0 1,-4 0 504,0 4 1,2-1 84,-7 2 1,1-2 532,-4 5 0,-5 1 0,-4 3 0,-2 2 0,-2 3 0,1 2 0,-6 8 208,-3 2 1,-3 4-195,-1 9 1,-4 2 975,0 6 0,-2 0-394,2-1 0,3-3 581,-3 0 0,2-6-575,2 1 0,2-2-174,2-1 0,3-2-156,5-3 0,2-3-53,2-5 0,0-6-590,4-7 0,1-1 271,4-6 1,-5-1-473,1-4 0,-4 2 264,3 2 1,-6-1-114,-2 6 0,-5-1 98,-7 5 1,-2 3 395,-7 1 1,0 5 153,-12-1 0,-1 3 252,-7 1 1,3 1-302,-3 3 0,-1 3 88,1 6 0,-2 0-372,2 4 1,3-2 137,-3 6 1,3-2-1298,1 2 1,6 2 152,2-2 1112,4 2 0,-5 8 0,-2 0 0</inkml:trace>
  <inkml:trace contextRef="#ctx0" brushRef="#br1">11587 14635 7704,'0'-13'1661,"0"6"-1133,0-4 1,0 11 151,0 0 0,5 7-143,3 10 0,-2 6 46,-2 6 1,-3 8-564,-1-3 0,0 4 46,0-5 1,0-3-742,0-1 1,0 0 467,0-4 1,-4 1-2463,0-9 1143,0-6 1526,4-6 0,-5-16 0,-2-2 0</inkml:trace>
  <inkml:trace contextRef="#ctx0" brushRef="#br1">11611 14449 7704,'13'0'1068,"-1"0"0,2 0-801,3 0 1,-2 0-107,5 0 0,-3 4-1663,4 0 0,-1 2 1502,5-2 0,0-3 0,0 5 0</inkml:trace>
  <inkml:trace contextRef="#ctx0" brushRef="#br1">11872 14647 7704,'0'13'-1216,"0"-1"912,0 0 1,-4 1 1604,0-1 0,0 1-255,4-1 0,-5 0-68,1 1 0,0-1-573,4 1 1,2-5-156,2 0 1,-2-4-383,7 5 0,-1-7 158,4 2 0,1-2-206,-1-2 1,2 0 210,2 0 1,-2-6-405,3-2 0,-2-2 111,2 2 0,-4-3-26,4 3 1,-3 1 162,-2-1 1,0 5 34,1-1 0,-1 2-191,1 2 0,-6 2 87,-3 2 1,1-1-773,-1 5 0,0 0 966,-4 5 0,6-1 0,1 0 0</inkml:trace>
  <inkml:trace contextRef="#ctx0" brushRef="#br1">11847 14486 7704,'6'-7'81,"-5"-4"89,3 3 0,-1-3 349,1-2 1,-3 1-150,4 0 1,-4-1 332,-1 1 0,-1-1-127,-4 1 1,-1 4-196,-7-1 1,-1 7 139,-2-3 1,1 10-169,-6 3 0,4 13 178,-3 3 1,3 11-149,-3 2 1,4 7-118,0 10 0,-2-3-179,1 3 0,2-2-100,7 2 1,-2-10 7,6-3 1,0-9 259,4-11-345,6 2 1,2-16 56,8-3 0,0-8-119,4-9 1,-1-4 61,2-4 1,3-4-305,-4-4 1,4 2 291,1-7 1,3 1-219,1-4 0,0 1 132,-4 3 1,-4-3 224,0 3 1,-6-1-38,1 1 1,-3 4-88,-5 8 1,-4 3 330,-8 6 1,-4 1-118,-9 3 1,2 2 155,-6 6 0,1 0-82,-5 0 0,-4 6-306,0 2 0,0 3-232,4 1 0,-4 6 191,0 3 0,2 2-113,6 2 0,3 0 62,6 0 1,-1 1-953,1 3 1,5-2 475,3 7 1,2-6-721,2 6 0,3-7 1393,5 2 0,1-3 0,9-1 0</inkml:trace>
  <inkml:trace contextRef="#ctx0" brushRef="#br1">11959 14684 7704,'12'0'0,"1"0"785,-1 0 0,5 0 170,-1 0 1,6-4 317,-1 0 1,1 0-110,-1 4 0,6-1-579,-2-4 0,8 3-677,0-7 1,-1 1 135,1-4 0,1-2-467,8-3 0,-8 4 321,3-4 0,-8-1-1500,0 2 0,-3-1 681,-1 5 1,-7-1-882,-5 1 0,-7 0 1169,-6-1 0,-1 1 633,-3-1 0,-7 2 0,-6 3 0,-9-3 0,1 3 0,-2-5 215,2-3 0,-4 1-171,0-6 0,4 6 475,5-2 1,4 9 1031,0 4-395,2 3 0,3 7-350,3 7 0,2 6-352,6 10 0,0 8 62,0 9 0,0 2-145,0 2 0,0 5-256,0 3 1,4 2 134,1 2 0,-1 2-124,-4 2 0,-6-2-13,2-28 1,0-1 0,-6 23-33,2-5 0,-3-7-179,3-9 0,1-5 112,-1-3 0,-1-9-191,-3-3 0,-1-5 114,1-3 1,0-4-572,-1-5 0,1 0 301,-1 0 1,1-5-675,0-4 1,-1 0 135,1 0 1,-5-2 129,1 3 0,-2-7-27,1-2 1,2 0 767,-6 0 0,1-2 0,-5-6 0</inkml:trace>
  <inkml:trace contextRef="#ctx0" brushRef="#br1">13348 14672 7704,'0'-19'1182,"0"1"-831,0 5 0,0 1 220,0 0 0,6-1-194,2 1 1,3-1-18,1 1 1,6 4-109,3-1 1,4 1 6,4-4 0,-2 3-97,6 1 1,0 4 11,5-4 1,-1 6-31,0 2 0,-5 7 53,-3 10 0,-4 9-49,-5 11 0,-2 6 52,-5 7 1,-7 1-78,-1 2 1,-4-2 94,-1 3 1,-4-3 3,0-1 0,-6-6-242,2-3 1,1-8-276,-1-4 1,5-8-606,-1-5 1,4-7 485,4-5 1,3-10-1258,5-6 0,6-12 791,3-9 0,1-4-53,-1-4 1,1-2 932,-6-2 0,3-4 0,-6 4 0,-4-3 0</inkml:trace>
  <inkml:trace contextRef="#ctx0" brushRef="#br1">13944 14374 7704,'-13'13'0,"-5"0"890,-2 4 0,-5 2-334,-4 6 0,-3 10 4,-5 2 0,-2 10-183,-2 2 1,1 1-321,17-23 1,1 0-1,-17 26-118,2-3 1,5-5 102,7-11 0,7-4-2252,6-5 1753,0-6 0,12-7-1689,0-8 2146,0-8 0,16-14 0,-2-8 0</inkml:trace>
  <inkml:trace contextRef="#ctx0" brushRef="#br1">14192 14114 7704,'12'-13'558,"5"1"69,-1 0 1,5-1 569,-5 1 1,5 4-560,-4-1 1,-1 7-108,-3-3 1,-5 8-179,0 1 1,-5 10-375,1-1 1,-4 7 111,-4 1 1,-3 2-130,-5 2 0,-2 4-54,-3 0 0,4 4-31,-4-4 0,3 0 50,2-4 0,1-5-36,2 1 0,4-4-13,5 3 1,0-5 96,0 2 1,5-5-124,4-3 1,7 0 75,5-5 1,-3 5 41,-2-5 1,-2 4-42,-1-4 0,-5 6-99,0-2 1,-6 3-177,-2 2 1,-7 3 112,-10 1 0,-2 5-258,-6-2 0,0 0 166,0 0 0,2-5-1883,2 2 2208,3-3 0,0-2 0,-1 1 0</inkml:trace>
  <inkml:trace contextRef="#ctx0" brushRef="#br1">14663 14821 10930,'-7'0'-279,"2"0"0,16-2 2038,5-2 0,8 2-884,5-7 1,7 0-684,5-8 1,4 3-1702,-3-2 0,3 3 821,-3 5 1,-2-3-2435,-7 3 3122,-9 2 0,-6-5 0,-5 4 0</inkml:trace>
  <inkml:trace contextRef="#ctx0" brushRef="#br1">15283 14436 7704,'13'0'0,"1"0"861,2 0 1,-1-1 178,6-3 0,-2 2 356,2-2 0,2 3-512,-2 1 1,1 0-386,-1 0 0,2 0-620,-2 0 0,-3 5 131,-2 4 0,-7 6-17,-5 1 0,-3 11 89,-1-3 0,-3 5 138,-5 0 1,-2 2 96,-10 2 0,0 5 36,0-5 0,-1 5-192,9-10 0,-2 0 2,10-7 1,1 1-315,7-6 0,6-1 163,11-6 0,2-4-532,14-5 1,-1 0 296,9 0 0,2-1-1553,7-3 1,3 1 175,5-5 1,0 5-574,0-1 2173,-6 2 0,-1-2 0,-5 3 0,0 4 0,-1 4 0,1 1 0</inkml:trace>
  <inkml:trace contextRef="#ctx0" brushRef="#br1">2059 16334 7704,'-5'0'454,"5"0"0,7 0 169,9 0 0,5 5 515,8 4 0,3 2-938,5 1 0,1-4 9,4 1 0,-2-5-626,5 4 1,-1-5 266,2 1 1,-4-3-1014,-4-1 1,-7 0-527,-2 0 1689,-8 0 0,-9 0 0,-6 0 0</inkml:trace>
  <inkml:trace contextRef="#ctx0" brushRef="#br1">2146 16669 7704,'-8'5'957,"0"4"-195,5 2-221,-3 1 0,17-1-148,6-3 1,6 2-56,6-6 1,3 0-107,5-4 1,6-1-584,2-3 0,4-3-183,0-6 1,1-5-563,0-2 0,-8-8 1096,-5-1 0,1-11 0,-7 2 0</inkml:trace>
  <inkml:trace contextRef="#ctx0" brushRef="#br1">2419 16160 8111,'14'4'1340,"2"1"0,0 3-848,4-4 1,6 6-19,7-2 1,3 3-474,2 1 0,3 6 30,0 3 1,1 2-375,-5 2 1,-5 1 275,-4 3 1,-8 2-101,-8 2 0,-5 2 43,-7-2 0,-7 3-184,-5 2 0,-6-1 132,-7 0 0,-5 0 195,-3 0 0,-3-4-317,-1 1 1,3-3 118,1 2 0,4-7-1799,-4-5 1924,6-6 0,-9 9 0,4-5 0</inkml:trace>
  <inkml:trace contextRef="#ctx0" brushRef="#br1">4032 16446 10206,'0'12'399,"0"2"548,0 2 0,0 8-405,0 5 1,1 6 20,3 3 1,-2 0-362,2 8 1,-4-1-307,-4 5 1,2-6-738,-2-3 0,-1-4 566,0-4 0,1-8-2058,4-8 1642,0-9 0,0-4-941,0-8 1632,0-3 0,6-11 0,1-1 0</inkml:trace>
  <inkml:trace contextRef="#ctx0" brushRef="#br1">3957 16321 7704,'0'-12'0,"0"4"1899,0 0-1316,0-1 0,2-2 148,2 3 1,-1 2-288,5 6 0,0 0-624,5 0 0,4 0 152,4 0 0,-2 0-294,2 0 0,-2 5 288,2-1 34,3 5 0,-5 4 0,6 6 0</inkml:trace>
  <inkml:trace contextRef="#ctx0" brushRef="#br1">4292 16383 7704,'13'0'706,"-1"0"-538,0 0 1017,1 0 1,-1 7-438,1 6 0,2 1-263,-3 6 0,3-2-136,-6 7 1,0-3-97,0 7 1,0 3-182,-5 1 0,1 7 96,-5 1 0,-2 2-147,-2-2 1,-1-2 62,-4 2 0,0-8 242,4-4 0,-3-8 262,4-5-144,0-2 0,4-8-62,0-6 1,0-7-132,0-10 0,0-2-193,0-6 0,4-4 105,0 0 0,6-5-396,-2 1 1,7 1 208,2-1 0,-1 5-1379,-3-1 1,-1 3-138,1 1 1,3 1-2208,1-1 3747,-1 0 0,2 0 0,1 0 0</inkml:trace>
  <inkml:trace contextRef="#ctx0" brushRef="#br1">4702 16408 8946,'4'9'1140,"0"-1"0,6 0-373,-2 5 1,3 3-231,1 1 0,1 6-60,-1 2 1,0 1-398,1 7 1,-2 2 75,-3 6 0,-2-3-698,-6 4 1,0 2 430,0 1 1,-4-2-100,-1-2 0,-4-8 53,1-4 1,-2-8-350,2-4 400,-3-9 0,9-5 300,-2-12 0,3-4-59,1-12 1,5-4-99,3 0 0,3-6 26,2 2 1,3-2 4,1-3 0,5 3-290,-1 1 0,2 4 75,2 5 1,4-4-372,0 0 1,5 2-315,-1 6 0,3-1-1607,1 6 2302,1-1 0,-7-1 0,0-1 0</inkml:trace>
  <inkml:trace contextRef="#ctx0" brushRef="#br1">5446 16334 7704,'4'-21'594,"0"1"0,0-1-434,-4-4 1,0 6 36,0 2 0,-1 5 890,-3 4-335,2-3-198,-9 9 1,5 4-159,-7 10 0,1 6 12,-1 7 0,1 6-192,0 7 0,-2 4-31,-3 8 1,3 9-473,-2 3 0,2 3 373,2-3 1,-1 1-30,1 3 1,8-30 0,1 0 17,1 1 1,0 1-1,0 32-346,2-12 0,2-5 172,2-7 0,4-6-972,9-11 0,2-6 104,6-10 1,1-5-234,3 0 1,3-5 260,5 1 1,-4-3 938,0-1 0,-1 5 0,1-1 0,-3 0 0</inkml:trace>
  <inkml:trace contextRef="#ctx0" brushRef="#br1">5942 16570 7704,'0'12'397,"0"0"0,0 1 241,0-1 1,2 6 10,2 3 0,-2 9-226,7 7 0,0 10 84,8 7 0,-2 4-405,6-5 1,-1 0 224,5-8 0,-1-1-200,-4-11 0,2-5-43,-5-16 1,4-5-126,-5-3 0,1-4 102,-5-4 0,-1-3-337,-3-5 1,2 0 155,-6-1 0,4-5-244,-3-2 1,3-4 356,-4-1 1,0 5-380,-4-1 0,0-2 123,0-2 1,0-4 15,0 4 1,-4 0 181,0-4 1,-6-2-100,2-2 1,-3-3 171,-2-1 1,1-1-89,0 1 0,5 0 141,3 0 0,2 5-24,2 3 1,2 7 471,2 1 0,7 8-34,5 0 0,8 5 167,1 4 0,5 2-311,7-2 1,0 3-118,1 1 0,-1 0-352,0 0 1,4 0 190,1 0 0,3-4-719,-3 0 0,-1-5 376,-4 5 1,-5-4-280,-3 4 1,-9 0-281,-3 4 1,-9 5 848,-4 3 0,-8 9 0,-3 2 0</inkml:trace>
  <inkml:trace contextRef="#ctx0" brushRef="#br1">6414 16867 7704,'0'-8'0,"0"0"1222,5-1 1,2-3-530,5 0 0,6 3 260,3 1 0,2 0-326,2-5 1,4 1-71,0 0 1,4 1-466,-4 2 0,-1 4 53,-8 5 0,-2 0-414,-5 0 1,-6 5 238,-3 4 1,-6 8-409,-6 8 1,-2 1 296,-10 8 1,-1 0-321,-4 7 0,2-3 240,2-1 0,0-1 284,9-8 1,-2 1-163,10-4 1,0-5 0,15-8-250,6-8 1,6-5 145,6-8 0,3-4-584,5-12 0,4-1 307,1-3 1,-2 1-1514,-7-5 1874,-9 6 1,-6-4-1,-5 6 1</inkml:trace>
  <inkml:trace contextRef="#ctx0" brushRef="#br1">5905 16135 7704,'4'-12'787,"0"0"0,10-4-433,-2 4 0,5-3 766,-1 7 1,-2 1 162,3-1-1138,2 5 0,-5-3-67,2 6 0,-7 2-72,-5 2 1,-3 3-239,-1 5 0,-1 6 225,-3 3 1,-3 2-344,-6 2 1,2 4 187,3 0 1,-2 0-27,6-5 1,-4 1-36,4 0 0,0-1 214,4-4 0,3-2-39,5-6 0,0 0 97,9-4 0,1-3-112,-2-5 1,5 0 39,-5 0 1,1 0 376,-5 0 1,-3 0 52,-1 0-501,-5 0 0,1 0 76,-8 0 0,-5 6-55,-7 2 1,-2 3 7,-3 2 0,-2-1-155,2 0 1,-2 1-352,-2-1 1,0-1 246,0-3 0,4 3-817,1-2 0,-1-4 106,-4-1 1035,6-2 0,-4-2 0,3 0 0</inkml:trace>
  <inkml:trace contextRef="#ctx0" brushRef="#br1">7431 17016 7704,'0'-8'767,"0"-1"0,1 7 377,3-2-150,-2 2-618,3 2 1,-6 7-168,-3 6 1,-3 0-385,-6 8 1,4-5 198,-4 5 0,4 0-820,-8 4 1,5-2 530,3-2 0,-2 2-949,3-2 1214,-3 2 0,-1-3 0,-1-3 0</inkml:trace>
  <inkml:trace contextRef="#ctx0" brushRef="#br1">7964 16383 7704,'-11'-1'1023,"3"-3"-245,2 3 498,6-5-883,0 6 1,6 0 231,2 0 0,7 0-246,2 0 0,6 0 31,2 0 1,0 1-83,4 4 0,1-4-31,-1 3 0,0-3-73,-4-1 1,-4 0-10,-1 0 1,0 0-191,0 0 0,0 0 68,-4 0 1,-6-1-398,2-3 1,-2 3 94,2-4-310,-5-1 0,3 3-41,-6-5-2346,0 5 1797,-4-3 0,0 8-1088,0 2 2197,0 3 0,0 11 0,0 1 0</inkml:trace>
  <inkml:trace contextRef="#ctx0" brushRef="#br1">8126 16396 7704,'0'-7'475,"0"-4"1,0 8-13,0-5 738,0 5-245,0-8-1,-6 4-730,-1-5 0,-5 4-16,-1-1 0,1 7-176,-1-3 0,1 4 90,0 1 0,-5 1-31,1 4 0,-2 3 70,1 8 0,-2 0-100,-6 4 1,4 2-63,1 7 1,3 2 11,-4 2 1,6 7 35,-1-3 1,6 8 38,2 1 0,5 2-121,-1 2 1,5-1 142,8 1 0,-1-2-139,8-3 1,4-7 114,0-9 1,5-9-97,4-3 0,-3-5 77,3-3 1,2-5 73,-2-8 0,5-5-184,-1-7 0,3-4 99,1-4 1,-4-3-266,0-2 0,-1-2 87,1-6 1,3-5-140,-3 1 0,-3 0 96,-1 3 1,-3-3-20,-1 0 1,-1-1 123,-4 5 1,-3 1 15,-9 3 0,2 3 165,-6 5 0,-1 0-61,-7 0 0,-5 6 47,-7 3 1,-1-2-23,-8 1 1,3 1-32,-7 3 0,-1 2 97,1 3 1,-4-2-130,4 6 0,0 1-3,4 8 1,1 3-16,-1 8 0,0 1-573,0 8 0,6-3 271,2 7 0,4-3-788,0-1 1,5 0 461,0-1 0,5 0-430,-1-4 0,2 2 615,2-5 0,2-6 440,2-7 0,3-2 0,5-2 0</inkml:trace>
  <inkml:trace contextRef="#ctx0" brushRef="#br1">8225 16346 7704,'0'-12'1183,"0"-1"-50,-6 1-560,-1 5 1,-5 3-215,0 8 1,-1 9 95,1 7 1,-2 5-119,-3 4 1,2 3-279,-5 5 1,3 0 103,-4 0 1,1 5-572,-5-1 1,4 4 326,1-3 0,4-1-1060,0-4 0,6-1-41,2-3 1,5-4-136,-1-8 901,3-9 1,2-6 415,3-6 0,3-6 0,5-1 0</inkml:trace>
  <inkml:trace contextRef="#ctx0" brushRef="#br1">8113 16768 7704,'13'0'-47,"-1"0"0,0 0 112,1 0 1,-5 0 630,0 0 0,1 5-225,3 4 0,-1 2 396,-3 1 1,3 6-288,-2 3 1,2 2-56,1 2 1,2 0-601,2 0 1,-2-2 88,3-2 0,1 2-703,-2-2 1,6-3 475,-1-2 1,1-2-288,-1-2 0,2-5 202,-2-3 1,2-2-1073,2-2 1,-2-7 127,-2-5 1242,-3-6 0,0-7 0,1 0 0</inkml:trace>
  <inkml:trace contextRef="#ctx0" brushRef="#br1">9006 16259 7704,'9'0'1192,"-1"0"0,-4 0-49,4 0 0,1 0-520,3 0 0,0 10-14,1 3 1,-1 3 13,1 1 0,0 3 186,4 9 0,-3-1-617,2 5 1,-3 1 16,-5 8 1,2-1-869,-6 9 0,0-4 296,-4 8 1,-2-1 441,-2 0 0,-8 4 130,-9 5 1,2-6-1871,-2-2 1,1-8 407,-5-5 1,0-7 273,0-1 1,2-9-76,2 1 1,-2-10 497,2-3 0,-3 1 556,0-5 0,4-3 0,2 1 0</inkml:trace>
  <inkml:trace contextRef="#ctx0" brushRef="#br1">10545 16694 7704,'0'-13'2491,"5"2"-1985,3 3 1,9 2-170,4 6 1,8 0 601,4 0 0,9 2-419,8 2 0,0-3-433,3 3 0,-2 2-227,-1-2 0,-2 0-367,-2-4 0,-8 0-1185,-5 0 1,-9 0 125,1 0-160,-9 0 1726,-3 0 0,-13 11 0,-7 3 0</inkml:trace>
  <inkml:trace contextRef="#ctx0" brushRef="#br1">10644 16917 7704,'-18'5'0,"4"1"1275,-2 2-833,2 3 0,7-8 175,3 5 1,4-1 17,4 1 0,8 2 196,9-6 0,8 0-208,4-4 1,4 0-243,5 0 0,-2-1-565,5-3 0,-4 1 185,5-5 1,-5-1-1379,5-3 1,-2 0 837,1-1 0,2 5-1592,-5 0 2028,-1-1 1,2-3-1,1 0 1</inkml:trace>
  <inkml:trace contextRef="#ctx0" brushRef="#br1">12343 16669 12491,'9'-6'815,"-1"-2"1,6-4-782,6-5 0,9-4 133,4-8 0,13-2-213,3-6 1,8-1-239,-3 1 0,-5 5 349,-3 3 0,-9 14 21,-4 7 1,-8 14-126,-13 10 1,-5 10 265,-3 16 0,-2 2-59,-2 5 0,-4 1 115,0 0 0,-5-5-87,5 0 1,-1 0-86,0 0 1,4-2 76,-3-6 1,3 0-535,1 0 0,1 1-217,3-1 1,-1-5-540,5-4 1,0-5-203,5-3 0,-5-10 901,0-2 0,1-8-461,3-8 0,2-6 864,2-11 0,-2-5 0,4-2 0</inkml:trace>
  <inkml:trace contextRef="#ctx0" brushRef="#br1">13112 16396 7704,'-17'-13'0,"3"7"889,-3 1 0,2 4-347,-1 1 1,0 0-15,-4 0 0,3 10-93,-4 2 1,-3 10-53,-5 3 0,-6 7-315,2 9 1,-4 5-241,-4 7 1,19-25 0,0 1 150,-3 1 1,0 2-1,0 1 1,0 1 49,0 1 1,1 1 0,-1-3 0,0 0-279,0-2 1,0 0-1,4-3 1,0 0 15,-17 22 1,8-10-488,9-3 0,9-14-1087,8-2-503,3-11 2310,6-6 0,2-3 0</inkml:trace>
  <inkml:trace contextRef="#ctx0" brushRef="#br1">13485 16111 7704,'5'-9'745,"3"1"0,-1 0-227,2-5 0,-1 5-135,4 0 1,5 1 76,-1-1 1,2-3 230,-1 2 1,1 3-286,2-3 0,2 5-103,-5-4 0,0 5-194,-5-1 0,-5 4 54,-3 4 1,-3 3-204,-1 5 1,-5 6 98,-3 3 1,-5 2-198,-3 2 1,0 4-63,-4 0 0,5 1-143,-2-1 1,5-2 121,3 1 1,0-5 83,5-3 1,-1 0 169,5 0 1,6-2-96,2-6 1,9 0 133,3-4 1,4-3-64,1-5 1,-5 0 25,1 0 1,-6 4-126,2 1 1,-9 0-135,-4-1 0,-2 4-350,-2 9 1,-11-2 255,-6 6 1,-5-5-179,-3 5 1,0-2 128,1 2 1,-1 1-117,0-5 1,1-1 161,4-3 0,-2-2-794,5-3 1115,1-3 0,-2 1 0,-2 1 0</inkml:trace>
  <inkml:trace contextRef="#ctx0" brushRef="#br1">14217 16867 7704,'-6'-12'1719,"5"-1"-1176,-5 1 0,8 1-154,2 3 0,8-2 482,9 6 1,6 0-359,2 4 0,7 1-122,1 3 0,2-1-503,6 5 0,-3-4-485,3 5 1,-3-7-1195,3 3 0,-5-4 437,1-1 1244,-8 0 0,3-6 0,-4 0 0</inkml:trace>
  <inkml:trace contextRef="#ctx0" brushRef="#br1">15011 16545 7704,'12'-6'0,"0"3"419,1-5 1,5 5 635,2-1 0,4-1 4,1 1 0,4 0-313,-1 4 1,6-5-195,-6 1 1,6 0-194,-5 4 0,-1 1-376,-3 4 0,-5 3 134,-4 8 1,-3 0-414,-5 4 0,-4 2 78,-8 7 0,-5 3-111,-7 5 1,-3 6-30,-6 2 0,-1 4-46,-3 0 1,4-3 472,0-1 1,6-6-59,6-2 1,7-7 109,1-9 1,11-7-19,6-6 0,13-5 35,12 1 1,2-8-151,6-5 1,1-2-105,4-1 1,2 0 27,-2-1 0,1 5 57,-10 0 0,0 4-1220,-4-5 0,1 7 579,-1-3 1,-10 4-1662,-2 1 2333,-3-5 0,-1 7 0,0-2 0,-1 3 0</inkml:trace>
  <inkml:trace contextRef="#ctx0" brushRef="#br1">17231 16793 7704,'-12'0'601,"-1"0"-548,1 0 0,4 0 196,-1 0 1,5 0 605,-4 0-22,5 0-527,-2 0 0,5-2 191,0-2 0,7 3-108,5-3 1,2-2 23,6 2 1,5 0-71,4 4 1,4-4-111,-4 0 1,10-6 66,-2 2 0,3-2-103,-3 2 0,5-3-505,-1 3 1,2-3 258,-2-2 0,-7 1-721,4-1 0,-11 2 416,-2 3 0,-2-2-1801,-6 6 443,0 0 826,-11 4 0,0 2 295,-6 2 0,-6-2 591,-2 7 0,-7-1 0,-2 4 0,-10 1 0,1-1 0</inkml:trace>
  <inkml:trace contextRef="#ctx0" brushRef="#br1">17206 17016 7704,'-16'7'0,"-1"-3"0,1 2 707,3-2-249,6 0 0,3-4 72,8 0 0,9 0-121,7 0 1,9 0 60,4 0 0,3-4-97,1 0 1,5-2-177,-1 2 0,5 1-189,-5-5 1,5 1 99,-5-1 0,4-3-413,-3 2 0,-1-2-83,-4-1 1,-1 0-377,-3-1 1,0 1-467,-8-1 1,1 1 543,-9 0 1,-1 3-68,-3 1 753,-1 0 0,1-5 0,-1 1 0</inkml:trace>
  <inkml:trace contextRef="#ctx0" brushRef="#br1">17628 16371 7704,'0'-19'630,"0"1"-385,0 5 0,0 5 354,0 0 1,0 4-196,0-4 1,6 5 19,2-1 0,7 2-102,2 2 0,6 6 42,2 2 0,0 3-81,4 1 0,1 2-81,-1 3 1,5-2-154,-1 6 1,-1-5 51,1 5 0,-5-5-175,1 5 0,-3-4 78,-1 3 1,-2-3-97,-2 3 1,-5 1-222,-7 4 1,0 0-228,-5 0 0,0 1-53,-4 3 1,-6 2 246,-7 7 0,-5 4-64,-7 4 1,-4-2 76,1 1 0,-7-1-79,2 2 1,1-2 201,-1-3 1,0-2-244,-4 2 1,4-2 34,0-2 1,4 0 417,-4 0 0,5-5 0,2 3 0,5-6 0,-1-2 0,-1-1 0,-2-1 0</inkml:trace>
  <inkml:trace contextRef="#ctx0" brushRef="#br1">19365 16173 7704,'-13'0'-45,"1"0"1,4 0 554,-1 0 1,7-2 177,-2-2-193,2 3 0,2-6 306,0 3-270,0 2 0,10-7-167,2 5 1,9-2 117,0 2 0,6 3-124,2-4 0,6 0-136,-2 1 1,2-4-463,3 3 0,3-4 206,0 0 1,5 3-149,-5-3 0,-1 5 212,-7-4 1,2 1-1073,-6-1 1,-6-2-133,-6 6-1422,-4 0 1465,-6 4 1131,-7 0 0,-12 0 0,-7 0 0</inkml:trace>
  <inkml:trace contextRef="#ctx0" brushRef="#br1">19563 16185 7704,'-12'8'-185,"-1"1"1,1-3 595,0 3 0,5 2-49,3-3 1,2 6 138,2 6 0,0 3-93,0 10 1,6 0-95,2 4 0,3 1-146,1 4 1,1 1 28,-1 2 0,-3 2-201,-1-6 1,-5 6 84,1-1 1,-3-4-36,-1 0 0,0-1 61,0-4 0,-4 3-279,0-7 1,-4-4 22,3-4 1,1-6-54,4-6 0,0-1-548,0 0 532,0-5 0,2-1-219,2-6 1,-1 0 155,5 0 0,-4-2-174,4-2 1,-4-4 82,5-8 0,-2 0-68,1-4 0,1 0-113,-4 0 553,-1-4 0,1 5 0,2-6 0</inkml:trace>
  <inkml:trace contextRef="#ctx0" brushRef="#br1">19588 16570 7704,'-12'1'-126,"-1"3"0,1-3 84,-1 4 0,1-4 827,0-1 0,3 0 417,1 0-726,5 0 1,-1 0 1,8 0 0,9-1-107,7-4 1,8 4-171,1-3 0,5-2-4,-1 2 0,3-5-77,2 0 0,3 0 77,0 0 0,-4-2-372,-3 3 0,-3-3-759,2-1 0,2-1 509,-6 1 1,0 0-723,-5-1 1,-4 5 468,-4 0 1,-3 3-435,-5-3 1112,3 5 0,-10-8 0,5 4 0</inkml:trace>
  <inkml:trace contextRef="#ctx0" brushRef="#br1">20593 16024 7704,'-12'-4'359,"-1"0"1,5-5 98,0 5 1,3 0 64,-3 4 0,0-4-185,-5 0 0,5 1-20,0 7 1,-4 4-10,-5 9 1,-1 4-113,2 8 0,2 4 15,-3 8 0,-1 4 9,2 9 1,1 7-458,6 5 0,0 1 305,5 0 0,-1-4-153,5 3 0,5-4-825,-1-4 1,7-4 582,1-9 1,2-2-707,7-6 0,-5-5 451,5-3 0,-1-10-356,5-6 0,4-7 937,0-6 0,0-4 0,-4 0 0,0 0 0</inkml:trace>
  <inkml:trace contextRef="#ctx0" brushRef="#br1">19923 16086 7704,'0'-13'-595,"0"1"0,1 0 297,4-1 1,-3 1 894,7-1 0,-7 0-88,2-4 1,-2 3-30,-2-2 1,0 6 440,0 2-607,0 0 1,-10 1 129,-2 3 0,-5 2-94,1 2 0,-4 6 121,-4 2 0,-1 4-97,0 5 0,-1 4-102,-3 8 1,3 2-67,-3 6 1,7 6 11,1 3 1,2 5-408,-2 6 1,3-1 345,6 10 0,-1 0-200,7-29 1,0 0 0,2 1 0,1-1 52,1 0 1,0 0-1,0 31-81,2-6 0,2-9 25,2-11 0,4-6 172,9-12 0,-2-6 34,6-5 1,3-8 187,5-9 0,7-8-72,1-9 1,1-8-100,3-4 1,-2-4-303,-2-5 0,6-2 268,2-5 0,-2-2-249,-2-3 1,-2 2 121,-2-6 1,-17 29 0,0 0-133,-1-2 0,-1 0 1,17-27-51,-11 0 0,-6 6-60,-5-2 0,-6 0 10,-7 5 1,-11 2 122,-6 10 1,-6 1 133,-6 3 1,-3 4-107,-5 8 1,0 9 431,-1 8 0,1 9 2,0 7 0,0 8-166,-1 9 0,5 8-131,0 8 1,4 5 2,-4 4 0,2 1-722,-3 3 0,4 1 346,5-5 0,2 4-1244,2-5 0,3 0 718,6-8 0,5-3-416,3-9 1,4-6 546,4-10 1,3-6 135,5-11 0,-3-11 560,-1-6 0,6-5 0,5-3 0</inkml:trace>
  <inkml:trace contextRef="#ctx0" brushRef="#br1">19873 16173 7704,'20'-32'-1223,"-4"2"917,-7 5 1,0 6 2370,-5 2-72,0 9-1335,-4 2 1,-4 12-33,0 2 1,-5 4-240,0 5 1,-3 2 20,-5 6 1,2 4-162,-6 0 0,5 7 35,-5 1 1,1 2-74,-5 6 0,1-1-522,4 2 1,-4 6-101,4-2 1,-4 9-598,-1 3 1,6-6-377,2 2 1,5-8 640,4-9 1,2-6 179,6-15 1,2-7 199,2-9 1,3-6 139,5-6 1,0-6 224,1-10 0,-2-1 0,-3 0 0,3-1 0,-3-3 0,2 3 178,-2-3 0,3 3-178,-2 1 0,-2 1 0,1 4 0,-1 0 1417,1 4-987,3 2 1,-5 0 297,2 6 1,3 5-252,-3-1 1,-1 8 271,1 5 0,2 6-209,6 1 1,-2 6-41,3-1 0,1 2-56,-2 2 1,2 4-107,-1 0 0,-2 5-508,6 0 1,-6-3 176,1 2 1,-2 0-340,-2 5 0,5-7 281,0-2 1,-1-4-1452,-4-4 1,1-5 210,-1-7 1,2-4 1290,3-5 0,-4-5 0,5-2 0</inkml:trace>
  <inkml:trace contextRef="#ctx0" brushRef="#br1">20791 16495 7704,'9'0'-113,"-1"0"0,-4 4 398,4 0 1,-4 7 466,5 2 0,-1 5-16,4 7 0,-3 6-166,-1 6 1,0 6 61,5 7 1,-1-2-252,0-3 1,1-3-175,-1-9 1,2-8 14,3-9 0,-2-3-106,5-5 1,-4-4-65,0-8 1,2-7-158,-1-6 1,3-5-104,-3 2 1,-1 0-334,-3 0 0,-5-1-114,0-4 0,-1-4 288,1 0 0,-1 0 61,-3 5 0,-2-3 34,2-2 1,-3-2 235,-1-6 0,-5-1-105,-3 1 0,1-4 80,-2-1 1,3-3 93,-3 4 0,4-1 165,5 5 0,1 5 321,3 3 1,5 6-268,7 6 1,-1 2 260,6 11 1,0 0-198,3 4 0,3 6 14,2 2 0,-3-1-86,3 1 0,2-1-60,2 1 0,3-2-317,2-6 1,3 0 146,0 0 1,2-4-752,-2-1 1,-3-4 389,-1 0 0,-7 4-778,-9 1 0,-3-2 407,-6 2 0,-5 1-1174,-3 8 1892,-14 1 0,-3 18 0,-12 2 0</inkml:trace>
  <inkml:trace contextRef="#ctx0" brushRef="#br1">21350 16532 7883,'12'2'1186,"0"2"0,5-3-643,0 3 0,3-2-7,-3-2 1,5 0-155,-2 0 1,-2 0-567,-1 0 1,-3 1 202,-2 3 0,-4 3-297,1 6 0,-8 0 100,-1 4 0,-5 4-80,-8 7 0,-3 0 97,-1 5 0,-4-4-38,5 4 1,-3-5 22,6 1 1,-1-9 61,10-3 0,1-5 156,8-4 1,7-2-225,9-6 0,3-7-185,5-5 0,3-6-299,5-7 0,-1 0 245,-3 0 1,2 1 19,-6-1 0,-6 0 401,-6 0 0,-4-5 0,0-2 0</inkml:trace>
  <inkml:trace contextRef="#ctx0" brushRef="#br1">20804 15739 7704,'19'-13'0,"0"1"0,-2-1 0,6 1 819,6 0 1,0 3 333,-4 1 1,0 1-563,0-1 1,-2 2-410,-2 6 1,-7 0 14,-6 0 0,-5 6-453,1 2 1,-3 5 213,-1 3 0,-3-1-14,-5 6 1,0 1-40,-9 7 0,2-3-226,-1 3 0,2-3 98,-3-1 0,8-2 5,0-2 0,7 3 257,-3-4 1,4-2-66,1-1 0,11-4 117,6 0 1,5-1-52,3 1 1,5-5 62,3 0 1,-3-4-28,-1 5 0,-8-5 9,-5 4 0,-7 0-159,-5 5 1,-4 0 101,-4 4 1,-9-2-408,-7 6 0,-4-2 162,-1 2 0,-4 2-660,0-2 0,2-3 406,6-2 0,-1-6-342,6-2 0,-2-1 813,1 1 0,3-2 0,-4-6 0</inkml:trace>
  <inkml:trace contextRef="#ctx0" brushRef="#br1">22156 15987 7704,'7'12'393,"5"0"1,1 1 578,3-1 0,4 5-245,0-1 0,4 6-302,0-1 0,1-2-29,0 2 0,0 1-123,0 7 0,-2-3-250,-2 3 0,-3 1 69,-6-1 1,-5 6-518,-3-2 0,-9 8 79,-8 5 0,-6-2-222,-10 1 0,-3-5-66,-5 2 0,-4 0 317,-1 0 1,-3-5-141,4-4 1,-5-10 75,5 2 1,-6-8 380,1-1 0,2-8 0,2-3 0,3-4 0,4-1 0</inkml:trace>
  <inkml:trace contextRef="#ctx0" brushRef="#br1">23012 16421 7704,'-1'-9'0,"-4"1"211,4 0 1,-4-5 362,5 1 0,0 4 232,0 0 0,1-1-332,3-3 1,4 1 174,9 3 0,2-8-248,6 4 0,5-3 28,3 2 1,5 1-105,3 0 1,-1 3-344,5 1 0,-9 5 27,1-1 0,-9 4 56,-3 4 1,-6 3-131,-6 6 1,-7 0 80,-1 4 0,-4-2-103,-1 6 0,-1-2 34,-4 2 0,4-3 225,-3-6 1,3 0-95,1 1 0,1-2-50,3-3 0,4-2-176,9-6 1,-2 0-318,6 0 0,4-2-191,3-2 0,3-1 323,-2-4 1,-3-2-963,3 3 1,-4 1 613,-5-1 0,-2 5-947,-5-1 1628,-6 3 0,4 1 0,-4 0 0</inkml:trace>
  <inkml:trace contextRef="#ctx0" brushRef="#br1">23198 16644 7704,'-25'18'-1227,"6"-4"1576,2 2 1,9-6 1098,4-2 1,4-1-158,4 1 0,9-2-663,7-6 0,9 0-3,4 0 0,7-6-250,2-2 0,3-2-356,-4 2 0,5-3 74,-5 3 1,5-2-1148,-5 2 1,-4-2-51,-4 6 1,2 0 1103,6 4 0,-2-6 0,4 0 0</inkml:trace>
  <inkml:trace contextRef="#ctx0" brushRef="#br1">24253 15503 7704,'-16'-1'0,"4"-4"0,-3 4 1240,7-3-324,2 3 6,0 1 0,18 5-420,4 3 0,12 5 277,5 3 1,7-2-321,1 3 1,6-5-48,-2-4 0,-1 2-143,2-6 0,4 0-222,3-4 0,-3-1-845,-5-3 0,-6-3 572,-2-6 0,-2 5-1593,-10 0 0,-3 5-243,-10-1 212,-5 3 1850,-7 1 0,-13 5 0,-6 2 0</inkml:trace>
  <inkml:trace contextRef="#ctx0" brushRef="#br1">24501 15590 7704,'-6'12'-1218,"1"5"914,-4-1 0,0 6 1508,5-1 0,-2 9-265,2 7 0,3 6-134,-4 7 0,4 5-333,1 3 1,0-2-237,0 2 1,0-5-189,0 0 1,0-11 110,0-5 1,1-8-579,4 0 1,-3-9 332,7-3 1,-5-9-916,4-4 0,-4-2-6,4-2 1,-1-3-1164,2-5 2170,-4-1 0,1-14 0,0 4 0</inkml:trace>
  <inkml:trace contextRef="#ctx0" brushRef="#br1">24401 15999 7994,'13'0'423,"-1"0"0,1 0-214,-1 0 1,6 0 306,3 0 1,6 0-136,2 0 1,6 0-335,-2 0 0,0 0-177,4 0 1,-7-1-315,7-3 0,-2 1-885,2-6 0,0 0 1329,1-8 0,-7-2 0,0-6 0</inkml:trace>
  <inkml:trace contextRef="#ctx0" brushRef="#br1">25295 15627 7704,'-20'0'1613,"2"5"-692,11-3 1,13 2-49,11-8 1,5 1-354,2-5 0,9 0-787,1-5 1,4 1 201,-5-1 1,3 1-299,1 0 1,-1-1-374,-3 1 1,-8 1-1949,-8 2 2684,-4 4 0,-11 5 0,-4 0 0</inkml:trace>
  <inkml:trace contextRef="#ctx0" brushRef="#br1">25369 15652 7704,'-18'12'316,"6"1"-264,-1-1 1,1 0 742,4 1 1,1 5-319,-2 2 1,7 4 336,-2 1 0,1 1-300,-1 3 1,2 1-28,-2 3 0,3 2-151,1-7 0,0 6-211,0-5 1,-4 5-132,-1-1 0,1-4 100,4-4 1,6-2-622,2-6 0,3-1 332,2-3 0,3-6-813,1-3 0,5-4 402,-2-4 1,4-3-247,1-6 1,-1-5 113,1-2 1,-4-8-22,0-1 0,-2-1 759,2 1 0,-4 3 0,-4-5 0</inkml:trace>
  <inkml:trace contextRef="#ctx0" brushRef="#br1">25605 15677 7704,'7'5'1273,"-2"-2"-819,-5 5 0,4-4-83,0 5 1,2-1-175,-2 4 0,-1 6 1025,5 3 0,0 2-557,5 2 1,0 0 3,4 0 1,-2-2-250,6-2 1,0-2-739,3-2 0,3-8-254,2 4 1,-3-9-441,3 0 1,-2-8-1181,2-5 1,-3-2 202,3-1 1989,-8-6 0,2-1 0,-3-6 0</inkml:trace>
  <inkml:trace contextRef="#ctx0" brushRef="#br1">26113 15627 7704,'-18'12'2074,"-1"1"-1477,-6-1 1,-1 6-436,-3 3 1,-4 8 34,-8 4 0,2 7 619,-2 1 0,2 6-292,2-2 0,5-3-273,3-5 1,9-5-433,3-8 1,5-4-448,3-4 1,4-2-1031,5-2 1,0 1 860,0-1 1,0-6 796,0-6 0,5-11 0,2-9 0</inkml:trace>
  <inkml:trace contextRef="#ctx0" brushRef="#br1">26113 15577 7704,'9'-13'701,"-1"-4"0,0 3-62,5-2 1,0-2 0,4 1 1,2-1-67,6 2 1,0 2 164,0-3 1,4 8-551,-1 1 1,1 5 7,-4-1 0,-4 2-157,0 2 1,-6 2 95,1 2 1,-3 3 91,-5 5 1,-3 6 115,-5 3 0,0 2 159,0 2 0,0 1 67,0 3 0,-4-1-181,0 5 0,0-6-471,4 2 0,0-3 123,0-1 1,0 0-210,0 0 1,0-6 175,0-2 1,0-4-176,0 0 1,4-5-191,0 0 83,0-5 0,-5 4-89,-3-3 1,-4-1 112,-9 5 0,-2-4-446,-6 5 0,0-3 257,0 3 1,-1 2-626,-3-3 1,3-2 501,-3-2 1,3-3-1071,1-1 1,-5 0 1631,-3 0 0,-3-5 0,-1-2 0</inkml:trace>
  <inkml:trace contextRef="#ctx0" brushRef="#br1">27242 15515 8197,'0'-7'2470,"-5"3"-2102,-4 8 1,-3 3-123,-5 6 1,-7 6-26,-9 6 1,-7 5 59,-2 7 1,-12 6-563,26-21 1,-1 2 0,-5 4 0,0 1 382,-5 2 0,-1 0 0,-2 6 0,-2 1-103,-3-1 0,-1 0 1,-2 4-1,0 1-487,-1-1 0,-1 1 0,-1 3 0,0 1 369,16-15 1,0 1-1,-1 0 1,-1 0-1,-1-1 1,1 1-149,0-2 1,0 1 0,1-1-1,-1 0 1,-1 1 0,2-1 19,-14 11 0,0 0 0,1-1 0,0 0-136,3 0 0,1-1 0,0-2 1,0 0 327,6-1 0,0-1 1,1-4-1,3 0-59,5-4 0,2-1 0,0 0 1,2 1-128,-2 0 0,2-1 0,-19 20 66,1-1 1,13-6 409,9-6 1,4-7-1276,8-5 1612,5-12 0,0 3-572,2-12 0,-1 0 0</inkml:trace>
  <inkml:trace contextRef="#ctx0" brushRef="#br1">25803 17264 7704,'-7'-8'436,"3"0"0,-1 3 56,0-3 0,0 0-53,1-5 1,2 5 234,-2 0 1,-1 4-239,1-4 0,-6 5 72,2-1 1,-3 4-151,-2 4 0,0 8-51,-4 9 0,2 8-110,-6 4 0,6 8-167,-2 5 0,4 2-19,0 2 1,2 3-162,3 1 0,2 0-161,6-5 1,0-5 185,0-2 1,7-4-829,6 0 0,1-8 409,6-5 0,2-2-576,7-6 1,-1 2 532,5-7 0,-4 2 587,4-10 0,0 6 0,4-3 0</inkml:trace>
  <inkml:trace contextRef="#ctx0" brushRef="#br1">26225 17500 7704,'0'-7'0,"0"3"0,0 8 0,4 4 0,0 9 0,0 3 484,-4 9 1,0-1 799,0 5 0,0-4-782,0 4 1,0-6-557,0 2 0,0-2 73,0-3 1,2-4-889,2-4 1,-3-6-913,3-2 697,-2-5 1,2-7 1083,0-9 0,0-7 0,-4 0 0</inkml:trace>
  <inkml:trace contextRef="#ctx0" brushRef="#br1">26262 17326 7704,'0'-12'1733,"0"-1"-642,0 1-538,6-1 0,1 7-196,5 1 0,0 3-371,1-2 0,3 2-473,1-2 1,4 3-522,-5 1 0,6 0 1008,-1 0 0,2 0 0,2 0 0</inkml:trace>
  <inkml:trace contextRef="#ctx0" brushRef="#br1">26436 17400 7331,'11'2'1484,"-3"2"-969,3-3 0,-4 6 201,5-3 1,-3-1-227,-1 5 1,-4-1-19,4 2 0,-5 3-165,1 0 1,2 2-111,-2 7 0,0-5-146,-4 5 1,0-4 121,0 3 0,-1 1-148,-3 4 0,2-2 81,-2-2 0,1-2-224,-1-2 64,3-4-5,-5 5-7,6-11 76,0-1-224,6-17 1,-3 2 72,5-7 1,0-3-473,4-2 0,1 2-185,-1-2 0,1 0-428,-1-3 1,1-3 552,-1-2 1,0 3 672,1-3 0,-1 3 0,1 1 0</inkml:trace>
  <inkml:trace contextRef="#ctx0" brushRef="#br1">26845 17227 7704,'0'12'353,"0"1"1,0 0 416,0 4 1,4-3-235,0 2 0,2 4-103,-2 0 0,-2 4-358,2 0 0,-3 1 62,-1 0 1,0 4-155,0 0 0,0 0 71,0-4 0,0 0-56,0-1 0,-4-3 103,0 0-242,-6-6 279,9 3 1,-5-13-80,6-5 0,0-7-22,0-9 0,7 1 38,6-6 1,0-1-255,8-7 1,0 1 90,3-5 0,1 6-236,0-2 0,0 3-284,0 1 1,4-3-547,0 4 0,-5-3 1154,-3 11 0,-6-1 0,3 5 0</inkml:trace>
  <inkml:trace contextRef="#ctx0" brushRef="#br1">27416 17053 7704,'-13'0'-961,"1"0"1906,0 0 0,3 4-130,1 0 0,1 8-363,-1 0 0,-2 2-86,6 6 0,-4 8-145,4 9 1,-5 6-113,5 6 0,0 2 88,4 3 0,0-1-134,0 4 1,0-4-265,0 1 0,0-9-318,0-4 1,4-2-632,0-2 0,6-11 534,-2-5 0,3-7-247,2-6 0,1-2 863,2-6 0,2-2 0,3-2 0,2-8 0,-4-8 0</inkml:trace>
  <inkml:trace contextRef="#ctx0" brushRef="#br1">27652 17376 7704,'0'12'614,"-2"0"-372,-2 1 0,3 1 229,-3 2 0,4-1 45,4 6 0,3-2-27,5 2 0,0 2-22,1-2 1,-1 3-103,1 0 0,-1 0 10,0-4 0,1-2-72,-1-5 1,1-1-136,-1 1 1,0-7 28,1-1 0,-1-4-214,1-1 0,-1-1-110,0-4 1,1-3-221,-1-8 1,1 0 13,-1-4 0,0-1 133,1-4 0,-2 1-238,-3-1 0,2 1 123,-6 4 1,4-4 177,-4 4 1,1-8-37,-5-1 1,0 0 231,0 4 0,0-5 6,0-3 1,-5-2 69,1 2 0,-4 3 127,4 5 1,0 2-137,4 2 0,1 3 43,3 6 1,3 5-67,6 3 1,0 2 162,4 2 1,2 0-45,6 0 1,0 2-239,0 2 1,-1-3-49,1 3 0,0-2-212,0-2 1,-2 0-475,-2 0 1,1 0 353,-5 0 0,3 0-778,-3 0 0,-5 0-123,-4 0 199,-5 5 1098,3 2 0,-12 6 0,-1-1 0</inkml:trace>
  <inkml:trace contextRef="#ctx0" brushRef="#br1">28073 17388 8050,'0'7'2744,"6"-2"-2061,2-5 1,9 0-277,3 0 1,0 0-327,0 0 1,0 0 76,0 0 0,2 0-272,-5 0 1,-2 2 149,-7 2 0,-2-1-45,-6 5 1,-2 4-39,-2 5 0,-3 5-164,-5-1 1,-6 2 13,-3 2 1,2 0 52,-2 0 0,8-5-52,0 1 1,2-6 99,7 2 1,1-4-65,7 0 0,5-6 112,7-3 1,5-8-275,8-5 1,-2-3-215,7-5 0,-3 2-268,2-5 0,-2 3 49,-7-4 0,0 6 755,-3-1 0,-3-4 0,-6 1 0</inkml:trace>
  <inkml:trace contextRef="#ctx0" brushRef="#br1">27577 16805 7704,'13'-12'351,"-1"-1"1,6 2-48,3 3 1,3 3 572,5 5 0,3 0-350,5 0 1,0 0 48,1 0 1,-7 1-208,-2 3 1,-8-1-375,-4 5 0,-5 0-97,-4 5 0,-2-1-21,-6 1 1,-6-1 77,-2 0 1,-3 5 102,-2-1 1,0 5-418,-4-4 1,3 3 89,-2-3 1,-1 4-10,5-5 0,-2 1 56,10-5 0,-4 0 70,4 1 1,1-5 105,7 0 0,-1-5 87,5 1 0,0-1 12,5 1 1,-1-2-68,0 2 0,-5-2-51,-3 3 0,-5 1 22,-7 7 0,-2 1-285,-10 2 1,-1-1 103,-4 6 0,0-4-388,0 3 0,1-5 33,-1 2 0,4-5 579,0-3 0,6 2 0,-3-5 0</inkml:trace>
  <inkml:trace contextRef="#ctx0" brushRef="#br1">28818 17512 7704,'0'14'534,"0"2"0,-6 2-156,-2 3 0,1 2 41,-1-2 1,-2 3-146,-6 0 1,2 5-137,-3 0 1,3 0-194,2-4 1,1-2-290,3-2 0,2-3-2147,6-6 1506,0 1 985,0-6 0,0-2 0,0-5 0</inkml:trace>
  <inkml:trace contextRef="#ctx0" brushRef="#br1">29177 16979 7717,'-11'-2'643,"3"-2"1,1 3-190,3-3 0,1 4-20,-5 4 0,5 7-132,-1 5 0,-1 12-120,1 1 0,-5 7-5,5 5 0,-6 3-1,2 6 1,1 4-117,-1-1 0,1 5 11,-1-4 0,2-6-91,6-6 1,0-11 54,0-6 0,6-7 2,2-10 1,5-2 65,3-6 0,5-6-21,8-2 1,1-9-3,3-3 1,3-5-22,-3-4 0,-1-1-108,1-3 1,-4-6-183,4 6 0,-10-6 32,2 6 1,-4 2 68,-1-2 1,-3 1-139,-9-1 1,2 2 67,-6 7 0,-3-1 297,-9 0 1,0 0-129,-9 0 0,-1 6 102,2 3 1,-6 7-75,1 5 1,-2 4 96,-2 4 1,-4 5-130,0 7 1,-1 8 33,1 4 0,3 3-463,-3-2 1,4-3 191,4 3 0,-1-3-368,6-1 1,-1 2 87,5-2 552,5 3 0,-4-9 0,4 6 0</inkml:trace>
  <inkml:trace contextRef="#ctx0" brushRef="#br1">29277 17190 7704,'12'0'2036,"0"0"-1470,1 0 0,-5 0 40,0 0 0,-5 5-54,1 3 1,-4 5-165,-4 3 0,1 0-442,-5 4 0,-1 1 113,-8 4 0,2-1-593,-6 1 1,6 0-85,-2 0 1,4-2-516,0-2 1,1 2 468,-1-2 0,1-3-928,0-1 994,5-4 598,1-6 0,1-1 0,-2-6 0</inkml:trace>
  <inkml:trace contextRef="#ctx0" brushRef="#br1">29215 17463 7704,'5'-7'224,"-2"0"509,5 3 1172,-5 2-1388,8-3 0,-6 6-83,4 3 1,2 3-112,-3 6 1,7 0-154,2 4 0,1-3 39,-2 2 0,-1 2-664,6-1 1,0-1-121,4-3 1,-2-1-459,-2 0 0,2-1 288,-2-2 1,1-4 744,-2-5 0,4 0 0,-5 0 0</inkml:trace>
  <inkml:trace contextRef="#ctx0" brushRef="#br1">29785 17066 7704,'13'0'534,"-1"-5"153,1 1 0,0 0-2,4 4 1,-3 6-284,2 2 0,2 4-119,-1 5 1,-1 2-63,-3 6 1,3 0-156,1 0 0,-5 4-12,-4 0 1,-5 5-81,1-1 0,-2 6-10,-2-2 1,0 3-230,0-7 1,-10 1-763,-2-1 1,-9 3 491,0-3 1,-2-2-597,-2-2 0,0-5 637,0-3 1,2-4 493,2-9 0,-2-3 0,3-5 0</inkml:trace>
  <inkml:trace contextRef="#ctx0" brushRef="#br1">30108 16991 7704,'12'-8'486,"1"0"0,-1 5 17,0-1 1,2 2 63,3 2 0,-2 0-100,6 0 1,-6 7 82,1 6 0,-1 0-70,2 8 1,-3 0-144,2 4 0,-6 1-200,-2 3 0,-1-2 72,1 6 1,-2-4-305,-6 4 1,0-1-175,0 1 0,-1 3-277,-4-3 0,-6 3-38,-5 1 1,-6-4 262,1 0 1,-8 0-910,-4 5 1,1-7 566,-1-2 0,0 1-78,-4-1 0,0-4 741,0-4 0,-6-6 0,-1 3 0</inkml:trace>
  <inkml:trace contextRef="#ctx0" brushRef="#br1">28954 14548 10160,'0'19'657,"0"6"0,0 8-436,0 13 1,0 10-103,0 14 0,0-34 1,-1 0-406,-1-1 1,0 0 0,0 33 9,-2-6 1,3-10 208,1-2 1,0-16-90,0-5 0,0-8-110,0-9-236,0 1 278,0-6 0,1-3 104,3-8 0,-1-5-43,5-7 1,-1 2 274,1-3 1,3 0-242,-2 0 0,-2 0 30,1 5 1,0 0 24,5-1-27,-1 1 1,0 5 307,1 3 1,-5 4-92,0 4 0,-1 4 56,1 9 0,-2-2 27,-6 6 1,0-1-5,0 5 0,0 0-28,0 0 1,-4-2-19,0-2 1,-6-2-226,2-2 1,-3-8 182,-2 4-29,1-9 1,0 1-38,-1-5 0,5-7 21,0-5 1,5-2-23,-1-6-40,2-1 0,2-4 0,0 0 0</inkml:trace>
  <inkml:trace contextRef="#ctx0" brushRef="#br1">29376 15032 7887,'7'-6'292,"-2"-1"301,-5-5-172,0 5 186,0-4 0,-1 11-185,-3 0 0,-7 7-156,-6 9 0,-5 8-100,2 5 1,-4 5-1,-1-1 0,5-1-219,-1 1 1,6-1 81,-2 1 1,5-8-276,4-9 213,2-2 0,13-9-434,5-5 0,3-6 228,10-11 1,-3-6-184,7-6 0,-3-4 149,-1 4 1,-1 0 86,-4 4 1,0 0 238,-4 0 0,-6 6-50,2 2 0,-8 8 757,1 1-554,-4 5 1,-2 4 64,-4 12 0,3 4-23,-7 8 0,5-4-6,-4 0 1,5-2-298,-1 2 0,3 1-257,1-6 0,0-3-372,0-5 0,5-5 352,4 1 0,2-3-618,1-1 1,4-5 949,1-4 0,5-7 0,-3-4 0</inkml:trace>
  <inkml:trace contextRef="#ctx0" brushRef="#br1">29835 14784 7887,'7'-6'494,"-2"-1"855,1-5-653,-5 5-474,5 1 0,-8 8-181,-2 2 0,-3 8 116,-5 9 0,-2 1-82,-2-1 0,0 5 67,-4-5 0,5 5-149,-2-6 0,5-2 158,3-1-244,-2 2 0,10-5-12,-3 2 1,8-3 117,4-5 0,5 2-185,3-6 0,3 6 58,6-2 1,0 1-41,0 0 0,-2 6 55,-2-3 1,1 3 97,-5-2 1,-5-1-8,-4 1 0,-5-1 110,1 0 0,-4 1-202,-4-1 0,-3 1-107,-5-1 1,-5-4-143,1 1 0,-6-5 140,1 4 1,-1-5 208,1 1 0,-8 3 0,3 0 0</inkml:trace>
  <inkml:trace contextRef="#ctx0" brushRef="#br1">28967 15143 7847,'0'-8'-369,"0"0"0,0 4 156,0-5 331,5 1 92,-4-4 29,10-1-132,-9 1 0,5 5 107,-3 3-94,-3 2 0,5 4-13,-6 2 0,0 3 0,0 5 0,0 6 1413,0 3 0,0 2-784,0 2 1,-2 1-367,-2 3 1,3-1-326,-3 5 1,-2-6-64,2 2 0,-4-1-90,4 1 0,-6-4 106,2-1 1,1 1-175,-1-4-599,5-3 351,-3 0 199,6-11 1,0-3 86,0-8 0,2-5-134,2-7 1,3-2-15,5-3 1,1-6 100,-1 2 0,0-3 58,1 4 0,-1-5 109,1 0 1,-2 1 5,-3 7 0,2-2-82,-6 2 1,4 2 388,-4-2 1,0 10-163,-4-1 1,4 2 660,0-2-196,1 5 75,-5 1-464,0 6 0,1 0 72,3 0-140,-3 6 1,9 5 30,-6 6 0,5 3 36,-5-3 1,1 5-62,-1-2 1,-2 5-206,2 4 0,-3-3-113,-1 3 0,2-4-228,2-4 0,-3 2-15,3-2 0,-2 1-259,-2-1 0,0-3-382,0-6 1,1 0 453,3 1 0,-1-6 601,5-3 0,0-3 0,5-1 0</inkml:trace>
  <inkml:trace contextRef="#ctx0" brushRef="#br1">30592 15056 7822,'-13'-20'-39,"1"-1"1,-1 5-66,1-5 0,0 6 1126,-1-2 1,1 5-411,-1 4 0,0 2 35,-4 6 0,2 11-234,-6 6 0,2 6 17,-2 6 1,-1 3-186,6 5 0,-1 4-139,5 1 1,5-3 45,3-5 1,2-5-103,2-9 0,7-3-212,6-9 1,6-4 125,10-8 1,3-8-631,5-9 0,4-8 318,0-4 1,4-3-747,-8-1 0,3-2 503,-7-2 0,-3 1 184,-1-6 1,-4 2 287,-4-1 0,-8-3 123,-4 2 1,-7-3-23,3-5 1,-5 7-140,-5-3 1,3 9 473,-7 0 1,1 8-27,-4 4 1345,-1 8-1058,6 9 0,-2 13-87,5 11 1,0 4-161,4 8 0,0 4 135,0 9 0,0 3-395,0 6 0,0-1 88,0 9 0,0-3-410,0-2 0,-5 2 175,1 3 1,-5-4-911,0-1 0,4-2 211,1-10 0,-2 1-53,2-14 1,1-2 309,7-9 0,1-6-370,7-3 888,-2-3 0,13-12 0,-4-3 0</inkml:trace>
  <inkml:trace contextRef="#ctx0" brushRef="#br1">31026 14932 7837,'7'-6'1317,"-2"0"0,-5 12-278,0 2 0,-5 4-492,-4 5 1,3-2-78,-3 6 1,1-1-196,-4 5 1,5-4-669,3-1 0,-2-3-229,2 4 0,0-6 622,4 1 0,5-2 0,2-2 0</inkml:trace>
  <inkml:trace contextRef="#ctx0" brushRef="#br1">31051 14722 7837,'0'-13'1031,"0"1"0,1 5-959,3 3 0,3 2 13,5 2 0,5 0-1655,0 0 1570,5 6 0,2 1 0,8 5 0</inkml:trace>
  <inkml:trace contextRef="#ctx0" brushRef="#br1">31299 14908 7837,'-13'12'0,"2"5"393,3-1 1,-2 1 650,6-5 614,-5 0-1215,7 1 1,-2-2-15,8-3 0,-1-1-685,5-3 1,1-2 225,3 2 0,2-3-635,2-1 0,-2-4 425,3 0 0,-4-6-79,0 2 1,-1 1 199,1-1 1,-1 5 238,0-1 1,-3-2-221,-1 2 538,-5 0 73,8 4 0,-10 1 108,3 4-539,-2 1 320,-2 7-1241,0-1 467,0 1 253,0-6-37,0-2-68,0-5 0,5-1-161,3-3 1,-1 1-145,2-5 0,-1 3-67,4-3 0,1 5 152,-1-1 0,0-1 152,1 1 1,-1-1 3574,1 5-1602,-1 0-1548,0 6-865,1 1-385,-1 5 1119,1 1 0,-1-1 0,1 0 0</inkml:trace>
  <inkml:trace contextRef="#ctx0" brushRef="#br1">32055 14598 7930,'0'-20'346,"0"4"0,0-2 528,0 1 0,12 1-190,4 3 0,12-3-262,5-1 1,4 2-302,4 7 0,2-2 112,2 6 0,-2 3-608,-6 9 1,-8 2 235,-8 10 0,-9 6 77,-12 8 1,-12 3 145,-9 4 1,-13-2-255,-12 2 1,-6 2 479,-2-2 1,25-21 0,0 0 52,-24 13 0,2-3 497,9-5 0,4-5 273,13-4-1056,8-2 0,24-7-185,14-3 1,13 1-135,12-1 0,2 6 150,2-2 1,-1 3-225,1 2 1,-2 1-595,-2 2 0,-5-1 578,-8 6 1,-9-4-137,-12 3 1,-7-3 60,-9 3 0,-8-3 865,-9 4 0,-9-5-199,-7 5 0,-2-2-19,-6 2 1,-4 2-359,0-2 0,2-3 168,10-2 0,1 2-2381,3-1 2331,8-1 0,2-1 0,2-2 0,-3-3 0</inkml:trace>
  <inkml:trace contextRef="#ctx0" brushRef="#br1">32701 15379 7831,'-18'0'0,"0"0"2022,-3 0 0,3 0-969,6 0 0,3 1-621,1 3 1,4-1-823,-4 5 1,5-3-993,-1 3 1,3 1 1381,1 8 0,-6 2 0,-1 6 0</inkml:trace>
  <inkml:trace contextRef="#ctx0" brushRef="#br1">28967 16061 7864,'-44'12'0,"1"1"0,5-3 0,3-1 798,-27 8 1,18-9 293,19-4-349,11-3 0,15-1-304,12 0 1,10 5 234,10-1 0,15 4-178,10-4 0,6 0-519,-28-3 0,2-2 0,3 1 0,1-1 179,5-1 0,1 0 0,5-3 0,2-3-41,0-1 0,1-2 1,8-1-1,2-1-531,-20 3 0,0 0 0,2 1 0,5 0 0,1 0 0,2-1 431,6 0 1,2-1 0,0-1 0,-12 3 0,1 0 0,0-1 0,0 0-488,2-1 1,1-1 0,0 0 0,0 1 0,3 0 0,0 1 0,0-1 0,0 1 385,-1-1 1,0 1-1,0-1 1,0 1-1,0 0 1,1 1-1,-1-1 1,1 1-262,1-1 1,0 1-1,0 0 1,0-1-1,0 1 1,1 0 0,0 0-1,-1 1 70,0-1 0,-1 0 1,-1 1-1,1 0 1,-1 2-1,0-1 0,-1 1 1,0 1 276,-3 0 0,-2 1 0,1 0 0,-1 0 0,17-1 0,-1 0 0,1 0 0</inkml:trace>
  <inkml:trace contextRef="#ctx0" brushRef="#br1">26944 5842 7606,'13'0'1282,"-5"0"-615,0 0-437,-5 0 1,4 1 456,-3 3 0,-2 3-219,2 5 0,-3 2-117,-1 3 0,0 1-50,0 2 1,-4 4-110,0-4 0,0 9-58,4 4 1,0 3 52,0 1 1,4 3-137,0 6 0,6 1 98,-2 11 1,2 1-566,-2 7 0,1-1 343,-6-31 0,-1 2 1,2 2-1,0 1-75,-2 4 0,0 1 0,2-3 1,0 1-184,-1 1 1,-2 0-1,2-1 1,-1 1 204,-2 0 1,0 0 0,0 1 0,1 1 51,1 0 0,0 0 0,-1-2 0,1-1 38,2 1 1,0 0 0,-2-1 0,0 0 180,2 2 0,0-1 0,-1 2 0,-1 0-79,2 2 0,0 1 1,-2-1-1,0 1 64,2 3 1,0 1 0,-2-1 0,0 0-251,3 1 0,-1 0 0,-2 1 0,0 1 265,2 4 0,0 0 0,-2-2 0,0 0-354,2-1 0,0 1 1,-1 0-1,-1 0 172,2-2 1,0-1 0,-2 3 0,0 0-99,2 2 1,0 0-1,0-4 1,1-1 82,1 1 0,0 0 1,0-1-1,0 1-1,1 0 1,-1 0 0,0 2 0,0 1 39,1-2 1,-1 1 0,-2 0-1,0-2 91,0-2 0,0 0 0,0-1 0,0 0-26,2 2 1,1 1-1,-1-1 1,0 0-37,0 1 0,1 0 0,-1 0 1,0 1-4,0-4 0,0 1 0,1 2 1,-1 0 10,0-3 1,0 1 0,0 1 0,1 0-147,-1-3 0,0-1 0,2 2 1,1 0 126,-1-3 0,0-1 0,1 0 0,-1 0-58,-2 0 1,0 1 0,-2 1 0,0 0 28,1 0 0,-1 1 0,-2 1 1,0-1-58,2-4 0,0-1 0,-2 0 0,-1 1 51,1-3 1,0 0 0,1 1 0,-1-1-46,1 1 0,-1-1 0,0-2 0,0-1 24,-2 0 1,0-1 0,0 1 0,0 0-59,0-1 1,0 0 0,0 1 0,0-1 138,0-2 1,0 0 0,0 1 0,1-1-54,1 0 1,0 0-1,0 33 79,0-34 1,0-1 0,-1 32 208,-1-1 0,0-1-184,0-11 0,0 4-92,0-4 1,4 3 430,0-3 1,1-6-485,-5-6 1,0 0-133,0 0 0,0 3 559,0-3 0,4-2-468,0-7 1,1 3 343,-1-3 0,-1 2-381,5 3 0,-1-7 242,2-2 1,2 0-274,-3-4 1,7 5 225,2-9 0,-1 0-43,-3-9 0,4 0 32,4 1 0,3-2 84,0-3 0,1 2-205,0-6 0,5 0-86,3-4 1,3 0 15,1 0 0,2 0 167,2 0 0,5 0-121,8 0 0,-2 0 3,6 0 1,1 0 165,7 0 1,-30 0 0,0 0-3,5 0 0,1 0 0,1 0 0,2 0-378,4 0 0,1 0 0,3 0 0,0-1 331,3-1 0,0 0 1,5-1-1,2-1-71,5-2 0,1-1 0,-1 3 0,0 0-235,-21 1 1,-1 0 0,2 1 0,0-1 0,2 1 0,-1 0 213,0-1 0,1 0 0,0 1 1,3-2-1,0 1 0,1 0 29,1 1 1,0 1 0,0 0-1,-1-1 1,0 0 0,1 0 63,1 1 0,1-1 1,-1 1-1,1 1 0,-1-1 1,1 1-30,-1-2 0,1 1 0,-1 0 0,3 0 0,1 0 0,-1 1 33,2 0 1,0 0-1,-1 0 1,0 0 0,0 0-1,-1 0-320,1 0 1,-1 0 0,0 0 0,0 0 0,-1 0 0,0 0 278,0 0 0,0 0 0,0 0 0,1 0 1,-1 0-1,1 0-51,2 0 0,0 0 1,-1 0-1,-4 0 1,0 0-1,-1 0 24,2 0 1,-1 0 0,1 0 0,-4 0 0,1 0 0,-1 0-288,-1 0 0,0 0 0,1 0 0,-2 1 0,1 1 0,-1-1 114,-1 1 0,0-1 0,-1 1 219,18 0 0,-2 0 0,3-2 0,-2 0 0,-6 0 0,0 0 0</inkml:trace>
  <inkml:trace contextRef="#ctx0" brushRef="#br1">26969 5321 7658,'-19'5'0,"-4"-2"0,2 5 0,3-5 592,1 1 53,4-3 1,7-1-126,6 0 1,13 0-249,11 0 1,9-1-254,13-3 1,10-3 15,-21 1 1,1 0 0,6-3 0,1 1-499,4 0 0,1 0 0,5-3 0,0-1 336,7 2 0,0 0 0,6-2 0,1-1-285,-19 3 0,2 1 0,1-1 0,2 1 1,1 0-1,1 0 349,4-2 1,1 0-1,-1-1 1,-2 2 0,-1-1-1,1 1-278,0-1 0,1 0 0,0 0 0,0-1 0,-1 0 0,0 0 375,1 1 1,0 0-1,0 0 1,2 0-1,1 1 1,0-1-40,4 0 1,0 0 0,-1 0-1,0 0 1,-2 0 0,1 0 151,2-1 0,0-1 1,0 1-1,1-1 0,1 1 1,0 0-289,0-1 0,0 1 0,1-1 1,-15 4-1,1 0 0,0-1 1,0 1 176,2 0 0,0-1 0,0 1 0,-1 0 0,-1 0 0,-1 1 0,0 0 0,0 0-100,0-1 1,0 1-1,-1 0 1,1 0-1,14-2 1,0 1 0,0 0-168,-2-1 0,0 0 0,-1 1 1,-1 1-1,-1 1 0,-1 0 139,-1 0 1,0 0-1,-2 1 92,-4 0 0,-2 2 0,1-2 0,0 0 0,0-2 0,-1 2 0,-3 1 0,-1 1 0</inkml:trace>
  <inkml:trace contextRef="#ctx0" brushRef="#br1">27924 5655 7306,'13'-6'5,"-1"0"1,1 13 496,-1 5 1,-4 10-180,1 7 0,-1 7-126,4 1 1,-1 2-171,-2 6 0,2-3 92,-3 3 1,2-3-306,-2 3 1,3-10 137,-3-2 1,-1-9-53,1-7 1,1-2 37,3-11 1,0 0-402,1-4 1,-1-7 3,1-5 0,3-3 459,1-10 0,-1-2 0,-3-11 0</inkml:trace>
  <inkml:trace contextRef="#ctx0" brushRef="#br1">28284 5593 7704,'-16'10'37,"-1"3"1,-5 3 714,1 1 1,2 2-254,-2 6 1,1 5 64,-5 3 0,0 4-178,0 5 0,1-4-289,-1 4 1,-1-2-193,-3 1 0,2-3-379,-2 4 0,9-9-822,3-4 1,3-4 145,2-5 526,5-2 0,3-11 624,8-3 0,9-19 0,6-6 0</inkml:trace>
  <inkml:trace contextRef="#ctx0" brushRef="#br1">28383 5370 7704,'20'-16'0,"-4"-1"0,-1 1 830,2 3 1,-2 1-303,6-1 1,0 1 358,3 0 1,1 3-396,0 1 1,0 5-83,0-1 1,-2-1-162,-2 1 0,-3-1-408,-6 5 1,-1 6-3,-3 2 0,-2 5-183,-6 3 0,-6-1 71,-2 6 0,-8 0 134,-5 3 1,-3 5-416,0 0 0,-1-1 170,0-7 0,2 1 474,2-6 0,3 3-115,6-6 492,-1 2-31,6-8-107,2 0 0,10-2-144,4-5 1,6-1-51,1-3 1,5 2-110,-5-2 0,6-1 87,-1 1 1,-2-1-422,2 5 0,-4-1 146,3-3 0,-3 3-1028,4-4 1,-6 4 75,1 1 1114,-2 0 0,4 0 0,1 0 0</inkml:trace>
  <inkml:trace contextRef="#ctx0" brushRef="#br1">29103 5866 7704,'-12'4'2211,"-1"1"-2017,6-1 1,2-3 224,5 3 1,1-2 277,3 2 0,5-3-438,7-1 0,5 0-62,8 0 0,-3 0-927,3 0 1,1-4 533,-1 0 1,1-4-1419,-1 3 1,-7-3 344,3 4 1269,-3-6 0,3 4 0,0-7 0</inkml:trace>
  <inkml:trace contextRef="#ctx0" brushRef="#br1">28545 5556 7704,'4'-8'-3,"0"0"0,2 1 134,-2-1 213,-3-3 0,6 9-98,-3-2 0,-3 1 508,4-1-174,-4 3 37,4-5-100,2 6-209,6 0 1,-1 0-95,1 0 0,-1 0-13,0 0 0,1 0-117,-1 0 1,1 0 75,-1 0 0,-1 2-177,-3 2 0,2-1 33,-6 5 1,4-4-273,-3 4 0,-1 0 147,-4 5 1,0 1-136,0 2 1,-6-2-55,-2 2 0,-3 0-85,-2 0 1,-3-2-169,-1 2 1,1 2 204,3-1 1,-3-1-334,-1-3 1,-3-1 264,3 1 1,-4-2 36,5-3 0,-1 2 377,5-6 0,-6 0 0,4-4 0,-4 0 0</inkml:trace>
  <inkml:trace contextRef="#ctx0" brushRef="#br1">29736 5581 7704,'12'-12'67,"0"-1"1,1 5-68,-1 0 0,1 4 952,-1-5 1,6 7-405,3-3 0,4 4 180,3 1 0,-1 0-244,2 0 1,1 6-123,-1 2 1,-4 3-338,-5 1 1,-4 2 73,0 3-1,-4-2-58,-3 5 0,-4 0 104,-5 0 1,-1 5-391,-3 0 1,-9 1 88,-7 7 0,-4-4-267,-1 4 1,-1-4 184,-3 4 1,-1-1 39,-3 1 0,7-4 435,5-8 0,6 1 23,-2-6 70,9 1 1,4-6-119,8-3 0,4-2 52,9-6 0,4 0-19,7 0 1,0-5-177,5 1 1,2-5-115,6 0 1,-2-2-337,2-1 0,-4 0-1301,-4-1 1,2 2 799,-6 3 0,0-3 883,-5 3 0,-4-3 0,-2-2 0</inkml:trace>
  <inkml:trace contextRef="#ctx0" brushRef="#br1">31200 5122 7704,'0'-7'1709,"0"3"-1187,0 8 0,5 5 550,3 7 1,-1 9-462,1 8 0,-5 4-238,1 5 1,-2 6-134,-2 5 0,-6 1-21,-2-4 0,-3-1-463,-1 1 0,3-2 214,1-2 1,1-5-519,-1-8 1,2-4 290,6-8 1,2-9-557,2-8 0,-1-2 217,5-2 1,4-2 155,5-2 0,-1-3 323,-3-5 1,-1-6-62,1-3 1,2 2 331,-3-2 1,3 5-197,-6-5 797,2 6-413,1-3 186,0 6 1,-1 6-120,-2 6 1,-4 7-16,-5 10 0,0-2-180,0 5 0,0 1-120,0 4 0,0 0-432,0-1 0,0-3 213,0 0 0,0-5-997,0 5 1,2-6 539,2 2 0,-3-3-1407,3-2 1989,3-5 0,0 4 0,5-4 0</inkml:trace>
  <inkml:trace contextRef="#ctx0" brushRef="#br1">31758 5618 7704,'-7'-12'0,"-4"-1"369,3 1 1,-8 5 547,0 3 0,-2 10 370,1 6 0,-3 6-611,-9 7 0,3 5-216,-3 3 0,2-1-123,3 1 0,4-4-414,4 4 1,8-11 102,3-1 0,5-8-449,5-4 0,3-4 41,8-5 1,5-1-272,8-3 0,1-7 110,3-6 1,3-5-310,-3 1 0,-2-2 470,-2-2 0,-5 6 141,-3 2 0,1 3 122,-5 2-175,-1 0 790,-9 5 0,-1 8 34,-6 12 1,-6 0 349,-2 8 0,-2 0-468,2 3 0,-2 1-19,6 0 0,0-6-997,4-2 1,0-3 427,0-2 0,5-4-1063,4 1 1,3-7 596,5 3 1,-2-10-309,6-3 1,-1-8 273,5-5 676,5-2 0,2-8 0,5-1 0</inkml:trace>
  <inkml:trace contextRef="#ctx0" brushRef="#br1">32254 5507 7704,'7'-13'1204,"-2"5"-356,-5 0-209,0 5-78,0-3 1,-5 12 427,-3 2 1,-9 9-339,-4 3 0,-2 4 116,-2 1 0,0-1-666,1 1 0,0 0 25,3 0 1,-1 0-392,6-1 1,5-4 230,7-4 1,4-3-285,4-5 1,7 2-24,5-6 1,8 4-153,1-4 1,-5 2-126,5-2 0,-3-1 197,3 5 1,-6-4 300,-2 4 0,-3-1-102,-2 1 1,-1 3 310,-3-2-125,-2 2 1,-8 1-228,-2 1 0,-3-2 39,-5-3 1,-6 3-163,-3-3 0,-6 3-108,-2 2 1,-7 3-978,-1 1 1471,-6-1 0,-12 2 0,-2 1 0</inkml:trace>
  <inkml:trace contextRef="#ctx0" brushRef="#br1">27639 7218 7704,'11'-23'334,"-3"2"0,3 3-25,-2 6 0,7-1 417,5 1 0,4 0-277,4-1 1,-2 6 33,6 3 0,-1 3-120,1 1 0,-4 1-316,-8 3 0,-5 7-75,-7 6 1,-5 5-144,-8-1 1,-9 6-157,-7 2 0,-4 1 262,-1-1 0,-1-3-199,-3 3 1,3 2 86,-3-2 1,4-5 21,5-3 1,2-6-57,5 2 169,6 2 0,5-6 38,10-1 0,6-5 14,10-7 0,3 0 4,2 0 1,-3 1-35,3 3 0,-7-1 460,-2 5 1,-6-4-198,-1 5 0,-2-1 216,-7 4 0,-1 5-132,-8 0 1,3 3-245,-7-3 0,-3-1-124,-5-3 0,1-1 158,3 0 1,1-1-512,0-2 0,-1 0 203,1-4 0,-1-1-1187,1-4 980,0 0 1,-1-6-631,1-2 0,-1-3 455,1-2 1,4-3-339,-1-1 911,1-5 0,1-2 0,2-8 0</inkml:trace>
  <inkml:trace contextRef="#ctx0" brushRef="#br1">28222 7355 7704,'-5'6'2875,"-2"6"-1781,0-6 1,1 3-505,6-1 1,2-4-291,2 4 0,4-5-427,9 1 1,2-2-421,6-2 1,4-5-1235,0 1 1,5-4 439,-1 4 1341,-2-6 0,4 3 0,-3-5 0</inkml:trace>
  <inkml:trace contextRef="#ctx0" brushRef="#br1">29091 7020 7704,'-5'-9'343,"1"1"0,-1 1 1375,1-1-840,2 3 1,-9 5-354,3 0 1,-4 1-288,-5 3 1,-2 8-42,-6 9 0,0 3-215,0 0 0,-4 5 71,0 0 0,2 4-24,6-4 1,3-1-83,6-8 0,5 4-294,3-3 1,5-4 4,7 0 0,8 1 152,13-2 0,2-3-95,7-5 1,-5-4 55,0 5 0,-2-7 230,2 2 0,-2 2-36,-6-2 1,-5 2 112,1-2 0,-10-2 274,1 7 1,-7-5-167,-1 4 1,-4 0 82,-4 5 1,-8-1-53,-4 1 0,-6-1-61,1 0 0,-2-1-10,-2-2 1,4 0-599,1-5 1,4 5 242,0-5 0,2 0-1231,2-4 1,3-1 428,1-3 0,5-3 1011,-1-6 0,14-10 0,4-3 0</inkml:trace>
  <inkml:trace contextRef="#ctx0" brushRef="#br1">29376 7255 7704,'0'13'801,"-1"-1"459,-4 1 0,-1 0-550,-7 4 0,1-2 198,-1 6 0,5-5-422,0 5 0,4-6-676,-5 2 0,7 1-498,-3-2 1,5-1 519,5-6 0,1-4-104,7-5 0,5 0 218,2 0 1,4-1-752,1-3 1,-5-8 161,1-4 1,-2-1 280,2 5 1,0-5 211,-9 1 0,2-2 70,-10 1 1,0 4-20,-4-4 1,-1 3 171,-3 2 0,-5 0 9,-7-1 1,-3 1-73,-6-1 1,0 6-174,0 3 0,2 2 132,2-3 1,-1 4-568,5-3 0,1 3 196,3 1 0,5 1 402,0 3 0,0-3 0,-5 5 0</inkml:trace>
  <inkml:trace contextRef="#ctx0" brushRef="#br1">29698 6710 7704,'-6'-7'1270,"-5"-4"1,9 11-642,-2 0 0,3 11 339,1 9 0,0 9-120,0 4 1,0 9-355,0 3 0,0 4-311,0 0 0,0 1-113,0-1 0,0 1-788,0 0 1,0-4 509,0 4 0,0-9-1056,0 5 1,1-12 303,3-5 0,3-8-104,5-5 1,1-7 86,-1-5 1,5-6 976,-1-6 0,1-6 0,-5-10 0</inkml:trace>
  <inkml:trace contextRef="#ctx0" brushRef="#br1">29909 7181 7704,'0'-7'1564,"0"-4"0,-4 11-834,0 0 0,-4 6 482,4 6 0,-6 4-590,2 1 0,2 4-587,2-5 1,3 5 40,1-5 1,0 1-587,0-5 1,1-3 400,3-1 1,5-5-956,7 1 0,3-4-81,6-4 1,0-7 442,0-6 0,0-1 211,-1 2 0,0-2 165,-3-3 1,1-1 393,-6 5 0,1 1-154,-5 4 1516,-5 5-800,-2 1 1,-6 13 435,-3 5 0,1 2-269,-5 7 0,0-2-307,-5 2 0,2 1-313,3-6 1,2 5 216,6-4-875,0-1 0,2-9 362,2-3 0,4-2-1282,9-2 1,2-10 638,6-2 0,4-9-1651,0 0 2413,0-2 0,1-8 0,2 0 0</inkml:trace>
  <inkml:trace contextRef="#ctx0" brushRef="#br1">30641 6635 7704,'0'-26'475,"0"-1"766,0 10-240,0 6 0,0 8-439,0 11 1,0 6 492,0 11 0,-1 7-489,-3 5 0,2 2 43,-2 6 0,3-1-239,1 2 1,4-2-528,0-3 1,0 2-255,-4 2 0,0 2-466,0-6 1,4 1 299,1-5 1,-1-9-697,-4-4 0,4-7 92,0-1 0,1-7 621,0-5 1,-4-4-546,3-4 782,-3-3 1,-6-7 322,-3-3 0,-7 4 0,-2-4 0,-5 2 0,1-2 0,-2 2 172,-2-5 1,-1 0-216,-3 0 0,7-2 1063,-3 5 0,10 1-452,2 3 0,2 5 544,7 0 1,0 3-534,4-3 0,11 5-95,6-1 0,10-1-138,6 1 0,9-6-152,3 2 1,5-3-912,4-2 1,-3 1 509,2 0 0,-2-1-1547,-1 1 1,-6-1 256,-3 1 1497,-7-1 0,-4 1 0,-5 0 0</inkml:trace>
  <inkml:trace contextRef="#ctx0" brushRef="#br1">31075 6933 7704,'-6'14'0,"1"2"0,3-2 1246,-2 3 0,2-2-555,-2 1 0,-1-2 685,0 3 1,1 0-425,4 0 0,0 0-85,0-5 1,0 0-1136,0 1 1,0-1 200,0 1 1,4-5-2452,1 0 1675,-1 0-3468,-4 5 2090,0-6 2221,0-2 0,-6-5 0,-1 0 0</inkml:trace>
  <inkml:trace contextRef="#ctx0" brushRef="#br1">31051 6896 7704,'5'-18'0,"1"4"728,2-3 1,3 5-59,-3 4 1,3 2 89,2 6 1,3 0-620,1 0 1,3 0 7,-3 0 1,4 0-1104,-5 0 1,5 4 657,-5 1 0,5 0-1085,-4-1 0,-5-2 1381,-4 2 0,1 3 0,3-1 0</inkml:trace>
  <inkml:trace contextRef="#ctx0" brushRef="#br1">31262 6958 7704,'-13'18'600,"1"-3"-367,-1 5 0,2-4 527,3 0 1,-2-2-247,6-2 1,0 1 150,4-1 0,1-5-263,4-3 0,6-2-319,5-2 1,5 0-326,-5 0 0,5-5-413,-4 1 0,5-5-165,-2 0 0,-2-2 501,-1-1 1,-3 1-38,-2 3 1,-1-3-42,-3 2 0,-2-2 391,-6-1 1,0 4-71,0-1 1,-2 2 665,-2-1 0,-3 1-38,-5 3 0,0 3 282,-1-3 0,-1 6-324,-2 3 0,2 4-156,-2-1 1,0-1-1180,0 2 1,6-1 553,-2 4 0,2-3-1390,-2-1 961,5 0 700,1-1 0,6 4 0,0-4 0</inkml:trace>
  <inkml:trace contextRef="#ctx0" brushRef="#br1">31448 6970 8550,'-9'4'2590,"1"0"0,5 2-1948,-1-2 1,-1-1-182,1 5 1,-1-4-670,5 4 1,-4-3 156,0 3-1138,0 0 1063,10 5 1,0-7-275,7-1 1,3-4 45,1-1 0,4 0-601,-5 0 1,2 0 673,-1 0 1,-4 0-114,4 0 1256,-3-6-641,-2 5 1146,-5-4-636,-2 10-79,-5 2-646,0 5 0,-4-3-776,0-1-1698,0-5 1857,4 2 1,6-5-534,2 0 1,4 0 735,5 0 0,2-5 408,6-4 0,-2-2 0,-2-1 0,2 0 0,-2-1 0,1 1 180,-1-1 0,-3 2 118,-6 3 0,-1-3 2842,-3 3-1492,-2 2-362,-6 1 1,-6 6-667,-2 3 0,-4-1-97,-5 5 1,3 1-135,-2 3 0,2-1-476,2-3 0,3 3-40,1-2 0,5 2 3,-1 1 1,4-4 44,4 0 0,3 1 103,6 3 0,-1 1-354,1-1 1,3-1 73,1-3 1,3 3 141,-3-2 1,-1 2 6,-3 1 0,-1-1-123,1-3 0,-6 3-138,-3-2 0,-3-3-212,-1 3 0,-10-1-147,-2 4 1,-9-3 244,1-1 1,-11-4-862,-6 4 0,-2-1 1343,-6 1 0,-12 3 0,-6-4 0</inkml:trace>
  <inkml:trace contextRef="#ctx0" brushRef="#br1">27887 8806 7704,'-7'-7'3338,"2"1"-2833,5 6 0,0 7 34,0 6 1,4 0-238,0 8 1,6 0-106,-2 3 0,7 1-97,2 0 1,-1 0 96,-3 0 0,3 0-175,1-1 1,1 0 94,-2-4 0,-1-2-26,6-5 0,-6-2-48,2-3 0,-3-2 28,-2-6 1,-1-2-117,-3-2 0,3-3 80,-2-5 1,2-2-480,1-3 1,-1 2 215,-3-5 1,3-1-222,-2-4 1,-4 4 157,-1 1 0,2-5 75,-2-4 1,0-5 87,-4 0 1,0-1 131,0-3 0,0 1 58,0 0 1,0 5-54,0 3 1,0 7 165,0 2 0,0 5-62,0-2 1,0 3 295,0 2 0,1-1-169,4 1 0,-3 0 107,7-1 1,-1 2-86,4 3 1,1-3 37,-1 3 0,5-3-254,-1-2 0,5 1 100,-5-1 1,6 5-94,-1 0 0,3 1 77,0-1 1,1-2-388,0 6 1,-2 0 142,-2 4 0,1 0-633,-5 0 1,-1 0-114,-3 0 1,-1 5-396,0 4 0,-5-3-210,-3 3 1,2-1 1464,-2 4 0,-5 1 0,-6-1 0</inkml:trace>
  <inkml:trace contextRef="#ctx0" brushRef="#br1">28346 8719 7704,'11'1'554,"-2"3"0,2-2 76,-3 2 1,4-3 160,5-1 1,2 0-19,6 0 0,0 0-308,0 0 1,-1 0-311,1 0 0,-1 0 7,-4 0 0,-3 6-421,-9 2 0,2 3 215,-6 1 1,-1 2-183,-8 3 1,-7 2-7,-9 6 1,-2 4-384,-2 0 1,-1 0 275,-3-5 0,7 1 27,-3 0 0,6-1 555,2-4 1,2-2-92,11-5 285,0-7 0,11 0-222,5-6 1,7-1 10,10-4 1,3-1-347,5-7 0,1 1-333,-1-1 1,-1 1-742,-3 0 1,-3-1 561,-5 1 0,-6 3-865,-2 1 1497,-9 5 0,3-8 0,-4 4 0</inkml:trace>
  <inkml:trace contextRef="#ctx0" brushRef="#br1">27701 8297 7704,'13'-21'0,"-1"1"0,0 1 0,1-2 0,3 2 1339,1 2 0,9 5-594,-1-1 1,2 2-211,-2 7 1,0-4-179,0 4 1,-6 1-469,-2 7 0,-8 0-401,0 9 1,-7-4 412,3 8 0,-5 2-138,-5 2 0,-1 2 99,-7 2 1,1-4-33,-1-1 0,-3 0-50,-1 0 0,5-2 293,4-5 1,1-1-124,-2 0 0,4 1 132,5-1 1,1-4 8,3 1 0,3-2-56,6 1 1,5-3-70,2-5 0,4 5 38,1-1 0,-6 1-12,-3-1-13,-2-2 0,-6 9 19,1-3 0,-8-1-16,-1 1 0,-3-4 5,-9 5 0,2-5-650,-6 4 1,2-4 310,2 4 0,-2-5-740,-3 1 1,2-2 273,-6-2 818,6 0 0,-8 0 0,3 0 0</inkml:trace>
  <inkml:trace contextRef="#ctx0" brushRef="#br1">29202 9153 9058,'0'8'-141,"0"0"1,-5 1 217,-4 3 1,-7 2-869,-5 2 1,2 4 134,-2 5 656,6-1 0,-3 7 0,6 0 0</inkml:trace>
  <inkml:trace contextRef="#ctx0" brushRef="#br1">28135 10356 7704,'0'12'-1724,"0"1"2265,0-1 1,-4-4 381,0 1-676,0-1 1,0 4 141,0 1 1,0-5 149,4 0 169,0 1 0,0-1-243,0 0 0,1-5-28,3 1 1,3-3-182,5-1 1,1 0-99,-1 0 1,5-4-8,-1 0 1,2-6-92,-1 2 1,-2-1-270,6 0 1,-5-2 157,5 3 0,-5-4-418,5-5 1,-6 3 209,2-2 0,-4 2-80,0 2 1,-2-1 81,-3 1 0,2-1 204,-6 1 0,0 0 57,-4-1 0,-1 2 175,-3 3 1,-3-2-31,-6 6 0,1-4-104,-1 4 0,1 0 123,0 4 0,-5 1 3,1 3 1,-5-1-158,4 5 0,-3 2 59,3 6 0,-1-2-110,2 3 1,1 2-4,-6 2 0,4 2 14,-3 2 1,3 1 29,-4 3 0,2 3-14,-2 5 1,4-4 182,4 0 1,2-1-59,3 1 1,2-3 95,6-5 0,0-2-86,0-2 0,7-3 227,6-6 0,0 1-142,8-1 1,0-5-86,4-3 1,-1-3-336,1-1 1,4 0 153,0 0 1,1-5-331,-1-3 0,-2-1 204,1-3 1,3 2-1125,-2-6 1,0 2 555,-4 2 0,-1-5 750,1 1 0,0-6 0,0 2 0</inkml:trace>
  <inkml:trace contextRef="#ctx0" brushRef="#br1">28632 9736 7704,'-7'0'603,"1"0"538,1-6-756,3 5 0,-2-9-57,8 6 1,-1-1-99,5 1 0,1 2-111,3-2 1,0 3 205,1 1-278,5 0 0,-4 0-64,2 0 0,-4 5-241,-3 3 0,0 3-214,-4 2 0,-1-1 253,-4 1 1,0 3-166,0 1 1,-6 3 141,-2-3 1,-5 5-23,-3-1 1,2 2 68,-2 2 0,2-6 422,1-2 1,1-4 23,0 0 117,5-1 161,1-5 1,8-1-230,2-6 0,3 0 110,5 0 1,5-4-69,-1-1 0,6-4-276,-1 1 1,2 1 100,2-2 1,0 1-887,0-4 0,-5 1 159,1 2 1,0-2-119,4 3 0,-5-2 678,1 2 0,-6-3 0,3 4 0</inkml:trace>
  <inkml:trace contextRef="#ctx0" brushRef="#br1">28954 9761 10155,'8'0'621,"1"0"0,-2-2-834,1-2 0,3 3 187,-3-3 0,3 2-2836,2 2 2862,4-5 0,3-2 0,5-6 0</inkml:trace>
  <inkml:trace contextRef="#ctx0" brushRef="#br1">29041 9736 7704,'-12'7'0,"3"4"0,1-3 0,0 3 600,-5 1 1,5 6 84,0 3 1,1-2 224,-1 2 1,-2 0-704,6 3 1,-6 4-43,2-3 1,2 2-812,2-6 1,-1-3 487,1-1 1,0-4-296,4 0 1,5-6 266,3-3 1,7-3 185,2-1 0,5-11 0,-3-3 0</inkml:trace>
  <inkml:trace contextRef="#ctx0" brushRef="#br1">29115 9872 7704,'-5'-7'1025,"4"-4"0,-9 11-387,6 0 1,-2 6 72,2 6 1,3 2-295,-3 3 1,-2-4-341,2 4 1,0 1 45,4-2 1,0 5-1606,0-4 1269,0-1 0,1-4-343,3 1 0,-1-6-2657,5-3 3213,1-3 0,9-1 0,1 0 0</inkml:trace>
  <inkml:trace contextRef="#ctx0" brushRef="#br1">29351 9748 7704,'13'0'1006,"-1"0"0,0 2-756,1 2 1,-1-3-54,1 3 0,-5-1 62,0 1-62,0 3 0,1 5-166,-1 1 0,-5-1 52,1 1 1,-3 0-93,-1 4 1,-4-3-127,0 2 1,-4-2-119,3-2 1,-3-3-1384,4-1 1237,0-5 0,3 6-842,-4-4 1241,4-1 0,-4-10 0,5-1 0</inkml:trace>
  <inkml:trace contextRef="#ctx0" brushRef="#br1">29550 9562 7704,'0'-8'0,"0"0"468,5-1 0,2 1 991,5 0 1,1 5-877,-1-1 1,1 3-1458,-1 1 0,0 0 582,1 0 1,-2 5-2079,-3 3 2370,3 3 0,-9 2 0,3-1 0</inkml:trace>
  <inkml:trace contextRef="#ctx0" brushRef="#br1">28718 10244 7704,'-6'0'1589,"-5"0"332,9 0-1395,-3 0 1,6 0-39,3 0 1,3 0-114,5 0 1,6 0-14,3 0 1,2-1-111,2-3 1,4 2-159,0-2 0,10-1 61,-2 1 0,4-2-229,1 2 0,3 1-210,9-5 0,-2 1 222,6-1 1,-7-2-766,-1 6 1,-2-6 391,-7 2 1,-1 1-748,-7-1 0,-4 5 533,-8-1 1,-3-1-1166,-6 0 1814,-5 1 0,-1-1 0,-6-2 0</inkml:trace>
  <inkml:trace contextRef="#ctx0" brushRef="#br1">29202 10244 9353,'9'0'1988,"-1"0"1,4-1-1246,5-3 1,3 2-400,-3-2 1,4 3-266,-5 1 1,1 0-462,-5 0 1,1 1 276,-1 3 1,-5-1-309,-3 5 0,-3 1 317,-1 3 0,-1-1-176,-3-3 0,1 3-92,-5-2 0,0 2-8,-5 1 1,5-4-82,0 1 420,5-1 115,-3 4 1,6-3-58,0-1 1,2-4 104,2 4-141,3-5 1,5 7 119,1-6 0,-5 4-32,0-4 593,0 6-374,-1-3-252,-1 5 0,-6 1-461,0-1 1,-2-4 206,-2 1 1,-3-5-587,-5 4 0,0-4 364,-1 4 1,1-5-689,-1 1 1,-5 2 209,-2-2 910,-4 0 0,-1-4 0,1 0 0</inkml:trace>
  <inkml:trace contextRef="#ctx0" brushRef="#br1">30046 10567 7704,'0'-7'1655,"-6"1"-914,5 6 1,-5 2-279,6 2 0,0 10 23,0 10 0,0 3-143,0 6 1,6 0 169,2 4 1,3 0-145,2 0 1,-1-5-60,0-3 0,5-4-313,0-4 0,0-4 92,0-4 0,1-6-297,3-3 0,1-3 194,-6-1 0,1-4-335,-5 0 1,5-7 142,-1-1 0,-3-1-714,-5-3 1,0-2 237,5 1 0,-5-3 96,0 3 1,-5-5 426,1 1 1,-1-2-64,1-2 1,-3-1 224,3-3 0,-2 1-80,-2-5 1,-4 0 117,-1-4 0,-3 1-3,4 3 1,-6 3-1,2 5 1,1 2 116,-1 2 0,4-1 131,-4 5 1,5 5 201,-1 4 0,2 3-190,2-3 0,0 4 44,0-4 1,6 4-77,2-5 1,3 5 37,2-4 0,0 1-100,4-1 1,-2-2 3,6 6 1,-1-6-39,5 2 1,-1 1-37,-4-1 1,4 5-67,-4-1 0,4 3 71,1 1 0,4-4-163,0-1 1,5 1 53,-1 4 0,3 0-84,1 0 1,4 0 27,1 0 0,5 0-314,-2 0 1,2 0 15,-1 0 1,5-4-101,-6 0 0,-1-1-773,-11 0 1,-2 4-189,-7-3-661,-4 3 2046,-8 1 0,-6 0 0,-6 0 0</inkml:trace>
  <inkml:trace contextRef="#ctx0" brushRef="#br1">30083 10170 7704,'8'-4'790,"1"0"1,-1-5-99,4 5 0,1-1-223,-1 1 0,0 2 128,1-2 1,3-1-225,1 0 0,-1 0 8,-3 1-286,-1 2-234,-5-3 0,-1 6-335,-6 3 1,-2 3 362,-2 6 0,-7-1-405,-5 1 0,-6-1 209,1 0 0,-3 5 21,0-1 0,4 1 4,4-5 1,2 1 194,2-1 1,-1 1 83,1-1 0,5 0 154,3 1 1,2-5 193,2 0 0,2 1-198,2 3 0,4-1 10,9-3 0,-2 3-40,6-2 1,-6 2-177,1 1 1,-2 0 119,-2 1 1,-5-1-138,-3 1 1,2-1 36,-2 0 1,0-3 19,-4-1 0,-4 0-140,0 5 1,-6-7 34,2-1 0,-3 0-411,-1-1 1,-1 2 197,1-2 0,-1-3-1811,1 3 2148,0-2 0,-1-2 0,1 0 0</inkml:trace>
  <inkml:trace contextRef="#ctx0" brushRef="#br1">30765 10579 7704,'13'0'3045,"-1"0"-2217,1 0 0,-1 0 99,0 0 0,2 0-528,3 0 1,-2 0-236,6 0 1,-5 2-223,5 2 1,-6-2 101,1 7 1,-2 0-164,-1 8 0,-6-3 146,-3 2 0,-4 2-271,-4-1 1,-5 5 59,-7-2 0,-4 2-28,-4-1 0,0 1 180,3-5 1,-1-1 276,6-3 0,1-1 425,6 0-484,4 1 0,6-6 72,3-3 0,9 1-74,8 0 0,7-1-170,6-4 0,1-2 126,3-2 0,-1 3-1046,0-3 1,0 2-304,0 2 0,-5 0-2265,-3 0 3474,3-5 0,-11 3 0,2-3 0</inkml:trace>
  <inkml:trace contextRef="#ctx0" brushRef="#br1">28284 12440 7704,'-5'13'399,"-4"4"0,4-3-27,1 2 0,2 2 89,2-1 0,2-1-93,2-3 0,7-5 368,6 0 0,5-5-232,-2 1 1,4-3-53,0-1 0,5-5-385,0-3 0,0-3 15,-4-2 1,0-1-318,0-2 1,-5 1 221,1-6 1,-6 6-271,2-2 1,-5-1 160,-4 2 0,-2-1-118,-6 5 1,0 0-3,0-1 0,-1 1 32,-4-1 1,-6 1 192,-5 0 0,-2 3-44,1 1 0,0 4 140,-4-4 1,-3 5-85,4-1 1,-2 5 150,1 7 1,-2 2-50,2 11 0,-3 1 29,0 7 1,3 2-68,0 7 0,6 0 88,-1 3 1,2 4-29,1 4 0,7-5-57,1-2 1,14-9 133,3-4 1,13-7-70,0-2 0,8-10-378,0-2 0,4-5 148,4-3 0,-2-1-294,2-3 1,1 1-186,-5-6 0,3 1-461,-7-4 0,-1 4-1007,1-1 2050,-6 1 0,4-4 0,-7-1 0</inkml:trace>
  <inkml:trace contextRef="#ctx0" brushRef="#br1">29078 11807 7704,'6'-7'-241,"-4"-4"241,7 3 0,-5-2 655,4 2 0,-1-3 221,1 3 392,3 2-378,-4 1-525,6 5 1,-6 5-285,-3 3 1,-4 5 90,-4 3 0,1 4-221,-6 4 1,1 5 97,-4 0 1,4 0-211,-1-4 1,2 0 64,-1 0 0,3-6-66,5-3 1,0 2 155,0-1 189,0-1 0,6-9-187,7-2 0,1-4 30,6-1 0,1-1-235,4-4 0,0-2 112,-1-5 0,1-2-732,0-2 1,-1 2 388,-4-3 1,1 4-1586,-9 0 2025,3-5 0,-8 5 0,6-5 0</inkml:trace>
  <inkml:trace contextRef="#ctx0" brushRef="#br1">29314 11770 8085,'-8'0'1319,"-1"0"1,5 1-831,-4 3 0,5 3-153,-1 6 0,-1 5-127,0 2 1,1 5-23,4 4 0,0-3 10,0 3 0,0 1-447,0-1 1,0 0-156,0-4 0,-1-4-396,-3-1 0,2-4-1976,-2 0 1242,3 3 1535,1-5 0,-6-1 0,-1-8 0</inkml:trace>
  <inkml:trace contextRef="#ctx0" brushRef="#br1">29475 11844 7704,'8'0'0,"1"0"1172,-1-5 1,4 3-220,1-2 1,-1 3 45,1 1 1,3-4-1095,1 0 0,3-1 89,-3 5 1,4 0-1190,-5 0 0,5 0 808,-5 0 1,1 0 386,-5 0 0,1 0 0,-1 0 0</inkml:trace>
  <inkml:trace contextRef="#ctx0" brushRef="#br1">29612 11844 7704,'-7'6'0,"-4"1"525,2 5 1,-2 2-58,-1 2 0,1 0 40,3 4 1,-3 1 225,2 4 0,-2-1-298,-1 1 0,1 0-807,3 0 0,-2-4 285,6-1 0,0-5-2090,4 2 1731,0-9 1,5-2-650,4-6 0,2-2 211,1-2 883,6-3 0,-4-5 0,4-1 0</inkml:trace>
  <inkml:trace contextRef="#ctx0" brushRef="#br1">29661 12005 7704,'9'-11'0,"-1"3"0,-4-1 627,4 4 1,-4 1 802,5 4-488,-7 0 1,8 6-378,-6 2 0,0 3-204,-4 1 1,2 1-224,2-1 1,-3 1 70,3-1 1,-2 0-788,-2 1 0,4-1 438,0 1 1,0-1-2497,-4 0 1516,6-5 0,-5 0 1120,3-3 0,3-2 0,0 3 0</inkml:trace>
  <inkml:trace contextRef="#ctx0" brushRef="#br1">29959 11931 9023,'0'7'1256,"0"4"0,0-4-742,0 5 1,-1 1-408,-4-1 1,4 0-184,-3 1 0,3 3-206,1 1 1,0-1 310,0-3 0,0-1 365,0 1-2074,0-6 0,1 2 81,3-5 1599,-3 0 0,10-4 0,-4 0 0</inkml:trace>
  <inkml:trace contextRef="#ctx0" brushRef="#br1">30058 11720 7704,'0'-7'3134,"0"-4"-2388,0 10 1,6-5-1132,2 6 0,2 6 294,-2 2 0,3-1-1494,-3 1 1,3 1 1584,2 3 0,-1 0 0,0 1 0</inkml:trace>
  <inkml:trace contextRef="#ctx0" brushRef="#br1">28917 12402 7704,'12'0'346,"1"0"1,3-4 146,1 0 1,9-4 90,-1 4 1,8-6-165,0 2 1,8 1-6,5-1 1,2-1 115,2-3 0,3 1-297,1 3 1,5-3 17,-1 2 0,2-2-55,-2-1 0,-3 4-639,-6-1 1,5 5-97,0-4 0,-5 5-446,-3-1 0,-10 3-279,1 1 1,-14 0 3,-2 0 1259,-6 0 0,-8 0 0,-1 0 0</inkml:trace>
  <inkml:trace contextRef="#ctx0" brushRef="#br1">29562 12427 9098,'12'0'1165,"1"0"1,3-4-643,1 0 0,5-2-226,-1 2 1,1 3 303,-2-3 0,2-2-177,-5 2 0,4 0-632,-5 4 234,1 0 1,-10 1-249,-3 3 0,-3 3 63,-1 6 1,-5-1-164,-4 1 1,-2-1 38,-1 0 0,4-1 62,-1-2 1,7 2 41,-3-3 1,4-1 38,1 1 1,1-5-54,4 1 1,1 2 69,7-2 1,-1 1-5,1-1 1,-1-1 77,1 5 0,-2-4 175,-3 5 0,1-5 59,-4 4-23,-1 0 0,-6 5-363,-2-1 0,-4-4 60,-9 1 1,2-1-722,-5 4 1,-1-3 389,-4-1 1,0-5-349,0 1 0,1 1 820,-1-1 0,0 1 0,0-5 0</inkml:trace>
  <inkml:trace contextRef="#ctx0" brushRef="#br1">30219 12824 7704,'6'18'61,"-5"-4"294,4 2 1,-4 2 555,-1-1 1,1 5 51,3-2 0,-1 4-456,5 1 1,-3-2-140,3-2 0,4-3-171,5-6 0,3-1 40,-3-3 1,9-2-17,-1-6 1,4-2-239,0-2 1,-3-4-163,3-8 1,-3-4-157,-1-5 0,-2 1-185,-2-1 0,-3 4 249,-6 1 1,-5 0-100,-3 0 0,2-7 54,-2 7 1,0-11 57,-4 7 0,-1-9-12,-3-1 1,2-7 180,-2-4 1,-1 1 18,1-2 0,-1 1 99,5-5 1,0 6-35,0 3 0,0 9 117,0 7 0,2 6 241,2 6 1,-1 5-184,5 0 1,0 5 98,5-1 0,-5 3-50,0 1 0,2 0 270,6 0 1,0 0-80,4 0 0,-3-2 37,3-2 1,1 3-202,4-4-1,1 0-46,3 1 1,0 0-162,8 4 1,-6 0 101,6 0 0,1 0-189,4 0 0,0 0 57,0 0 1,-4 1-103,4 3 1,-4-2-318,0 2 1,-1-3-398,0-1 1,-9 0-673,-4 0 1,-7 0-74,-1 0 447,-2 0 0,-10 4 1106,-8 0 0,-14 6 0,-13-3 0</inkml:trace>
  <inkml:trace contextRef="#ctx0" brushRef="#br1">30889 12725 7704,'7'0'0,"0"0"1515,-3 0 0,-1-4-714,5 0 0,6-1 484,7 5 1,4 0-567,4 0 0,1 0-300,3 0 0,1 0-224,-5 0 1,3 2-20,-7 2 0,1-1-482,-9 5 1,-1 0 250,-3 5 1,-7 3-293,-1 1 0,-10 5 171,-3-2 1,-8 4-189,-5 1 0,-2-5 137,-2 1 0,0-2 131,0 2 1,6 1-230,2-5 103,9-1-159,2-4 1,17-5 129,6-3 1,6-2-1074,6-2 1,3-2 619,5-2 0,-5-3-1095,-3-5 1799,-3 0 0,-1-6 0,0-2 0</inkml:trace>
  <inkml:trace contextRef="#ctx0" brushRef="#br1">30381 12080 8058,'0'-7'1878,"4"0"-1361,0 3 1,6 3 197,-2-4 0,4 4-283,5 1 1,1 0 133,2 0 1,3 4-340,-7 0 1,1 6-295,-5-2 0,-4 3-394,1 2 1,-7-1 373,2 0 1,-8 2-368,-4 3 1,-8-2 228,-5 6 1,-3-2-111,0 2 0,0 2 6,3-2 0,4-2 318,4 2 1,2-6 49,3 1 1,2-2 184,6-1 0,3-2-16,5-3 0,6 3-40,11-3 1,0-1 19,0 1 1,-5-4-113,1 5 0,-6-2-149,2 1 1,-5 3 75,-4-3 1,-2 3-34,-6 2 0,-7-1 0,-5 0 1,-2 1-109,-7-1 0,-4 1-638,-4-1 1,-1 0 355,1 1 0,1-1 420,-5 1 0,0-1 0,-4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8448 2493 8146,'0'-13'1794,"0"1"-1374,0 0 0,6-1-179,2 1 1,3 4 191,1-1 1,1 5-139,-1-4 0,2 5-272,2-1 1,0-1 116,4 0 1,1 1-40,4 4 1,4 0 54,0 0 1,5 0-191,-1 0 1,3 2 129,1 2 1,5-3 11,-1 3 0,4-2-79,-3-2 1,5 0 89,-2 0 0,-1 1-213,2 3 1,-1-1 74,5 5 0,-5-5-142,1 1 0,-5 2 36,5-2 1,-5 4-7,4-4 1,0 0-16,0-4 0,3 4 38,-2 1 0,3-1 33,5-4 0,-7 0 6,3 0 1,-5 0 89,1 0 0,0-2-73,-4-2 1,-1 3 124,-4-3 1,-4 2-53,1 2 0,-5 0 111,4 0 1,-6 0 67,2 0 1,-3 0-44,-1 0 1,4 0-133,0 0 0,1 2 43,-1 2 1,-3-3-214,3 3 1,3-1 132,1 1 1,-1-2-127,1 2 1,4-3 13,5-1 1,6 0-84,1 0 1,0-4-64,0 0 0,2-2 190,-1 2 1,1 3-10,7-3 0,-4 2-4,3 2 1,-3-4 311,4 0 0,0 0-88,4 4 0,-1 0 4,-3 0 1,2 0-69,-2 0 0,4 0-39,4 0 0,2 0-244,2 0 1,-34-2 0,0 0 221,30-2 0,-30 1 1,1 1-9,0 2 1,0 0-1,0-1 1,-1-2 11,2 1 0,-1 0 1,0 0-1,0 0-38,34 2 1,-35-2-1,1 0 25,0 0 1,0 0 0,-2-1-1,0 2-14,36 1 0,-5-2 28,-31 0 1,0 0-1,34 1 2,-34-1 0,0 0 0,33 0-12,-6 2 0,4 0 1,0 0 0,5 0-63,-5 0 1,4 0 62,-4 0 0,5 0-91,-5 0 1,-29 0 0,0 0 47,33 0 0,-34 0 1,0 0-79,30 0 0,2 0 113,2 0 1,-32-2-1,0 0 2,-3 0 0,0 0 0,3 0 0,-1 0 10,29 2 0,-31-2 0,0 0 77,31-2 1,-29-1 0,1 1-114,-3 2 0,0 0 1,0 0-1,0 0 108,27 2 1,2-4-7,2 0 0,1 0-14,4 4 0,-4 0-190,-5 0 1,0 0 29,0 0 0,4 0-94,1 0 0,-1 0 82,-4 0 1,1 0 2,3 0 0,2 0 167,2 0 0,-2-4-122,-6-1 1,4 0-17,0 1 1,4 2 20,-3-2 0,-5 1 426,-5-1 1,0 3-177,1-3 1,5 2-135,-5 2 1,4-1-82,-8-3 0,5 3-172,-1-4 0,1 4 101,-1 1 1,-3 0 77,-5 0 0,0 0-124,-1 0 1,1 0 92,0 0 0,-1-4 58,1 0 0,-1 0 11,1 4 1,-2 0 26,-2 0 0,2 0-28,-3 0 1,4-5 9,0 1 1,1 0-1,0 4 1,-1 0-22,1 0 1,-1-1 154,1-3 0,-4 2-145,-1-2 0,-4 1 171,5-1 1,-1 3-49,5-3 0,-6 2-38,-3 2 0,2-4-56,-1 0 0,3 0 26,-4 4 0,5 0-153,-5 0 1,1 0 223,-5 0 1,0 0-208,0 0 0,-1 0 379,-3 0 0,-1 0-202,-3 0 1,-2 0 180,6 0 0,-5-1-252,1-3 1,-3 2 143,-1-2 0,-4 1-109,-1-1 1,0 3-2,0-3 0,-2 1-13,-5-1 1,-5 2 168,0-2-110,-5-3-2,8 6 4,-10-10 2,5 10-511,-6-5 1,0 5-26,0-4-525,0 4 639,0-4 0,-2 5 296,-2 0 0,-3-6 0,-5-1 0</inkml:trace>
  <inkml:trace contextRef="#ctx0" brushRef="#br1">27503 3113 7974,'12'0'-262,"1"0"0,-2 1-320,-3 4 1,3-4 247,-3 3 355,3-3 1,2 4 119,-1-1 0,0 0-98,1-4 0,-1 0 22,1 0 0,-1 0-23,0 0 1,1 0-3,-1 0 0,1 0-16,-1 0-13,0 0 1,1 0 42,-1 0 1,1 0-17,-1 0 1,-4 0 35,1 0 1,-5 0-36,4 0 0,-4 0 191,4 0-140,-5 0 11,8 0 0,-4 0-17,5 0 1,1 0 7,-1 0 1,1-4-79,-1 0 1,5-1 51,-1 5 0,6 0 91,-1 0 1,2 0-83,2 0 1,4-1 106,0-3 1,5 3-66,0-4 0,3 4 22,4 1 1,3-4-78,6 0 1,-5 0 14,1 4 1,-1-2-82,5-2 0,-2 3 97,-2-3 1,2 2-145,-3 2 1,4 0 109,0 0 1,1 0-144,0 0 1,-5 0 114,0 0 1,2 0 5,7 0 1,1 0-229,3 0 1,3 0 222,-3 0 0,2 0 96,2 0 1,-5 0-91,-3 0 0,-3-4 0,-2 0 0,1-6-86,-1 2 1,0 1 74,-4-1 1,3 1 24,-2-1 1,8-3-109,4 2 1,-3 4 30,-2 1 1,4-2-9,1 2 0,4-4 13,4 4 1,-8-2 23,0 2 0,-6 3-21,-2-3 1,-5-2 14,1 2 0,-6 0 106,1 4 1,-6-2-104,-2-2 1,-4 3-22,4-3 0,-4 2-14,4 2 0,-6 0-102,2 0 1,2 0 306,-2 0 1,-2 0-187,-6 0 0,1 0-1,-6 0 0,1 0-80,-5 0-111,-5 0 1,-1-1 76,-6-3 1,-2 2-425,-2-2 0,-4 3-274,-9 1 1,-2 0 827,-6 0 0,-11 0 0,-2 0 0</inkml:trace>
  <inkml:trace contextRef="#ctx0" brushRef="#br1">21412 4254 7919,'-13'0'0,"1"0"0,-1-4 738,1 0-137,5-6 387,2 3-613,5-5 1,5 1-50,3 3 1,13-4-95,4 4 0,12 1-20,0-1 1,14 5-37,3-1 1,12 3-387,-29 1 0,1 0 0,1-2 1,2 0 248,2 0 0,0 0 0,4-1 1,0 1 52,3 2 1,-1 0 0,2 0 0,0 0-152,5 0 1,0 0 0,-5 0-1,0 0-237,1 0 1,-1 0 0,0 0 0,-1 0 241,-2 0 0,-1 0 0,3 1 0,1 0 44,-2 1 0,1 0 0,1-1 1,0-1-27,-3 2 1,-1 0 0,5-1 0,1 0-46,2-1 1,2 0-1,2 0 1,2 0-286,0 0 1,2 0-1,1 0 1,0 0 302,-2 0 0,0 0 1,0 0-1,0 0 36,2 0 0,0 0 0,0 0 0,0 0-36,-2 0 0,0 0 0,2-1 1,-1 0 37,-3-1 1,0 0-1,3 2 1,1-1 61,0-1 0,0 0 0,4 1 1,-1 0-44,-3 1 1,0 0 0,0 0 0,-2 0 81,-6 0 1,-1 0 0,1 0 0,0 0-145,0 0 0,0 0 1,-1 0-1,0 0 145,-1 0 0,-1 0 0,1 1 0,-1 0-8,-2 1 1,1 0-1,-2-1 1,1-1-29,0 2 0,1 0 0,0 1 0,-1 0-26,-1-1 0,0 0 0,-2 1 0,-1 0 28,-6-1 1,0 0-1,2-2 1,-2 1 66,-1 1 1,-1 0 0,2-1 0,-1 0-58,-2-1 1,-1 0 0,30 0 58,-9 0 1,-7 0 3,-1 0 0,-6 0 512,-7 0 1,-9 0-734,-3 0 0,-9 0 1637,1 0-1792,-4 0 750,0 0 1,-9-5-1554,-8 1 0,-10-1 1063,-15 1 0,-14 2 0,-8-3 0</inkml:trace>
  <inkml:trace contextRef="#ctx0" brushRef="#br1">7245 3175 8117,'-37'0'0,"5"0"0,3 0 0,4-4 0,4 0 462,3 0-209,6 4 0,5 1-310,3 3 0,4 2 82,4 2 1,3 3 137,5-3 1,6 3 54,3 2 0,2-1-44,2 0 0,7 1-97,5-1 0,2-1 74,6-2 0,2 2-351,7-3 1,4 1 253,8 0 1,-29-4 0,0 1-328,4-2 1,1 0-1,6 0 1,1-1 261,2 1 1,1 0 0,7 0-1,2 0-517,2 2 0,2 1 1,3-1-1,1 0 375,-22-2 1,2 0 0,-1 1-1,1 1 1,0 1 0,1 0 71,1 0 1,0 0 0,0 0-1,-1 0 1,0 0 0,-1-2 146,18 1 1,-2-3-1,-3-2 1,-1-2-274,-7-3 0,-1-1 1,-1 0-1,0-1 325,1 0 0,1 0 0,1-1 0,0 0-44,1-1 1,0 0-1,-1 1 1,-1 0-59,-4-1 1,-1-1-1,3 0 1,-1-1-12,1 0 1,0-1 0,-1 0-1,0-1-112,-3 0 1,-1-1 0,-3 1 0,-1-1 199,-3 1 1,-2-1 0,-1 1-1,-2-2 155,0 0 1,0-1-1,29-12 4,-2-6 0,-7 1-125,-10-1 1,-3-3 258,-9 3 1,-4-3 641,-9-1 0,-2 4-864,-5 0 0,-1 4 534,1-4 1,-2 0-851,-3-4 0,-4 3 507,-8 1 1,-9 0-311,-7-4 1,-11 1-197,-6 3 0,-7-1-142,-10 5 0,-9 0 157,27 16 1,-2 1 0,-7 1 0,-1 1-316,-5-1 1,-2 2-1,-2 3 1,-1 1 303,-4-2 1,0 1 0,-8 2-1,-2 0-230,18 1 1,0 0-1,-1 1 1,-5 0-1,0 0 1,-1 2 283,-3 0 0,0 2 0,0 0 0,-4 0 0,1 0 0,-2 1-331,0 0 0,0 1 1,-1 1-1,0 0 1,-1 1-1,0 0 364,16-2 0,-1 0 0,0 0 0,0 0 0,-1 1 0,0-1 0,0 1 0,0-1 92,0 0 1,0 0-1,0 0 1,1 1-1,0-1 1,0 1-1,0 0 1,1 0-35,-17 2 0,2 2 1,-1 0-1,0 0 0,0 1 1,0 1-62,16-3 0,1 0 0,-1 0 1,0 1-1,-16 4 0,1 1 1,0 0-125,2 1 0,1 0 0,2 1 1,2-1-1,2 1 0,1 1 200,6-1 0,1 1 0,1 0 0,3-2 1,0-1-1,1 1 16,-21 6 0,2-1 1,10-1-1,1-1 45,6-1 1,1-1 0,7 2 0,3 0 346,-25 15 1,10-1-452,6 1 1,12 0-238,1 4 1,10 5 59,7-1 1,2 6 206,2-2 0,-2-1 0,0 5 0,2 6 0,2 7 0</inkml:trace>
  <inkml:trace contextRef="#ctx0" brushRef="#br1">15271 3287 8061,'-8'0'5,"-1"0"1,1-2 1415,-4-2-921,-1 3 1,1-5 210,0 6 1,3 0 149,1 0-316,5 0-21,-2 0 25,5-5 1,5 3-127,4-2 0,7 3-149,5 1 1,2 0-228,2 0 0,5 0 123,3 0 1,3 0-205,1 0 1,1 0 64,-1 0 0,6 0-213,2 0 1,9 0-110,4 0 0,7-4 146,1 0 0,-31 1 0,1 1-189,35 2 0,-35-1 1,1-2 249,0 1 1,0 0 0,2-1-1,-1 1-23,0-1 1,-1 1-1,2 2 1,-1-1 25,-3-1 1,0 0 0,33 1-214,-2 1 0,0 0 119,-4 0 1,-1 0 18,-7 0 1,-2 1-164,6 3 0,4-3 246,4 4 0,0 0-56,-4-1 0,2 0 105,2-4 1,1 5 27,-32-3 1,1 0 0,0 0 0,1 0-65,33-2 0,0 0 144,-32 0 1,-1 0-1,29 0-301,4 0 0,-1-4 202,-3 0 0,2-1 2,-2 5 1,-4 0-274,0 0 0,-1 0 34,-8 0 0,8 0 110,1 0 0,-5 2 125,0 2 1,-4-3-109,-4 3 0,2-2 485,3-2 1,-7 0-206,3 0 1,-3 0 302,2 0 1,1 0-173,-1 0 0,1 0-13,0 0 0,-1 0-84,1 0 1,0 0-188,-1 0 1,1 0 55,-1 0 0,1 0-81,0 0 0,-3 0 423,2 0 0,-9 0-344,1 0 1,-2 0 304,-6 0 0,-1 0-281,1 0 0,-10 0 219,2 0 1,-3 0-302,3 0 0,0 0 95,0 0 1,-1 0-196,1 0 0,0 0 122,0 0 1,0 4-230,0 0 1,-1 0 49,1-4 0,-4 0-78,0 0 1,-6 0 82,1 0 1,-6 0-1087,-2 0-83,-5 0 509,2-5 0,-5 2-420,0-5 1,-1 4 1233,-3-5 0,-9 1 0,-6-4 0</inkml:trace>
  <inkml:trace contextRef="#ctx0" brushRef="#br1">4677 5060 8047,'-17'0'648,"1"0"1,3 0-1,5 0-518,0-5-130,1 3 0,7-3 1589,8 5 1,9 0-735,3 0 1,5 0-337,4 0 1,3 0-193,5 0 1,4 0-290,1 0 0,1 0-300,-2 0 0,-1 0 254,5 0 0,-6 0-1101,-2 0 1,-1 0 579,-7 0 1,4 0-1284,-4 0 0,-1 0 160,-8 0 1652,-7 0 0,-2 5 0,-4 2 0</inkml:trace>
  <inkml:trace contextRef="#ctx0" brushRef="#br1">4776 5184 8047,'-19'6'980,"2"1"-696,9 5 1,-2 6 1016,6 3 1,0-2-592,4 2 1,1 3-85,4 5 0,0 6-163,3-2 0,2 3-371,-6 1 1,4 4-113,-3 1 1,-1 4 138,-4 0 0,0 2-710,0 2 1,-4-6 442,-1-3 1,1-2-883,4-2 1,0-7-261,0-5-1093,0-6 688,0-12 1695,6-1 0,1-17 0,5-3 0</inkml:trace>
  <inkml:trace contextRef="#ctx0" brushRef="#br1">4751 5668 9641,'9'0'1229,"-1"0"0,0 0-666,4 0 0,6-2-103,3-2 1,8-3-358,4-5 1,3 0-282,1-1 0,0 1-708,1-1 0,3 1 621,0 0 1,-3 1-698,-5 2 0,-2 2 962,2 3 0,3-3 0,-4-5 0</inkml:trace>
  <inkml:trace contextRef="#ctx0" brushRef="#br1">6054 5271 8047,'-7'0'1786,"-4"0"1,4 1-1206,-5 4 1,-1 7-4,1 9 1,-1 8-79,1 4 0,0 9-145,-1 8 0,5 9-526,0 7 0,4-31 1,1 1 283,-6 30 1,4-4-762,5-4 1,1-12 590,3 0 0,3-9-1462,6-8 0,5-7 221,2-14 0,0-3-926,0-10 2224,7-1 0,-1-18 0,4-2 0</inkml:trace>
  <inkml:trace contextRef="#ctx0" brushRef="#br1">6575 5345 8047,'-2'21'335,"-2"0"1,3-2-135,-3 2 0,-3 6 898,-1-2 1,1 8-323,-2 0 0,1 3-122,-4 1 1,-2 6-721,-3 2 0,2 0 92,-5 0 1,4-6-76,0-2 1,-2-3 94,1-9 0,1-3-503,4-9 0,-1-7 102,1-1-684,-1-4 1,2-7-265,3-2 1,1-4 642,3-5 0,3-2 548,-4-6 0,0 0-80,1 1 1,0 4 576,4 4-410,0 2 114,0 1 1,5 7-84,3 1 0,2 5 985,-2 5 0,3 1 152,-2 7 1,6-1-537,1 1 0,2 3-105,-1 1 1,-3-1-132,2-3 1,3-1-688,2 1 1,-3-1 265,-1 0 0,1 1-363,-2-1 0,2-1 297,-1-3 1,-4 3-3016,4-2 3130,-3-4 0,4 6 0,1-4 0</inkml:trace>
  <inkml:trace contextRef="#ctx0" brushRef="#br1">6860 5879 8047,'0'12'1205,"0"1"1,-1-1 49,-3 0 0,2 1-587,-2-1 1,3 5-342,1-1 0,-4 5-275,-1-5 1,1 5-225,4-4 0,0 3-960,0-3 1,0 3 756,0-3 0,0 0-2622,0-5 2997,0 0 0,6 1 0,1-1 0</inkml:trace>
  <inkml:trace contextRef="#ctx0" brushRef="#br1">7480 6028 8047,'7'12'0,"-3"0"0,2 1 544,-2-1 0,0 2 218,-4 2 0,0-2-309,0 3 1,-1 1-308,-3-2 0,1 6 51,-5-1 1,-1-3-605,-3-2 1,4-2 332,-1-1 0,5-1-470,-4 0 1,4-5 149,-4-3 394,5-2 0,-8-2 0,4 0 0</inkml:trace>
  <inkml:trace contextRef="#ctx0" brushRef="#br1">7977 5966 8047,'12'-6'2907,"0"-1"-2384,1-5 1,-1 3-293,1 1 0,0 0-3682,4-4 3451,-3-1 0,9 1 0,-3-1 0</inkml:trace>
  <inkml:trace contextRef="#ctx0" brushRef="#br1">8659 5916 8047,'8'0'736,"0"0"1,-3 0 791,3 0 0,-4-4-710,4 0 1,1-5-377,3 5 0,2-5-1751,2 0 1,-1-2 770,6-1 0,0 4 538,4-1 0,5 1 0,2-4 0</inkml:trace>
  <inkml:trace contextRef="#ctx0" brushRef="#br1">9081 5854 8047,'7'1'0,"-3"3"2217,3-2-1557,0 3 0,5-5-35,0 0 1,1 0-171,-1 0 0,5 0-1354,-1 0 0,6-5 330,-1-3 569,2 2 0,2-11 0,0 4 0</inkml:trace>
  <inkml:trace contextRef="#ctx0" brushRef="#br1">10024 5246 8047,'0'13'1453,"0"-1"1,1 5-618,3-1 0,-1 2 573,5-1 0,-1 3-677,1 9 1,3 3 6,-2 5 1,0 6-297,-1 2 0,-2 3-127,-6 2 1,-1 5-246,-4 3 0,-1-3-48,-7-1 1,-1-10 4,-2-7 1,2-5 109,-2-7 1,-2-6-951,1-2 0,-4-9 417,5-4 0,-5-3-1127,5-1 1,-5-5 678,4-3 1,1-8-138,3 0 0,1-5 389,0 5 0,1-6-73,2 1 1,0-2 259,5-2 0,-5 1 102,5 4 0,0-2 438,4 5-188,0 6 1,6 1 754,2 6 0,4 0-460,5 4 1,-2 6 1120,6 2 0,-1 3-569,5 1 0,0-3-74,0-1 1,0-1-643,-1 1 0,5-1 40,0-3 1,4-3-1110,-4 4 0,2-4 671,-2-1 1,-5 0-3206,1 0 3524,0 0 0,-6 5 0,6 2 0</inkml:trace>
  <inkml:trace contextRef="#ctx0" brushRef="#br1">10520 5829 8047,'5'-7'1778,"-3"2"-828,9 5 0,-10 2 166,3 7 0,-4 0-536,-4 12 1,1 0-171,-5 4 1,0-1-104,-5 1 0,-2 0-665,3 0 0,-3-5 294,6 1 1,4-6-408,1 2-56,2-3-75,2-8 0,10-3-353,2-11 0,9-2 372,0-10 1,-2 0 402,2 0 1,-5 2-81,5 5 0,-2 1 352,2 0 1,-3 3-130,-6 1 0,1 5 92,-1-1 1,-1 8 164,-3 5 0,-2 3 114,-6 4 1,0 0-384,0 4 0,0-3 107,0 3 0,0-4-984,0 0 1,0-2 432,0-2 1,0 1-849,0-1 1341,0-5 0,0-1 0,0-6 0</inkml:trace>
  <inkml:trace contextRef="#ctx0" brushRef="#br1">11425 5209 8047,'6'-12'0,"2"-1"0,-1 5 954,1 0 1,5 5-41,3-1 1,1 4 166,-5 4 0,5 8-418,-1 9 0,5 2-237,-5 2 0,5 6 189,-4 2 0,5 4-185,-2 4 0,0 2-168,0 2 0,-4 2-17,0-5 1,-8 3-595,-3-4 1,-4 1-29,-1-5 1,-7 0-296,-5 0 1,-2-1-115,-7-3 0,-1-1 325,-7-3 1,2-3-628,-7 3 0,6-3 489,-6-1 1,6-2-381,-6-2 0,7-3 365,-2-6 1,-3-1-457,-1-2 1070,3-4 0,-6-5 0,4 0 0</inkml:trace>
  <inkml:trace contextRef="#ctx0" brushRef="#br1">12281 5717 8047,'9'0'461,"-1"0"0,0-4 258,5 0 1,-1 0-234,0 4 1,6 0 497,3 0 1,4 0-409,4 0 1,-2 0-348,6 0 1,2 0 15,6 0 1,-2 0-462,2 0 1,-6 0-418,-2 0 1,-6-4-737,2 0 0,-8-2 1369,-5 2 0,-2 3 0,-1-5 0</inkml:trace>
  <inkml:trace contextRef="#ctx0" brushRef="#br1">12368 5891 9205,'13'0'1318,"-1"0"1,7-4-758,6 0 0,7-4-322,9 3 1,5-3-415,7 4 1,8-4-642,5 4 1,-31 0 0,0-1-1361,32 1 1874,-1 0 1,-4-1 0,0-2 0</inkml:trace>
  <inkml:trace contextRef="#ctx0" brushRef="#br1">13993 5544 8047,'0'-19'516,"2"1"-103,2 5 0,-3 1 949,3-1-207,-2 1-718,-8 5 1,-1 2-426,-5 5 1,-1 1 86,1 3 1,-2 3-49,-2 5 0,1 2 110,-6 3 1,6-2-245,-2 6 1,-1-2-6,2 2 1,1 1-102,6-6 0,0 1 148,5-5 1,-1 5 0,5-1 0,6 1-129,2-5 0,5 0 80,3 1 1,3-1-112,6 1 0,0-1 85,0 0 0,-2 5 288,-2 0 0,-3 0-83,-6 0 0,-1-3 295,-2 2 0,-4 2 23,-5-1 1,-1 3-139,-3-3 1,-3 0-220,-6-5 1,1 0 131,-1 1 1,0-5-702,-4 0 1,7-5 286,-2 1 1,4-4-1217,0-4 1,1-4 97,3-9 1349,2-2 0,-3-11 0,5-2 0</inkml:trace>
  <inkml:trace contextRef="#ctx0" brushRef="#br1">14217 5569 8047,'12'5'0,"-4"2"1226,1 5 1,-5 1-507,4-1 0,-5 2 302,1 3 0,-3-2-465,-1 5 0,0 0 288,0 0 1,0 4-687,0-4 0,0 0-585,0 0 0,0-4-827,0 0 1,0-2 420,0-2-1501,0-5 1569,6-1 1,-4-6 218,7 0 0,-5-6 202,4-2 1,-4-7 246,5-2 1,-1-5 104,4 2 0,-4-4 176,1-1 1,-1 2 510,4 2 0,1-1-353,-1 6 0,-1-1 1457,-2 5-699,2-1-520,-5 6 0,1 3-166,-3 8 0,-2 3-163,-2 6 1,0-1-101,0 0 1,0 2-119,0 3 1,-2-8-802,-2 4 564,3-4-405,-5-2 471,12-1 0,1-6-99,5 0 0,-3-4 18,-1 0 0,0-5 308,4 5 1,1-1 52,-1 1 0,1 2 224,-1-2 145,1 3 1,-2 2 106,-3 3-304,3 3 1,-10 5-58,3 1 1,2-1-487,-2 1 1,0-1 174,-4 0 1,2 1-1267,2-1 0,-3-3-64,3-1 1,-1 0-397,1 5 0,-1-5 1779,5 0 0,6-5 0,5 2 0</inkml:trace>
  <inkml:trace contextRef="#ctx0" brushRef="#br1">14986 5705 8074,'7'-12'26,"-2"-1"633,-5 1 0,0-1 289,0 1 96,0 5 1,-7 2-462,-5 5 0,-2 2 422,-7 7 0,5 4-428,-5 12 0,-1 0 239,-7 0 1,8 0-582,1-1 1,5-3-461,2 0 0,2-6-1418,3 2 1417,2-4 1,9-6-349,5-3 1,2-8 208,11-4 1,-1-4-1231,5-5 0,0-1 727,0-3 1,-2 3 214,-2 6 1,1 0 367,-5-1 1,-1 6 373,-3 3 1,-1 3 800,0 1 0,-5 1-627,-3 3 1,-1 5 1012,1 7 1,-2 2-554,2 3 1,-3 2-26,-1-2 0,0-2-229,0 2 0,0-6-855,0 2-37,0-4 0,6-6-370,2-3 1,3-5-1598,1-7 0,2-2 313,3-11 2077,2 1 0,6-11 0,0 0 0</inkml:trace>
  <inkml:trace contextRef="#ctx0" brushRef="#br1">15457 5073 11019,'-8'15'2276,"0"5"1,-1 8-1386,-3 13 0,-1 6-29,1 11 1,-4 1-583,7-24 1,1 1 0,-1 0 0,1 1-527,2 0 1,0 0 0,0 1 0,0-2 107,-7 26 1,2-4-1283,3-12 0,2-10 830,6-12 1,3-10-992,5-10 1,2-9 561,11-8 0,-1-4-42,5-8 1,-4-6 157,0-2 903,-1-3 0,5 2 0,0-3 0,0-3 0</inkml:trace>
  <inkml:trace contextRef="#ctx0" brushRef="#br1">15705 5060 10428,'-1'-7'909,"-3"3"0,2 14 527,-2 6 1,-3 8-649,-1 5 0,1 9 365,-1 12 1,0 5-541,-5 7 0,1 0-316,-1 0 0,0 1 148,-4 4 0,3-10-1624,-2 1 0,2-11 422,2-5 1,-1-4 93,1-1 1,1-6-1918,2-7 0,3-6 287,1-9 2293,4-4 0,-10 1 0,4 1 0</inkml:trace>
  <inkml:trace contextRef="#ctx0" brushRef="#br1">15891 5755 8047,'0'8'96,"0"0"0,0 0 493,0 5 1,2 3 8,2 1 0,-1 5 109,5-1 1,0-3-231,4-2 1,1 1-72,-1-5 1,6-2-534,3-10 1,4-2 171,4-2 1,1-8-836,3-9 1,2-4 523,-7-4 0,1 2-375,-4-6 1,-5 5 257,-4-1 0,-8 9-459,-4 3 532,-2 3 0,-8 3 295,-2 3 0,-10 2 615,-7 6 0,1 6-389,-5 2 0,-2 5 670,2 3 1,0-1-380,5 6 0,3 1 342,0 7 0,2-3-299,-2 3 0,3 1-125,6-1 0,4 4-917,-1-4 0,7 0 377,-3-4 1,10-6-1057,3-2 0,8-9 636,5-4 0,7-8-1251,1-4 0,9-10 1791,-1-7 0,9-5 0,-2-7 0</inkml:trace>
  <inkml:trace contextRef="#ctx0" brushRef="#br1">16586 5618 8047,'6'-7'1954,"-5"2"-739,4 5 166,-5 0 1,-2 1-658,-7 3 1,1 3 111,-8 6 0,-2 3-440,1 1 0,-4 1-229,5-2 1,1-2-574,6 3 0,0-4 325,5 0 1,0-1-550,4 0 0,5-3 433,3-1 1,9-4-568,4 4 1,-2-3 201,2 3 1,-2-4 593,1 4 0,3 1 203,-7 3 1,-5 0 371,-7 1 1,2 0-131,-2 4 0,-1-2-177,-8 6 0,-1-6 79,-7 2 1,1-4-3,-1 0 0,1-2-1690,0-3 892,-1-2-1516,1-6 0,5-6-291,3-2 0,4-9 2228,4-3 0,3-9 0,5-3 0</inkml:trace>
  <inkml:trace contextRef="#ctx0" brushRef="#br1">17070 5209 8047,'19'-7'462,"-2"3"1,-8 3 521,0 1 0,-5 6-401,4 7 1,-5 5 406,1 7 1,-8 9-371,-5 3 1,0 13 858,1-1 0,-4 9-956,4 0 1,-1-1 328,0 1 1,0-3-914,5-2 0,-1-2-846,5-13 1,0-1-866,0-12 0,2-1 1066,2-11 0,-1-3-1648,5-10 1,-5-2 264,1-2 2089,-3-3 0,-1-5 0,0-1 0</inkml:trace>
  <inkml:trace contextRef="#ctx0" brushRef="#br1">16871 5668 8047,'-7'0'6601,"2"0"-5994,5 0 1,7-2-192,5-2 0,10 2-185,7-7 1,11 5-795,2-4 1,6-4 444,6-5 1,1-4-2284,3 5 1,-3-1 2400,-6 5 0,1-6 0,0-1 0</inkml:trace>
  <inkml:trace contextRef="#ctx0" brushRef="#br1">18546 5531 8047,'0'-8'669,"0"0"1038,0 0-402,0-5-857,0 6 1,-7 3-135,-5 8 1,-2 3-69,-7 6 0,-4 5-117,-3 2 1,-3 4 101,2 0 1,3 1-310,-3 0 1,7-2-32,1-2 67,6 3 1,3-11-442,8 4 1,4-7 259,4-2 0,4-1 25,9 1 0,2 3 68,6-3 1,0 3 246,-1 2 0,1-1-78,0 1 0,-6-1 303,-2 0 1,-1 1-97,-3-1 0,1 1 6,-10-1 0,0 4-103,-4 1 0,-2 0-7,-2-5 0,-7 0-294,-5 1 1,-2-1 107,1 1 1,3-2-1403,-2-3 1091,-3-3 1,5-5-724,-3 0 1,8-1 115,0-3 0,7-4 23,-2-9 0,2-2 939,2-6 0,11-5 0,3-2 0</inkml:trace>
  <inkml:trace contextRef="#ctx0" brushRef="#br1">18658 5705 8047,'7'12'-56,"2"-2"56,-5 3 0,0-4 1220,-4 8 1,0 2-490,0 2 0,0 2 698,0 2 0,0 0-682,0 0 0,0-2-557,0-2 0,0 1-544,0-6-238,0-5 1,6-5-1006,2-6 1,9-2 972,3-2 0,0-8-426,0-9 0,1-2 264,4-2 0,-2 0 349,-2 0 0,-3 2 437,-6 2 0,1-2 0,-1 2 0,-5-1 92,-3 1 0,2-1 42,-2 6 1,0-1 739,-4 5 1,-1 5-443,-4 3 0,3 4 493,-7 4 1,5 4-310,-4 9 1,5 2-44,-1 6 0,-1 0-152,1-1 1,-1 1 275,5 0 0,0-4-704,0-1 0,0-3-689,0 4 0,0-6-757,0 1 1,5-6 843,-1-2 0,5-5-1728,0 1 2337,7-8 0,3-8 0,6-8 0</inkml:trace>
  <inkml:trace contextRef="#ctx0" brushRef="#br1">19315 5073 8047,'13'0'581,"-5"0"203,0 0 0,-5 6 493,1 7 0,-3 6-602,-1 10 1,-1 4 96,-3 8 1,-3 4-311,-5 4 1,-1 2-519,1 3 1,-5-3 6,1 3 1,-2-1-207,1-3 0,3 1-268,-2-10 0,6 1-571,2-5 0,5-7-885,-1-5 1369,3-11 0,6-10 260,3-8 0,5-3 118,3-5 1,4-1 216,5 1 0,-5-1-116,1 1 1,0 1 308,3 3 1,0 2-63,-4 6 0,0 0 83,-4 0 0,-2 6 363,3 2 1,-8 3-281,0 1 0,-7 1 67,2-1 1,2 5-60,-2-1 0,-1 1-29,-7-5 1,-3 2-49,-6 2 1,0-2-185,-4 3 1,2-3-29,-6-2 1,5-1-248,-5-3 0,5 2-217,-5-6 0,6 2 227,-2-2 1,2-3-1107,-2 3 1,4-4 69,-4-4 1272,-2-3 0,5-11 0,-4-1 0</inkml:trace>
  <inkml:trace contextRef="#ctx0" brushRef="#br1">19873 5804 7271,'-1'-7'1236,"-3"3"241,3-3 106,-5 6-984,6-5 1,6 2-184,2 0 1,4 0 58,5 4 1,6-1-116,6-3 1,6 1-869,-2-5 1,2-1 435,3-3 0,3-5-1405,0 1 1,-1-5 297,-7 5 0,-2-6 1179,-6 1 0,-1-3 0,1 0 0</inkml:trace>
  <inkml:trace contextRef="#ctx0" brushRef="#br1">20246 5383 8047,'-2'-11'250,"-2"2"1,1 0 745,-5 5-591,5-1 1,-4 7 98,3 2 0,1 3-118,-5 5 0,5 10 168,-1 3 0,-1 10-124,1 2 1,0 1-10,4 8 1,0 3-274,0 5 0,0 5-103,0-1 0,4-3-461,0-1 0,1-3 358,-1-1 1,-2-5-297,2 1 0,-3-12 193,-1-1 1,-1-1-18,-3-3 0,1 0-71,-5-4 0,0-6 85,-5-3 0,5-6-35,0-2 0,-1-5-106,-3 1 1,4-2-202,-1-2 0,2-6 85,-1-2 1,3-9-597,5-3 0,0-9 78,0-4 939,0-3 0,5-12 0,2-3 0</inkml:trace>
  <inkml:trace contextRef="#ctx0" brushRef="#br1">20506 5668 8047,'8'8'908,"1"0"1,-5 2-685,4 7 1,-5-2 250,1 5 0,-3 1 286,-1 4 0,0 0-377,0 0 0,-1-1-124,-3 1 1,2-4-1119,-2-1 1,3-4 339,1 0 518,-6-2 0,-1-2 0,-5 1 0</inkml:trace>
  <inkml:trace contextRef="#ctx0" brushRef="#br1">20568 5507 8047,'-7'0'2504,"2"0"-1779,5 0 1,1 0-191,3 0 1,3 0-1763,6 0 1,-1 0 583,0 0 1,5 0 642,-1 0 0,1 0 0,-5 0 0</inkml:trace>
  <inkml:trace contextRef="#ctx0" brushRef="#br1">20742 5792 8318,'0'12'303,"0"1"0,1-5-384,3 0 818,-2-5 0,9 3-226,-3-6 0,3 0-375,1 0 1,5-6 16,-1-2 1,5-7-480,-4-2 1,3-5 44,-3 1 0,2 3-131,-6 2 1,2 2 180,-7 2 1,-2-1 129,-2 1 0,-3 4 44,-1-1 1,-5 7-107,-4-3 0,-6 10 510,-1 3 0,-6 8-190,1 5 0,-3 2 481,0 2 0,-1 6-76,0 2 1,6 3 95,2 1 0,3-4-520,2 0 1,4-6 262,-1 2-625,7-2 1,6-10 209,8-4 1,9-12-228,0-9 1,6-9 144,2-3 1,1-4-1182,-1 0 1,-1-7 202,5-2 0,-7 3-816,-1 1 1719,0-3 0,0 0 0,6-5 0</inkml:trace>
  <inkml:trace contextRef="#ctx0" brushRef="#br1">21188 5197 8047,'0'-9'1152,"0"1"-316,0 5-168,6-2 1,-5 6-209,3 3 1,-2 5 363,-2 7 0,0 5-316,0 8 0,-2 4 53,-2 8 1,-3 3-201,-5 6 1,0 5-131,-1 3 1,-1 2-1133,-2 2 1,2 3 704,-2-3 1,2-4-1270,1-12 0,6-5 735,3-8 0,3-3-685,1-5 1,3-1 672,5-4 1,2-3 741,10-9 0,6-8 0,6-7 0</inkml:trace>
  <inkml:trace contextRef="#ctx0" brushRef="#br1">21461 5829 8047,'0'13'1940,"-5"-1"0,-1 0-955,-2 1 1,-2-5-415,6 0 0,-4-4-426,4 5 103,0-7-961,4 4 665,0-6 0,0-1-896,0-4 1,5-1 458,3-7 1,3-3 67,2-1 0,-5-4-59,0 5 0,-1-5 60,2 5 0,0-1 620,-5 5 0,2-1-203,-2 1 1594,-3 5-1200,5 1 1,-7 12 264,-4 2 0,0 9-273,-3 3 1,-2 0-175,6 0 0,-4-3-134,3 4 303,1-6-709,4 3 1,6-13 171,2-5 0,9-7-578,3-9 0,4-9 324,1-8 1,1-3-191,3-1 0,-2-2 389,6-2 1,-5-3-149,1-6 0,-3 1 422,-1-1 0,-2 2-94,-2 2 1,-7 5 176,-6 8 0,-5 8-48,1 9 737,-3 7 0,-1 11-329,0 10 0,-1 2 356,-3 7 0,-3 1-249,-6 7 1,1-2-110,0 6 0,-1-4-197,1 4 1,4-5-115,-1 1 1,2-2-516,-1 2 0,-3-3 261,3 3 1,-2 2-1823,2-2 0,-3-1 207,3-3 1675,2 0 0,-5 0 0,4 0 0</inkml:trace>
  <inkml:trace contextRef="#ctx0" brushRef="#br1">22392 5544 7659,'-7'0'5227,"0"3"-5071,3 5 0,2 2 206,-2 10 0,-1-1-103,1 2 1,-1 3-1066,5-4 1,0 4 416,0 0 1,0-3-1050,0 0 1,5-5-119,-1 5 416,0-6 1140,-4-2 0,0-2 0,0-4 0</inkml:trace>
  <inkml:trace contextRef="#ctx0" brushRef="#br1">22516 5395 7659,'12'6'0,"-4"-4"493,1 7 0,-1-5-394,4 4 0,-1-4 722,-2 4 0,2 1-355,-3 3 0,-1 0-389,1 1 1,-4-4-182,5 4 0,-7-3-268,2 6 1,-2 3 210,-2 2 1,0 2 4,0 2 0,-2 0 90,-2 0 1,2-2 6,-7-2 1,5 2 453,-4-2 1,5-3-72,-1-1 264,3-9-366,1 3 1,5-11-146,3 0 1,9-2-346,4-6 1,3-4 183,5-5 0,-2 1-60,1 3 0,-1-3 39,-3-1 1,1 5-426,0 4 63,-6 5 1205,-1-3-586,-11 6 0,-1 6 143,-6 2 1,-4 3-364,-1 1 1,1 1-385,4-1 1,-4 1-371,0-1 1,0 0 821,4 1 0,0-1 0,0 1 0</inkml:trace>
  <inkml:trace contextRef="#ctx0" brushRef="#br1">23669 5259 7630,'-28'6'327,"-1"-1"1,1-4 478,7-1-408,3 0 1,13 1 381,5 4 1,12-4 414,13 3 1,8 2-605,13-2 0,1 4-155,10-4 0,1 0-362,4-4 0,-4 0-660,0 0 0,-7 0 438,-1 0 1,-2-5-1399,-7-4 1,-5 3-636,-7-3 188,-8 7 1993,-9-4 0,-1 6 0,-4 0 0</inkml:trace>
  <inkml:trace contextRef="#ctx0" brushRef="#br1">23955 5370 7630,'-4'13'0,"0"-1"0,-5 2 1119,5 2 0,0-1-490,4 6 0,0 1 637,0 7 0,-4-1-608,0 5 1,0-6-734,4 2 1,0 2 118,0-2 0,0-1-1319,0-3 1,0-4 130,0 0 1,0-5-2098,0 5 2395,0-6 846,0-3 0,0-6 0,0-6 0</inkml:trace>
  <inkml:trace contextRef="#ctx0" brushRef="#br1">23905 5717 7630,'8'-1'523,"1"-3"0,-5 3 759,4-4 1,-4 4-474,5 1 0,3-4-370,4 0 1,7 0-328,-3 4 0,8-4-13,1-1 0,0 1-858,-5 4 1,1-4 544,0 0 1,-6 0-3478,-2 4 3691,-9 5 0,-8 8 0,-7 6 0</inkml:trace>
  <inkml:trace contextRef="#ctx0" brushRef="#br1">23843 5916 7630,'-12'12'0,"-1"1"0,2-1 1235,3 1 0,4-7-405,8-1 0,4-4-160,9-1 1,4 0-634,7 0 0,4-6 31,5-2 0,6-3-653,3-1 1,6-2 367,2-3 0,4 4-2734,-5-4 2951,1 3 0,-4 2 0,-1 0 0</inkml:trace>
  <inkml:trace contextRef="#ctx0" brushRef="#br1">25605 5680 7577,'7'-25'-53,"4"5"576,-3-1 0,2 2-120,-2-2 1,1-1 146,-4 6 0,-1-1-200,-4 5 1,-6 1 201,-2 2 1,-3 4-210,-1 5 1,-1 0 64,1 0 0,-6 7 19,-3 5 0,2 7 15,-2 10 0,0 3-124,-3 5 1,3 5-106,0-1 0,2 9-306,-2-5 1,8 1 112,4-9 1,7-1-883,-3-3 1,5-4 461,5-9 1,7-3-938,9-9 0,9-5 125,7-11 0,4-6-5,5-11 1,1-1 1216,-6-3 0,1-3 0,-5-5 0</inkml:trace>
  <inkml:trace contextRef="#ctx0" brushRef="#br1">25964 5705 7738,'-6'0'2912,"-5"0"-2356,4 6 0,-6 0-188,1 7 1,1 1 174,3 2 1,-4-2-200,4 3 0,-1 0-273,0 0 1,0 4-97,5-5 0,-1 1-78,5-5 0,0 1-757,0-1 714,0 0 1,6-1-367,2-2 1,3-4 206,2-5 0,-4 0 7,4 0 1,-4-4-16,8 0 0,-8-4 2,0 3 1,-1-4 110,4 1 0,1 1 18,-1-2 0,-1 1 150,-2-4 1,2-1-90,-3 1 0,1 0 176,0-1 1,2-1-74,-3-2 1,-1 1 159,1-6 0,-5 4-57,1-3 0,-2-1 22,-2-4 1,-2 5 103,-2-1 0,1 6 106,-5-2 1,0 3-74,-5 2 0,1 4 63,-1 0-287,1 5 1,0-3 66,-1 6 0,1 6-222,-1 2 1,5 7 60,0 2 0,1 1-87,-1-2 0,1-1-431,3 6 0,2-4 277,-2 3 0,3-3-567,1 3 0,0-4 38,0 0 844,0-2 0,5-2 0,2 1 0</inkml:trace>
  <inkml:trace contextRef="#ctx0" brushRef="#br1">26275 5631 7630,'0'-7'1367,"1"-3"-446,3 6-127,-3 0 0,5 9-290,-6 4 0,-1 7-56,-4 5 1,3-2-266,-7 2 1,7-1 5,-2 5 1,-2-5-596,2-4 1,0 2 350,4-1 1,0-1-805,0-3 0,0-1-9,0 0-1201,0-5 1441,0-1 0,5-9 269,4-5 1,3-2 289,4-11 0,2 1-73,3-5 1,1 0 421,-5 0 0,3 2-259,-3 2 1,-1 1 668,-3 7 1,-1-1 62,1 10 151,-1 0 1,-1 11-285,-3 5 0,-2 2-189,-6 7 1,4-1-214,0 5 0,0-4-28,-4 0 0,0-6-542,0 1 0,0-1 277,0 2 0,0-7-2539,0 2 1438,0-2 1176,0 2 0,-5 1 0,-2-1 0</inkml:trace>
  <inkml:trace contextRef="#ctx0" brushRef="#br1">27031 5271 7630,'13'-25'378,"-1"0"1,5 2-27,-1 2 0,5 3-108,-5 6 0,1 6 121,-5 6 0,1 9 242,-1 11 1,-5 7-96,-3 10 0,-2 10-155,-2 2 0,-10 9-307,-2 0 1,-5 5 138,0-1 1,2 2 117,-5-10 0,4-1-55,0-3 1,3-6-294,5-3 0,3-12-652,5-4 0,0-13 403,0 1 0,1-9-644,3 0 0,3-4 451,6-4 0,-2-4-659,-3-9 0,1 3 557,-4-2 0,-1-2 393,-4 1 1,-2-3 191,-2 3 0,-7-1 0,-5 2 0,-5 1-161,4-6 0,-5 2 161,2-2 0,-2-5 577,1 5 0,-1-5-346,5 5 1,1 3 1753,3 2-1337,7 2 1,1 7 130,10 3 0,7 8-300,9 4 0,8 3-114,4 2 1,2-1-452,3 1 1,-1-2 125,0-3 1,0 2-370,1-6 0,-1 0 287,0-4 0,2 0-1478,2 0 0,-7-2 67,4-2 1453,-4 3 0,3-10 0,1 4 0</inkml:trace>
  <inkml:trace contextRef="#ctx0" brushRef="#br1">27614 5581 7630,'-1'8'936,"-3"1"0,-4-3-390,-9 3 1,2 3-48,-6 1 1,-1 4-144,-7 8 0,3 1 580,-3 3 1,4-2-433,5 2 0,6-3-298,6-1 0,5-10-519,-1-3 1,8-8 262,4 0 1,4-2-35,5-2 0,2-2 132,6-2 1,0-8-732,0-9 1,0 2 88,-1-2 0,-4 5 7,-4-5 0,2 6 178,-1-2 1,-1 2 150,-3-1 1,-1 3 357,0 1 1,-3 1-128,-1 7 0,-4-1 144,4 5 1,-5 2-100,1 2 0,-2 4 704,-2 9 0,-6 2-91,-2 6 0,1 0 141,-1-1 0,5 1-507,-1 0 0,-2-1-323,2-4 1,0-2-1679,4-5 1127,0-1-1291,5 0 1,2-6 198,6-6 1701,-1-6 0,6-12 0,1-1 0</inkml:trace>
  <inkml:trace contextRef="#ctx0" brushRef="#br1">27924 5730 9342,'-6'1'1665,"1"3"0,4-1-954,1 5 0,-1 1 101,-3 3 1,2 0-353,-2 1 1,3-1-996,1 1 0,0-1 398,0 1 0,0-1-2225,0 0 1542,0 1-3005,0-1 1792,0-5 2033,0-1 0,0-6 0</inkml:trace>
  <inkml:trace contextRef="#ctx0" brushRef="#br1">27974 5581 7630,'0'-37'0,"4"5"904,0 3-437,6 3 0,-3 8 81,5 6 0,2 3-413,3 5 1,-4 3 18,4-3 1,-3 2-1475,-2 2 0,2 5 1320,2-1 0,-2 0 0,4-4 0</inkml:trace>
  <inkml:trace contextRef="#ctx0" brushRef="#br1">28197 5581 7630,'-1'17'887,"-3"-1"0,1 1-351,-5-5 1,1 2 592,-1 2 1,-2 4-304,6 4 1,-4-3 6,4 0 0,-1-2-962,5 2 0,0-3 118,0-6 1,0 1-284,0-1 1,2-5 266,2-3 1,-1-3-708,5-1 0,-4 0 415,4 0 0,1-1-839,3-3 0,0-4 402,1-9 1,3 3 323,1-2 0,1 2 400,-2 1 0,-2 1-29,3 0 1,-4 3 233,0 1 1,-1 4-171,1-4 1,-5 5 2277,0-1-1595,-5 2 0,2 8 126,-5 2 0,0 3-452,0 2 1,0-1-190,0 0 0,-1 1-618,-3-1 0,3 1 350,-4-1 0,4-4-2320,1 1 1785,0-7 0,6 4-315,2-6 0,3 0-12,1 0 959,6 0 0,7-11 0,7-3 0</inkml:trace>
  <inkml:trace contextRef="#ctx0" brushRef="#br1">28867 5531 7202,'-4'9'1323,"0"-1"1,-6-5-273,2 1 0,-3 3-78,-1 1 1,-1 3-441,1 1 0,-5 1-188,1-1 0,1 1-531,6-1 0,0 2 176,5 2 1,-1-2-347,5 3 405,0-4 1,6 3-38,2-4 1,3 3-45,2-7 1,-1 3-119,0 2 1,-1-5 44,-2 0 0,2 1 81,-3 3 0,-1-4-840,1 1 430,-5-1-242,2 4 1,-5 1 291,0-1 0,-5-4-866,-3 1 1,-7-5 136,-2 4 1113,-5-5 0,-3 8 0,-7-4 0</inkml:trace>
  <inkml:trace contextRef="#ctx0" brushRef="#br1">29798 5197 7666,'19'-18'0,"3"4"0,-5-3 0,3 5 674,-3 4 0,3 2 29,-3 6 1,4 3 145,-5 5 1,1 11-417,-5 15 0,-5 7-22,-3 4 1,-4 4-43,-4 0 0,-4 1-230,-9-1 0,-3 1 184,-9 0 1,1-2-91,-5-3 0,0 2-121,-4-5 0,2-4 62,-2-1 1,7-8-380,-8 4 0,10-11-56,-1-5 1,4-9-836,4-4 310,3-2 0,7-8 354,3-2 0,2-4-260,6-5 1,2-2 254,2-6 0,1 0 230,4 0 1,2 0 83,-3 1 0,3-1 137,1 0 0,-1 2-6,-2 2 0,2 2 178,-3 2 0,3 8 434,1-4 1,-3 9-351,-1 0 0,2 8 297,6 4 0,-2 5-200,2 3 1,-2 3-266,-1 6 0,0 0-3,4 0 1,-3-2-228,2-2 1,2-3-796,-1-6 0,-5 1 468,-4-1 0,-1 1-1042,2-1 0,0-4 1497,-5 0 0,1 1 0,-5 3 0</inkml:trace>
  <inkml:trace contextRef="#ctx0" brushRef="#br1">30046 5792 7666,'0'7'1537,"0"-2"1,0-3-919,0 2 0,0-1 0,0 5 0,0 0-383,0 5 0,0 3-43,0 1 1,0 0-789,0 0 1,1-3 457,3 2 0,-1 2-842,5-1 1,-4-2 443,5-7 1,-1 3-1578,4-2 2112,1-4 0,-1 1 0,1-6 0</inkml:trace>
  <inkml:trace contextRef="#ctx0" brushRef="#br1">30530 5742 7650,'0'-12'1196,"0"-1"0,1 5-1590,3 0 0,-1 4 47,5-4 0,-4 3 139,5-3 1,-1 4-623,4-4 1,5 5 829,-1-1 0,6 2 0,-2 2 0</inkml:trace>
  <inkml:trace contextRef="#ctx0" brushRef="#br1">30889 5680 8399,'9'-11'1260,"-1"3"0,-4-2-653,4 6 1,1-1 240,3 1 0,-4 2-567,1-2 1,0-1-416,8 0 0,-2 1-1819,6 4 1,-1-4 388,5 0 1564,5 0 0,2 4 0,5 0 0</inkml:trace>
  <inkml:trace contextRef="#ctx0" brushRef="#br1">31423 5631 7666,'7'-6'1003,"4"3"-753,-3-5 1,3 4 582,1-4 0,1 4-329,-1-5 1,2 2-630,3-1 1,-2 1-180,5 3 1,0 3-375,0-3 1,4 2 677,-4 2 0,9-5 0,3-2 0</inkml:trace>
  <inkml:trace contextRef="#ctx0" brushRef="#br1">32242 5234 7668,'0'8'-847,"0"0"1,4-4 2286,0 5 1,0 3-267,-4 5 0,1 9-24,3-1 0,-2 12-373,2 0 1,-4 7-345,-4-2 1,1 4 211,-5 0 1,-5 5-263,-3-2 0,-6-2-267,1-10 0,-1-5 63,1-3 0,-2-4-696,2-4 0,-1-5-51,2-8 1,-4-2-428,3-6 0,-2 0-202,-2 0 0,6-6 537,2-2 1,2-3 143,-1-1 0,6-5 168,-2 1 1,8-2 196,-1 1 0,4-2-55,1-6 1,6 2 257,2 2 1,3-1 191,1 5 0,5 1 229,-1 3 0,6 2 614,-1 3 0,-2-1-468,2 4 0,1 1 19,7 4 1,-1 0-239,5 0 0,-6 4-224,2 1 0,1 0 29,-1-1 1,0-2-1319,-4 2 1,-4 1-205,0-1 0,-6 2 1317,1-2 0,4 3 0,-1 5 0</inkml:trace>
  <inkml:trace contextRef="#ctx0" brushRef="#br1">32502 5767 7668,'0'12'1985,"0"-3"-833,0-1 1017,0 0 1,0 5-1112,0-1 1,0-4-55,0 1 0,1-1-483,4 4 1,-4-3 75,3-1 167,3-5 0,-4 6-451,5-5 0,-4 1-1467,4-5 0,-3 0 765,3 0 1,0 0-1552,5 0 1,0 0 810,4 0 0,-2-5-138,6 1 1,-5-4 697,5 4 0,-6-2 283,2 2 1,-8 3 639,0-3 1037,-1 2 1064,-1 8-1925,-2 1 1,-5 5-122,0 1 1,0-1-22,0 0 1,0 1-1576,0-1 1,-1 1-851,-3-1 2037,2 0 0,-9 6 0,4 2 0</inkml:trace>
  <inkml:trace contextRef="#ctx0" brushRef="#br1">30306 5953 7685,'13'6'0,"-2"-4"715,-3 7-408,3-1 1,-10 4 55,4 1 1,-4-1-105,-1 1 1,0-1-333,0 0 0,0 2-284,0 3 1,0-4-401,0 4 1,-4-3 68,0-2 1,0 1 687,4-1 0,0 0 0,0 1 0</inkml:trace>
  <inkml:trace contextRef="#ctx0" brushRef="#br1">31758 5978 7715,'-9'0'2999,"1"0"-1387,5 0-1463,-8 5 1,5 4 17,-7 7 1,1 2 150,-1 3 1,2 6-466,3-2 1,-3 7-537,3-3 1,-2 4-137,2-4 0,-3 4 819,3-4 0,-9 0 0,-2-4 0</inkml:trace>
  <inkml:trace contextRef="#ctx0" brushRef="#br1">12716 7107 8859,'0'6'2211,"5"4"-1814,3-6 1,7 4 201,2-3 0,9 3-450,-1-4 1,8 0-359,0-4 0,3 0-1354,1 0 1,3 0 934,-3 0 1,-2 0 627,-10 0 0,-6 0 0,-1 0 0</inkml:trace>
  <inkml:trace contextRef="#ctx0" brushRef="#br1">12790 7355 8016,'0'8'715,"0"0"0,5-5-299,4 1 0,3-3 340,5-1 1,7 0-749,10 0 1,7-1-684,4-3 0,9 3 675,4-4 0,8-2 0,3 1 0</inkml:trace>
  <inkml:trace contextRef="#ctx0" brushRef="#br1">14254 7454 7621,'-13'0'-527,"5"0"547,0 0 73,0 0 49,-5 0 0,6-6-151,3-2 1,3-3 80,1-1 1,1-6-23,3-3 0,-1-2 178,5-2 1,1 0-73,3 0 0,0 0 130,1 1 0,-1-3-94,1-2 0,-2 7 61,-3-2 0,2 6-35,-6-3 0,1 4 8,-1-3 0,-1 3-7,5-3 0,-5 3 8,1-4 1,2 2-123,-2-2 1,1-1 82,0 6 1,-4 3-107,3 5 81,-3 5-248,-1-2 0,-1 15 72,-3 2 0,-7 14 101,-6 3 1,-1 6 31,2 2 0,1 5-7,-6 4 1,5 4-92,-5 3 1,4 0-233,-3 5 0,-1-1 88,-4 5 0,13-28 0,1 0 64,0 1 1,1 0-1,-12 27-266,5-4 1,1-11 136,3-6 0,5-9-336,0-7 376,5-11 0,-1-10-56,8-8 1,3-5 122,5-7 1,1-4-48,-1-4 1,5 3 300,-1 0 0,1 8-283,-5 0 0,1 6 285,-1 7 1,-4 7-93,1 6 0,-2 7 29,1 13 0,1 2 69,-4 10 0,3 5 61,-4 4 0,4 3-264,-4-3 1,6 5 154,-2-1 0,-1-3-966,2-1 0,-7 1 156,2-1 676,-2 5 0,2-8 0,-3 3 0,-3-3 0,-5-1 0,-2-1 0</inkml:trace>
  <inkml:trace contextRef="#ctx0" brushRef="#br1">15147 7156 7214,'-7'0'1943,"2"0"-1578,5 0 1,5 2-77,3 2 1,5-2-80,3 7 1,5-5-7,8 4 1,-2-5-261,7 1 1,-1-3-152,4-1 0,0 0 192,0 0 0,0-5-992,1-3 0,-2-8 484,-3 0 1,-3-2-610,-5 1 1132,-6-2 0,-1-6 0,-6 1 0</inkml:trace>
  <inkml:trace contextRef="#ctx0" brushRef="#br1">15581 6821 7658,'-12'-12'0,"-1"-1"266,1 1 1,0 5 66,-1 3 1,-1 3 89,-2 1 0,2 0-90,-3 0 1,6 9-130,-1 4 1,7 6-28,-8-2 1,8 9 38,-4-1 1,7 3-33,-3 1 0,4-1 8,1 5 1,0-4-9,0 4 1,0 4-48,0 5 0,1 0 0,4 0 0,0-4-284,3 4 0,2 0 120,-6 0 0,4-1-339,-3-4 0,0-1 228,-1-3 0,-2 2-30,2-6 0,-2-5 47,3-3 0,-4-6-234,3 2 296,-2-4 1,-4-2 118,-2-2-219,-3-4 1,-5-5 96,-1 0 1,1 0-372,-1 0 0,-3 0 156,-1 0 1,-3-4 139,3 0 0,-1-6-6,2 2 1,1-3-53,-6-1 0,0-1 195,-4 1 0,1-6 0,-1-1 0</inkml:trace>
  <inkml:trace contextRef="#ctx0" brushRef="#br1">16152 7144 7621,'0'-13'-1651,"-2"1"2210,-2 0 0,3 3-64,-3 1 1,-2 4-93,2-4 0,-1 3 32,0-3 0,3 5-111,-7-1 0,5 3-109,-4 1 0,0 0-27,-5 0 1,1 7 86,0 5 0,1 8-75,2 8 1,0 0 31,4 5 0,1 2-105,4 6 0,0-3-110,0 4 0,0 1-571,0-2 1,2 0 351,2-4 0,0-5-642,8-3 0,-2-8 394,7-5 1,2-7-610,2-5 1,6-4 1058,2-4 0,6-9 0,-4-6 0</inkml:trace>
  <inkml:trace contextRef="#ctx0" brushRef="#br1">16462 7057 7621,'12'-6'709,"1"1"-28,-1-3-53,1 2 1,-1 16-220,0 2 0,-3 13 147,-1 0 1,-5 8-218,1 0 0,-3 8-226,-1 5 1,-5 2-122,-4 2 1,-3-1-219,-5 1 0,2-6 140,-5-3 1,4-8 160,0-4 1,2-4-631,2-4 153,-1-9-109,1-6 0,4-8 188,-1-2 1,7-3-118,-3-5 0,4-5 151,1 1 0,0-5 123,0 5 0,0-6 271,0 1 1,0 2-133,0-2 1,0 6 247,0-2-204,6-2 1,-5 5 997,3-2-739,3 7 0,0 4 220,5 5 0,1 5-88,-1 4 1,2 2-17,2 1 0,-2 0-595,3 1 1,1 3 195,-2 1 0,5-1-1179,-5-3 0,5-1 641,-4 1 0,3-5-1011,-3 0 1556,-1-5 0,2 8 0,2-4 0</inkml:trace>
  <inkml:trace contextRef="#ctx0" brushRef="#br1">16797 7466 7621,'0'13'993,"0"-1"-407,0 0 0,0 1 161,0-1 0,0 5-391,0-1 0,0 1-125,0-5 1,4 5 145,0-1-177,6 1 1,-3-6-1,5-3 1,0 2 83,1-6-284,-1 0 0,6-9 0,2-2 0</inkml:trace>
  <inkml:trace contextRef="#ctx0" brushRef="#br1">17157 7429 7621,'12'0'0,"0"-4"346,1 0 126,5 0 0,-4-1 3,2 1 0,-2-1 218,-2 1-1374,1 2 1,-1-7 501,0 5 0,1-5-1385,-1 5 1564,1 0 0,5-2 0,1 0 0</inkml:trace>
  <inkml:trace contextRef="#ctx0" brushRef="#br1">17516 7355 7621,'7'6'0,"3"1"527,-6-2 1,2-4 235,-2 3 204,3-3 0,5 4-435,0-1 1,1 0-173,-1-4 0,2 0-943,3 0 1,2 0 413,6 0 0,-5 0-1193,1 0 1,1-2 382,7-2 979,-3 3 0,10-10 0,-4 4 0</inkml:trace>
  <inkml:trace contextRef="#ctx0" brushRef="#br1">18695 6834 7740,'4'12'917,"0"0"1,2 2 306,-2 3 0,-3 2-591,3 6 0,-1 1-115,1 3 1,-2 3-151,2 5 0,-3 0 69,-1 0 0,0 1-82,0-1 0,-5 1-430,-4 4 0,-6-9-384,-1 0 1,-5-6 370,4-2 0,-5-4-701,2 0 1,-4-8 378,-1 0 1,-1-2-697,-3-7 1,3 0 472,-3-4 0,4 0 178,5 0 0,2-5 117,5-4 0,2-3 11,3-5 0,3 2 191,5-6 0,0 1 179,0-5 1,2 0 359,7 0 1,-1 5-315,8-1 0,-2 7 867,-1 2 1,3 1-455,1 7 1,3-5 145,-3 5 0,4 2-182,-5 6 1,6 3 53,-1 5 0,-2 0-197,2 1 0,-2 3-216,2 1 1,2-1-971,-2-3 1,-2-1 579,2 1 0,-6-5-1523,2 0 0,-4-1 815,0 1 0,-1 2 991,1-6 0,-1 0 0,0-4 0</inkml:trace>
  <inkml:trace contextRef="#ctx0" brushRef="#br1">18943 7305 8347,'7'5'365,"3"-2"1053,-6 6 1,4-5-523,-4 4 1,4 0-248,-4 5 0,5-1-134,-5 0 1,1 1-155,0-1 0,-4 5-382,3-1 1,-3 1 73,-1-5 0,5-4-462,-1 1 455,0-6-309,-4 2 0,1-5-160,3 0 1,-1-1 173,5-3 0,1-2-469,3-2 444,0-3 1,1 5 524,-1-2 1,1 2-149,-1 6 1,-4 0 592,1 0 0,-5 6-348,4 2 0,-5 3 239,1 2 1,-1-1-419,1 0 0,-3-2-446,3 2 1,-2-6-453,-2 6 1,0-2 472,0 2 1,-4 1-2287,-1-1 1,-8 1 2541,0-1 0,-7 0 0,0 1 0</inkml:trace>
  <inkml:trace contextRef="#ctx0" brushRef="#br1">17206 7627 7740,'7'6'588,"-1"1"0,-6 5-186,0 1 0,0-1 202,0 0 0,-2 2-216,-2 3 1,1 1-420,-5 2 0,5 0-920,-1-4 1,3-2 569,1 3 0,0-4-1334,0 0 1715,5-6 0,2 4 0,6-5 0</inkml:trace>
  <inkml:trace contextRef="#ctx0" brushRef="#br1">18484 7516 7740,'0'12'1665,"0"1"-1169,0-1 1,0 0 358,0 1 1,0-1-320,0 1 1,0 3-758,0 1 1,-1 3 179,-4-3 0,3 5-1197,-7-1 1,7-2 353,-2 2 0,-2-5 884,2 5 0,0-6 0,4 3 0</inkml:trace>
  <inkml:trace contextRef="#ctx0" brushRef="#br1">19663 7020 7725,'30'12'1042,"-8"1"230,3-1 0,-3 0-196,3 1 0,-5 5-541,1 2 0,-7 0 233,-2 0 1,1 2-298,-5 7 1,-3-3-333,-1 3 1,-2 2 34,-2-2 1,-7 6-951,-5 3 0,-13-1-36,-13 4 0,-1 2-694,-11-2 0,0 2 830,20-22 0,-2-1 0,-27 15 395,27-16 1,-2-1 0,-6-1 0,0 0 0,-1 2 0,-1 0 0</inkml:trace>
  <inkml:trace contextRef="#ctx0" brushRef="#br1">15643 8235 7763,'-48'13'879,"2"-1"0,6-4-725,12 0 1,4-5-81,12 1 1196,5-2 0,3-2-431,8 0 1,5 0-179,12 0 1,7 0 64,13 0 0,9-4-285,8-1 0,4-4-269,4 1 1,-30 4-1,2 1 8,3-1 1,1-1 0,-1 2 0,1-2-395,1-1 1,0 0-1,4-1 1,2 1 327,3 0 0,3 0 0,7 0 0,3 0-473,2 0 1,2-1 0,-19 2 0,2-1 0,-1-1 392,4 0 1,0 0 0,1 1 0,1-1 0,1 1 0,0-1-6,4 0 1,0 0 0,0 1-1,1-1 1,0 1 0,-1-1-158,-1 0 1,0 0 0,-1 1-1,-1-1 1,0 1 0,-1 1 76,-3 0 0,-2 1 0,1 0 1,-2 0-1,0 0 0,1 0-10,-1 0 1,1 0 0,-1 0 0,-1-1 0,0 1 0,0 0-190,-1 0 1,-1 0-1,1 0 1,-3 1-1,0 0 1,-1 0-57,17-1 0,-2 0 0,-4 0 0,-1 0 95,-1-2 0,-2 0 1,-4 1-1,0 1-127,-5 0 1,-1 0-1,-6 2 1,-3 0-175,16-6 1,-7 3-747,-10-3 1,-8 5 423,-9-1 834,-8 3 0,3 1 0,-4 0 0</inkml:trace>
  <inkml:trace contextRef="#ctx0" brushRef="#br1">16673 8620 7731,'0'-25'1184,"0"0"-738,0 0 0,-6 2 287,-2 2 0,-3 0-289,-1 9 1,-1-2 12,1 10 0,-1 1-148,1 8 1,-2 7 97,-2 9 1,2 3-74,-3 5 1,-1 3-150,2 5 0,-1-1-175,5-3 1,1-3 100,3-5 1,2-5-995,6-4 739,0-8 0,11-9-337,6-11 1,3-4 189,1-8 1,2 2-534,-2-7 0,-2 7 323,2 1 0,-6 7 293,2 2 0,1 1 486,-2 7 0,1 1-245,-5 7 0,1 8 588,-1 9 0,-4 8-346,1 4 0,-3 3 64,3 1 1,0 0-20,-4 0 1,-1 1-76,-4-1 0,0 4 20,0 1 0,-6-1 85,-2-4 0,-5 0-127,-3 1 0,-2-5-21,-3 0 0,-2-10-246,2 2 0,2-13 85,-2 1 0,5-9-560,-5 0 0,4-4 315,-3-4 0,5-9-294,-2-7 0,7-4-282,2 0 1,1-7-574,-1-2 1,3-4 4,5-4 0,1 1 1348,3-6 0,3 1 0,5-5 0</inkml:trace>
  <inkml:trace contextRef="#ctx0" brushRef="#br1">17033 8409 7731,'0'12'922,"0"1"-523,0-1 0,-5 7 426,1 6 0,-5 7-319,0 9 0,-2 3 500,-1 6 1,1 1-286,3 3 1,2-9-411,6 1 1,6-12-383,2-5 0,7-4 93,2-5 0,5-3-729,-2-9 0,4-2 523,1-6 1,4-3-1526,-1-5 1,1-5 15,-4-7 1693,6-9 0,-5 2 0,4-10 0</inkml:trace>
  <inkml:trace contextRef="#ctx0" brushRef="#br1">17529 8396 7731,'-6'18'950,"5"-4"207,-3 3 0,-2 2 555,2 2 1,-4 2-892,4 2 1,-5 5-176,5 3 0,-5 3-233,0 1 0,2-1-480,-1-3 0,0 2 84,-4-6 0,-1 4-870,1-4 0,-5-1 216,1-3 0,-5-7-217,4-5 0,0-2-101,0-7 1,3 0 384,-2-4 1,3-7 269,5-5 0,-2-2 75,6-7 1,0 0 93,4-3 1,0-1-70,0 0 0,6 6 259,2 2 0,3 1 257,1 3 1,5 0 374,-1 8 0,5 1 492,-4 4 1,3 0-551,-3 0 1,3 6 72,-3 2 1,4-1-282,-5 1 1,5 0-369,-5 5 1,5-2 43,-4-3 0,3 3-1177,-3-3 1,1 2-1489,-2-2-1159,-2 3 3723,4-9 0,-6 9 0,1-4 0</inkml:trace>
  <inkml:trace contextRef="#ctx0" brushRef="#br1">17715 8818 8001,'0'8'1301,"0"1"1,0-5-736,0 4 0,0-4 413,0 4 1,0 1-441,0 3 0,0 2-606,0 2 1,-4-2 96,0 3 1,-1-2-257,5 1 0,0-2-897,0 3-36,0-3 0,0-2-1552,0 0 2711,0-5 0,6-1 0,1-6 0</inkml:trace>
  <inkml:trace contextRef="#ctx0" brushRef="#br1">18000 8793 7731,'2'-8'1822,"2"0"0,-3 4-594,3-5 0,3 7-588,1-3 0,3 3-254,2-2 1,1 2-187,2-2 0,-1-1-1,6 0 1,-4 0-744,3 1 1,1 2 397,4-2 0,-1-1-4727,1 1 4873,0-1 0,0 0 0,0-2 0</inkml:trace>
  <inkml:trace contextRef="#ctx0" brushRef="#br1">18422 8706 7731,'8'7'908,"1"-3"0,-5-1-379,4 1 1,-4-2 2431,4 2-2177,1-3 1,7-1 95,1 0 1,-1 0-704,-3 0 1,5-1-560,2-3 1,4 1-1116,0-5 0,1 4 963,0-5 1,0 5-489,0-4 0,4 4 369,0-4 0,-5 3-1217,-3-3 1870,0 0 0,9-5 0,2 1 0</inkml:trace>
  <inkml:trace contextRef="#ctx0" brushRef="#br1">19365 8334 7731,'8'0'1302,"0"0"-404,-5 0 0,4 0 1710,-3 0 9,-3 0-1304,11 0-224,-11 6-720,10 1 1,-10 5-57,3 1 0,2 0-68,-2 4 1,0 2-228,-4 6 1,-1 5-29,-3 3 1,0 5 124,-9 3 1,2 3-388,-10 6 1,5-2 203,-5-3 0,2 1-441,-2-9 1,-1-4 251,6-12 1,-1-5-468,5-7 1,3-5 153,1-8 1,4-5-40,-4-7 1,4 1-8,-5-6 0,5 0-117,-4-4 0,1 2 132,-1 2 1,-2 2 204,6 3 1,-4-2 219,4-3 0,-1 2-223,5 2 802,0 3-390,0-4 1,6 7 348,2 3 0,9 3 244,3 5 1,4 4 453,1 0 0,0 6-175,-1-2 1,1-1-361,0 1 0,4-4-754,0 4 0,-4-3 184,-5 3 0,-3-4-1093,4 4 0,-6-4 102,1 5-936,-2-7 0,-3 5 205,-3-3 1767,3-2 0,-4 3 0,6-5 0</inkml:trace>
  <inkml:trace contextRef="#ctx0" brushRef="#br1">19638 8682 7731,'15'1'473,"-3"3"1,3-2 679,-6 2 1,-4-2-356,-1 3 1,2 1 216,-2 7 0,0-1-182,-4 1 1,-4 5-357,0 2 1,-6 2 98,2-1 0,1 1-203,-1-5 1,5-1-521,-1-4 0,3-3 154,1-1-1014,0-5 1,1 2 226,3-5 0,4-5-406,9-3 1,-2-4 521,6 0 0,-6 1 275,1 3 1,-2-2 881,-1 6-436,-1-6 1759,0 9-1449,1-5 1,-6 12 455,-3 2 1,-3-1-446,-1 1 1,0 1-506,0 3 1,0-4-1069,0 1 0,0-1 709,0 4 0,-1-3-591,-3-1 1,-3 0 332,-6 4 0,0 1 744,-4-1 0,-8 6 0,-6 2 0</inkml:trace>
  <inkml:trace contextRef="#ctx0" brushRef="#br1">18037 9017 7637,'13'0'1257,"-5"-5"-836,0 1 1,-4 0 285,5 4 1,-6 1-258,1 4 0,-3 2 87,-1 5 0,-4 4-197,0 1 0,-6 4-254,2-5 1,-2 6-665,2-1 0,-2-3 437,6-2 0,0-2-887,4-1 0,0-1 542,0 0 0,1-5-793,4-3 0,7-4 1279,9-4 0,2-8 0,2-7 0</inkml:trace>
  <inkml:trace contextRef="#ctx0" brushRef="#br1">18955 8942 7637,'13'-5'779,"-1"3"981,1-2-978,-1 3 1,-1 2-311,-3 3 0,-2 3-158,-6 5 0,0 5-124,0 0 1,-4 3-1001,0-3 1,-5 3 468,5-3 0,-5 4-1154,0-5 0,4 1 167,1-5 1328,2-5 0,2 4 0,0-4 0</inkml:trace>
  <inkml:trace contextRef="#ctx0" brushRef="#br1">20109 8359 7642,'19'-12'0,"-1"4"575,-5-1 1,5 6 787,2-1 0,-2 4 197,-1 4 1,-3 8-800,-2 4 0,0 7-207,1 2 1,-1 1-190,1 8 0,-1-3-66,0 2 0,1 5-97,-1-1 1,-1-1-384,-2 1 0,-4 0-134,-5-4 1,4-3-350,0-1 0,-1-7-1028,-7-1 0,1-10 720,-5 1 0,0-3-751,-5-1 0,-3 2 312,-1-6 1411,-10 0 0,6-4 0,-9 0 0</inkml:trace>
  <inkml:trace contextRef="#ctx0" brushRef="#br1">21164 7020 7648,'0'12'459,"0"1"-321,0-1 0,4 7 635,0 6 0,4 12-286,-4 13 0,6 13-103,-6-24 0,0 1 0,1 1 0,0 0-530,-1 7 0,0 0 0,2-1 1,-1 1 334,0 1 1,-2 1 0,1 0 0,-1 0-68,1 2 0,1 0 0,-2-4 1,0 0-28,2 2 1,-1-1 0,-1 0 0,-1 0-742,-1 3 1,-2 0-1,1-1 1,0 1 401,0 4 1,0 0-1,0-5 1,0 0 243,0 0 0,0 1 0,-2-1 0,0 0 0,0-4 0,0 0 0,0-1 0,1 0 0,0 0 0</inkml:trace>
  <inkml:trace contextRef="#ctx0" brushRef="#br1">22479 7516 7595,'0'-17'107,"0"1"0,0-5 102,0 5 1,0-7-143,0 3 1,-2 1 363,-2-2 1,-3 6-52,-5-2 0,-1-1 87,1 2 1,-2 3-113,-2 5 0,2 7 7,-3 1 1,-2 7-126,-2 9 0,3 10 113,2 11 0,-2 6-86,1 7 1,2-2 72,7-2 0,1 0-300,3-4 0,3-6-276,-4-8 0,10-3-244,3-4 0,8-9 324,5-8 1,2-5-262,2-7 1,0-5 154,0-7 0,0-8-112,0 3 1,-6-2 13,-3 2 0,2 0 246,-1 0 0,-5 6 14,-4 3 0,1 2 138,3 1 0,-4 2 305,1 3 1,-5 4-218,4 8 0,-4 4 168,5 9 0,-5 2-108,4 6 1,-1 5-21,1 3 1,2 5-16,-6 3 1,0-1 125,-4 5 1,0 1 124,0 3 0,-1 7-330,-4 1 0,-6 3 28,-5-2 1,-6-3 83,1-6 0,-2-3-144,-2-1 1,4-12 133,1-4 0,3-8-45,-4-9 1,6-3 43,-1-1 1,2-7-428,1-1 0,1-2-23,0-11 0,-5 3 71,1-6 0,-1-3-593,5-2 0,1-2 394,2-2 1,-2-1-721,3-3 0,-2 1 536,2-5 1,1 0-225,3-4 0,3 4 816,-3 0 0,8 0 0,3-5 0</inkml:trace>
  <inkml:trace contextRef="#ctx0" brushRef="#br1">23210 7404 7595,'-5'-19'226,"-3"2"1,1-1 151,-1 2 688,-1-1-694,-3 10 0,-1 5 11,1 10 1,0 7-11,-1 14 1,1 4 66,-1 9 0,5 3 58,0 9 0,1-3-308,-1 2 1,2-2-317,6-1 0,0-2 161,0-2 1,2-6-565,2-11 1,4-7 392,9-14 1,2-3-515,6-5 0,1-6 261,3-7 1,-2-9-2267,6-7 2655,-5-5 0,2 3 0,-5-4 0,0-3 0,0-2 0</inkml:trace>
  <inkml:trace contextRef="#ctx0" brushRef="#br1">23595 7255 7595,'12'-5'1982,"1"-2"-1084,-1 0 1,-1 8-423,-2 12 1,0 5 295,-5 7 1,0 5-287,-4 3 1,0 3-13,0 1 1,0 0-205,0 0 0,-1 1-116,-3-1 0,-3 3-368,-5-3 1,-1 2 199,1-10 1,-5-1-350,1-3 0,-5-5 206,5-4 1,-2-8-591,1-3 1,3-4 226,-2-1 1,2-7-135,2-5 1,3-2 248,1-7 0,5 0 239,-1-3 0,3-5 139,1 0 0,0-4-116,0 4 0,5 0 461,4 4 1,2 6-224,1 2 0,0 5 672,1 4 0,3 2-339,1 6 1,4 6 110,-5 2 1,5 3-146,-5 1 0,5 5-396,-4-1 0,5 5-518,-2-4 1,-2-1 389,-1-4 0,-4 1-1418,0-1 1,-1 5 694,1-1 1,-2 1-898,-3-5 1750,-2 1 0,-1-1 0,2 0 0</inkml:trace>
  <inkml:trace contextRef="#ctx0" brushRef="#br1">23843 7689 7595,'8'-6'304,"1"1"601,-7 4 0,8 2-363,-6 4 1,2 1 197,-2 7 1,-3-1-447,3 1 0,-1 5-97,1 2 1,-2 0-645,2 0 1,-3-3 342,-1 3 0,4-4-351,0 0 1,5-1 297,-5 2 0,1-8-1322,-1 4 1,-1-9 1478,6 0 0,-7-3 0,4 0 0</inkml:trace>
  <inkml:trace contextRef="#ctx0" brushRef="#br1">24265 7603 7595,'-12'0'3584,"5"0"-3212,1 0-478,6 0 0,1 0-378,4 0 0,3-4-1619,8-1 2103,-2 1 0,10-1 0,-5-2 0</inkml:trace>
  <inkml:trace contextRef="#ctx0" brushRef="#br1">24587 7565 7595,'9'0'1242,"-1"0"1,-4 0 1447,4 0-1997,-5 0 1,8 0-259,-3 0 0,3 0-193,2 0 1,-1-4-711,1 0 0,-1-4-354,1 4 0,3-2-2001,1 2 2823,5 3 0,-3-10 0,6 4 0</inkml:trace>
  <inkml:trace contextRef="#ctx0" brushRef="#br1">25009 7516 7621,'13'0'2589,"-1"-2"-1873,0-2 0,1 3-151,-1-3 1,-3-2-205,-1 2 0,4 0-1361,5 4 1,1 0 634,-2 0 0,-1-4 365,6 0 0,0-6 0,4 3 0</inkml:trace>
  <inkml:trace contextRef="#ctx0" brushRef="#br1">25865 7107 7703,'4'13'813,"0"4"1,6-2 88,-2 6 1,-1-5 266,2 5 1,-5 4-119,4 4 0,-5 5-512,1-1 0,-3 3-145,-1 1 0,-7-4-89,-5 0 0,-6 2-210,-7 6 0,-5-2 64,-3 2 0,-3-6-705,-1-2 0,1-7 68,3-1 1,3-6-189,5-7 0,1-5-237,4-3 1,2-4 351,5-4 1,6-4 53,3-9 1,3-1 114,1-2 1,5-4 286,4 4 1,3-4-103,5-1 0,-2 5 302,5-1 1,-3 6-140,4-2 1,-2 5-131,2 4 0,1-2 2060,-6 6 0,6-4-869,-1 4 0,2-1-854,2 5 1,-4 2-1,0 2 0,-1-1-660,5 5 1,-6-4 375,-2 4 0,1-4-3289,-2 5 3400,1-6 0,-5 2 0,1-5 0</inkml:trace>
  <inkml:trace contextRef="#ctx0" brushRef="#br1">26076 7565 7703,'0'9'1870,"0"-1"0,0-4 425,0 4 1,0-3-1222,0 3 0,0 0-523,0 4 0,-1-3-176,-3-1 0,2 0-904,-2 5 1,3-5 293,1 0-617,0 0 1,1 1 333,3-1 0,3-5-80,5 1 0,2-3-630,3-1 0,-3-4 551,2 0 1,2 0 531,-1 4 1,3-4-26,-3 0 0,-1-1 802,-3 5 1,-2 2-469,-3 2 1,-1 3 434,-3 5 1,-3 1-318,4-1 0,-4 0-42,-1 1 0,0-1-1272,0 1 1,0-5 139,0 0-879,0-5 0,1 2 1771,3-5 0,3 0 0,6 0 0</inkml:trace>
  <inkml:trace contextRef="#ctx0" brushRef="#br1">26659 7280 7703,'13'7'838,"0"0"203,4-3 1,-3 3-9,2 5 0,-2 1-507,-2-1 1,1 6 500,-1 3 0,1 2-466,-1 2 0,-4 0-290,1 0 1,-7 4-51,2-1 1,-4 3-570,-4-2 1,-3-3-91,-5 3 1,-6-4-278,-3-5 0,-2 4-1002,-2-4 1,4-2 765,1-1 0,1-3 9,-2-2 1,3-1 941,6-3 0,-1 3 0,1-4 0</inkml:trace>
  <inkml:trace contextRef="#ctx0" brushRef="#br1">27292 7466 7670,'7'-5'0,"2"2"990,-5-5 1,6 1 1347,-2-1 0,-1-2-919,2 6 0,-1-5-780,4 5 0,1-4-684,-1 4 1,6 0 81,3 4 1,2-2-504,2-2 0,1 3 401,3-3 1,1 2-1997,3 2 0,1 2 483,-10 2 0,-2-1-116,-9 5 1,-6-4 1693,-3 4 0,-14 1 0,-4 3 0</inkml:trace>
  <inkml:trace contextRef="#ctx0" brushRef="#br1">27341 7541 7670,'-30'18'0,"9"-9"1189,1 4 0,6-4 574,6 4-977,2-1 1,13-1 307,5-3 1,12-2-513,9-6 0,8 0-253,5 0 1,-2-2-137,1-2 1,1-3-1013,4-5 0,-4 0 563,4-1 1,-10-3-617,1-1 1,-3-1-389,-9 2 0,-6 1 1260,-7-6 0,-2 0 0,-1-4 0</inkml:trace>
  <inkml:trace contextRef="#ctx0" brushRef="#br1">27788 7144 7670,'-17'16'0,"1"1"0,-5 5 1091,5-1 0,-6 7-472,1 6 0,-2 1 1110,-2 3 1,0 4-860,0 4 1,4-3-325,1-2 0,0-3-271,0 0 0,-2-5-313,5 0 0,6-11-738,7-1 1,8-8 579,4-4 0,13-4-1639,4-5 0,12-5 836,0-4 0,3-3-1511,-2-5 2302,-1 4 1,6-16 0,1 2 0</inkml:trace>
  <inkml:trace contextRef="#ctx0" brushRef="#br1">27949 7590 7670,'-5'13'0,"2"-1"0,-5 0 0,5 5 0,-1 0 0,-2 0 0,2 0 0,-4 1 0,4 3 0,0-2 0,4-3 0,1-3 3446,3-1 0,9-1-2021,7-7 1,4 0-1796,1-4 1,5-1 272,3-3 0,3-3-239,1-5 0,2-6 127,2-3 0,-4-2-463,0-2 1,-1 0 87,-7 0 1,-5 0 723,-8 1 0,-8 0 85,-3 4 0,-5-4 242,-5 3 0,-3 4-323,-8 0 1,-9 3 1,-8 2 1,-9 5-317,-3 3 1,-3 2 165,-2 2 0,2 6-1143,2 2 1,-6 3 1146,2 2 0,-2 5 0,2 1 0</inkml:trace>
  <inkml:trace contextRef="#ctx0" brushRef="#br1">29500 7169 7668,'0'-13'760,"4"-3"-426,0-1 0,6 1-45,-2 3-1,0 1-82,5-1 0,-2 1 94,10 0 0,-1-1-41,5 1 1,4 3-60,0 1 0,0 5 89,-4-1 1,-1 3-73,1 1 1,-3 11 178,-5 5 1,-6 9-82,-11 8 1,-6 2-10,-2 10 1,-8-1-114,-5 2 1,-4 2-342,-4-2 0,2-2 224,-6 1 1,4-1-31,-5 2 0,11 1-358,-2-6 0,13-1 170,-1-7 1,5 6 27,0-6 0,4 0 65,8-9 1,3 1-31,5 0 1,-4 5 29,1 3 1,-7-1 268,3 1 1,-4 4 174,-1 5 0,0 5-306,0-2 1,-4-1-149,0 2 0,0-5 107,4 5 1,0-2-641,0 1 1,1-4 291,3-8 1,-3 3 92,4-3 0,-4 2 83,-1-2 1,-1-1-342,-4-3 1,-3-2-20,-8 6 0,-2-1-353,-3 1 837,-2 3 0,3-5 0,-4 7 0</inkml:trace>
  <inkml:trace contextRef="#ctx0" brushRef="#br1">29736 8905 7622,'-21'-8'2734,"0"-1"0,10 2-376,-1-1-2358,2-3 0,-2 10 0,-1-5 0</inkml:trace>
  <inkml:trace contextRef="#ctx0" brushRef="#br1">22168 8868 7626,'-5'7'0,"2"-2"1857,-5-5-1119,5 6 1,-2-4-36,5 7 0,1-5 158,3 4 1,9-5-384,7 1 1,5-3-430,4-1 0,1 0 31,3 0 0,3-1-760,-3-3 1,-1-3 484,1-6 0,-1-3-1517,1-1 1,-3-3 551,-5 3 1,-4-3 1159,-1 3 0,-5-5 0,3 3 0</inkml:trace>
  <inkml:trace contextRef="#ctx0" brushRef="#br1">22429 8644 7626,'-17'0'479,"1"0"0,-1 0-78,5 0 0,-1 2 4,1 2 0,1 3 469,3 5 1,2 2-395,6 3 1,0 3 55,0 9 1,2 3-173,2 5 1,1 2-175,4 2 1,0 2-52,-5 2 1,5 2-134,-5-6 0,0 1 28,-4-5 0,0-1 179,0-3 0,0 0-196,0-8 0,-4-3 11,0-10 1,-5 1-386,5-1 1,-5-4 147,0 1 0,-2-7-815,-1 2 1,-1-2 134,1-2 1,0 0-129,-1 0 0,1 0 15,-1 0 1,1-2 547,0-2 0,1 2 454,2-7 0,-2 1 0,10-10 0,-5-1 0</inkml:trace>
  <inkml:trace contextRef="#ctx0" brushRef="#br1">22603 9165 7626,'0'13'324,"0"-1"1,0 1-163,0-1 1,0 0 939,0 1 0,0-1-440,0 1 1,0-1-297,0 0 1,0 1-1568,0-1 0,0 1 673,0-1 0,1 0-1224,3 1 1752,-3-6 0,11 4 0,-6-4 0</inkml:trace>
  <inkml:trace contextRef="#ctx0" brushRef="#br1">23297 8855 7626,'-25'-11'0,"1"3"0,-1 2 775,0 6 0,0 6 1052,0 2 1,6 9-154,3 3 1,-1 5-910,5 4 0,-2-3-243,10 3 0,0-4-148,4-4 0,0 1-713,0-6 0,5-5 264,3-6 0,8-4-809,0-1 1,6-10 303,-1-2 1,2-9-144,2 1 0,0-5-421,0-4 1,-2 3 576,-2-3 0,1 7 228,-6 1 0,5 4 90,-4-3 0,-1 5 518,-3-2-296,-1 9 0,-4 4 367,0 8 0,-5 8-1,1 9 1,-2 8-173,-2 4 1,-2 7 264,-2 1 1,3 10-107,-3-1 0,1 4 225,-1-1 0,-2 4-55,-2 5 0,-3 3 191,3-3 0,-3 1-278,-2-9 1,1-6 20,0-7 1,-1-4-261,1-3 1,-1-14-257,1-7 1,4-9-131,-1 0 1,1-8 205,-4-5 1,-1-3-779,1-4 1,-5 0 396,1-4 1,-5-1-583,5-4 0,-6 0 270,1 1 1,-3 0-398,0 4 0,-1-3 173,0 7 1,-4-1 926,0 5 0,-5-6 0,2-1 0</inkml:trace>
  <inkml:trace contextRef="#ctx0" brushRef="#br1">24091 8830 7626,'-12'0'662,"-1"0"-418,1 0 1,0 0 137,-1 0 1,-3 2-54,-1 2 0,-5 8 96,1 9 1,-1 9 40,2 8 1,-2 6 51,5 9 0,2 4-225,7 5 0,2-1 52,6-4 0,6-7-289,2-9 0,4-9 20,5-7 0,2-7-869,6-10 1,0-2 243,0-6 1,-1-6-190,1-2 0,-5-5 281,-4-3 457,-2 2 0,-2-4 0,1 6 0</inkml:trace>
  <inkml:trace contextRef="#ctx0" brushRef="#br1">23868 9215 7626,'-7'-6'4107,"8"4"-3194,12-7 0,12 1-418,12-4 0,1-1-807,8 1 1,-5 0-1518,5-1 0,-2 1 977,1-1 1,1 5-764,-9 0 1488,-2 5 0,-5-8 1,2 4-1</inkml:trace>
  <inkml:trace contextRef="#ctx0" brushRef="#br1">24414 8644 10736,'12'0'2090,"3"2"-1407,6 2 0,1-3-334,11 3 1,2-2-405,6-2 1,3-6 82,6-2 1,-6-2-905,-3 2 0,-6-3 597,-2 3 1,-7-3-3119,-1-2 1683,-6 1 1714,-12 5 0,-2-4 0,-5 4 0</inkml:trace>
  <inkml:trace contextRef="#ctx0" brushRef="#br1">24649 8582 7626,'-12'13'755,"0"-1"0,-1 5-352,1-1 0,5 6-100,3-1 1,2 2 729,2 2 1,2 10-442,2 2 1,3 7 63,5-3 1,-3 6-256,-1-1 1,-4-2-236,4 1 1,-5-1-278,1 2 0,-3-5-93,-1-8 1,0-4-672,0-8 690,0 2-764,0-9 235,0-2-755,0-6 0,5-7 168,-1-4 1301,5-1 0,-7-7 0,3 1 0</inkml:trace>
  <inkml:trace contextRef="#ctx0" brushRef="#br1">24612 9066 7626,'6'-7'2154,"1"-2"-1058,5 4 1,-2 0-533,2 1 1,-1 1 36,10-5 1,0 4-204,3-5 0,7 1-410,2-4 1,1 3-487,-1 1 0,3 0-552,-3-5 0,-2 5-2179,-3 0 3229,-7 5 0,3-2 0,-5 5 0</inkml:trace>
  <inkml:trace contextRef="#ctx0" brushRef="#br1">25158 8657 9208,'7'0'1108,"4"0"-228,-3 0 0,3 0-391,2 0 1,5 0-305,2 0 1,4 0-315,1 0 0,4-6-451,-1-2 1,6-3-122,-6-1 1,0 1-1945,-7 2 2645,-3-2 0,-6-1 0,0-7 0</inkml:trace>
  <inkml:trace contextRef="#ctx0" brushRef="#br1">25295 8706 7626,'-11'17'-589,"2"0"0,0 0 294,4 0 1,1-2 1751,4 6 0,0-5-371,0 5 0,0 0-131,0 3 0,0 1-381,0 0 0,0 0-200,0 0 0,0 0-304,0-1 1,0 1 90,0 0 1,0 0-37,0 0 0,2-6 64,2-3 0,3-3-163,5-5 0,2 2-406,2-6 0,4 0-592,5-4 1,1-6-1223,3-2 1,2-3 2193,7-1 0,-1-6 0,0-1 0</inkml:trace>
  <inkml:trace contextRef="#ctx0" brushRef="#br1">25766 8682 6443,'-8'-9'1260,"-1"1"-111,7 5 126,-4-8-871,6 10 1,6 1 293,2 8 1,3 9-247,1 3 0,2 9-51,3 4 1,-4 5-378,4 3 1,-3-2 34,-2 2 1,-1 2-732,-3-2 0,4-4 478,-4-4 0,-1-11-1038,1-1 0,0-7 525,5-6 1,-5-2-960,0-6 1666,0-6 0,5-6 0,-1-8 0</inkml:trace>
  <inkml:trace contextRef="#ctx0" brushRef="#br1">26076 8694 7626,'6'-7'914,"-5"2"-413,5 5 0,-12 5-92,-2 3 0,-5 5-86,-3 3 1,-4 5-300,-4 8 0,-5-1 13,0 5 0,-4 0 17,4 4 0,-4-1-541,4-3 1,0 0 329,4-8 0,6 1-789,2-10 1,5 1-164,3-5 324,4-5 785,5-1 0,0-12 0,0-1 0</inkml:trace>
  <inkml:trace contextRef="#ctx0" brushRef="#br1">26089 8967 7626,'11'1'633,"-3"3"0,1-1-201,-4 5 1,3 1-118,-4 3 0,0 1 363,-4-1 1,0 6-251,0 2 0,0 0-278,0 0 0,-4 1 51,0 4 1,0-6-630,4-2 1,-2 1-596,-2-2-719,3 1-869,-5-5 1602,6-5 1009,6-7 0,-5-7 0,5-5 0</inkml:trace>
  <inkml:trace contextRef="#ctx0" brushRef="#br1">26312 8967 7626,'7'-7'-35,"-2"-4"0,-3 10 668,2-4 114,-3 4-253,10-4-213,-4 3 1,1-3-93,1 5 1,-5 0-94,4 0 1,-4 0-266,4 0 1,-4 0 166,5 0 1,-1 0-925,4 0 0,-3 0 497,-1 0 1,0 0 428,5 0 0,5 0 0,1 0 0</inkml:trace>
  <inkml:trace contextRef="#ctx0" brushRef="#br1">27118 8818 7626,'7'-5'3784,"-1"3"-3050,-1-3-1235,2-1 0,5 5-1187,1-3 1,-1 2 952,1 2 1,-1-1 734,0-3 0,1 2 0,-1-3 0</inkml:trace>
  <inkml:trace contextRef="#ctx0" brushRef="#br1">27453 8806 7626,'7'-13'446,"4"6"1,-4-2 751,5 5 0,1-5-535,-1 5 0,6-1 138,3 1 1,-3 2-338,-2-2 0,2 3-1319,-1 1 0,3 0-292,-3 0 0,1 0-2277,-2 0 3424,-7 0 0,13 0 0,-9 0 0</inkml:trace>
  <inkml:trace contextRef="#ctx0" brushRef="#br1">28433 8793 9024,'-5'7'2485,"3"-1"-1954,-3-1 1,1 2 453,-1 5 0,0 1-531,1-1 0,1 5-342,-5-1 0,-1 6-608,-3-1 0,-2 7 372,-2 1 1,1 0-1153,-6-5 1,0 2 732,-4 3 0,2-4-2125,2 0 2668,-2-6 0,4-6 0,-6-1 0</inkml:trace>
  <inkml:trace contextRef="#ctx0" brushRef="#br1">28855 8644 7649,'8'0'2590,"0"0"-1408,-5 0 0,7 2-156,-6 2 0,1-1-507,0 5 0,-4 0 236,3 5 0,-4 3-312,-4 1 0,1 1-375,-5-2 0,4-2-206,-4 2 0,5 2-231,-1-1 0,2-1-104,2-3 0,0-5-278,0 0-658,0-5 487,0 3 566,6-6 1,1-2 126,5-2 1,-4-3 120,1-5-9,-7-1 1,8 1 108,-6 0 0,2 1-100,-2 2-105,-3-2 258,5 4-132,-1-5 61,-3 5-74,3 2-94,-5-1-657,0 5-49,0-5 1,-1 6-19,-3 0 1,1 0 917,-5 0 0,-1 0 0,-3 0 0</inkml:trace>
  <inkml:trace contextRef="#ctx0" brushRef="#br1">28718 8694 7170,'-6'0'1389,"-5"0"400,4 0-779,0 0-409,1 0 0,8-1-228,2-3 1,3-3 129,5-6 0,0 5-100,1 0 1,-1-1-86,1-3 0,0 0-49,4-1 1,-3 5-67,2 0 1,-3 4-132,-5-5 0,3 7 131,-3-3 1,3 0-159,2 1 0,-5 0 51,0 4 1,-4 5-114,5 3 0,-7 5-25,3 3 1,-3 4 120,2 4 1,-2 3 52,2 2 0,-3 1-63,-1 3 0,0 3-280,0-3 0,-4-3 107,0-1 1,0-3-24,4-1 1,0-6 68,0-2-1365,0-3 336,0-2 0,1-5-672,3-3 0,-1-8 297,5-4 0,-3 1 1462,3-1 0,0-6 0,5-6 0</inkml:trace>
  <inkml:trace contextRef="#ctx0" brushRef="#br1">29103 8533 7649,'0'-13'1048,"0"1"-786,0 0 0,0-1 1669,0 1-856,0 5 345,0 1-954,0 17 1,-1-1-44,-4 11 0,-1-1 57,-7 5 1,-3 4-159,-1 0 1,-1 4-362,2-4 0,0 6 116,-4-2 1,-5 1-349,-4-1 1,0 3 242,4-3 1,0 3-1587,1 1 0,-1-5 163,0-3 1,6-4-1551,2-5 3001,3-2 0,2-5 0,0-1 0</inkml:trace>
  <inkml:trace contextRef="#ctx0" brushRef="#br1">29103 8930 7649,'-8'0'-862,"-1"0"0,7 1 4481,-2 3-2640,-3-2 0,4 9 106,-5-3 0,4-1-385,-5 1 1,6 0 563,-1 5-918,3-1 1,1 1-156,0-1 1,0-4-581,0 0 1,1-5 295,3 1 1,3-2-497,6-2 1,-1 0 316,1 0 1,-1-2-911,0-2 0,1 1 602,-1-5 1,1 5 590,-1-1 1,0 3 1082,1 1-646,-1 0 29,1 0 1,-2 5-171,-3 4 1,-3 3-1032,-5 5 0,0-2 459,0 5 1,-1-3-1825,-3 4 0,-3-1 2089,-5 5 0,-6 0 0,-2 0 0</inkml:trace>
  <inkml:trace contextRef="#ctx0" brushRef="#br1">26324 9240 7649,'13'0'595,"-1"0"1,0 4-94,1 0 1,-1 6-152,1-2 0,-6 4 107,-3 5 0,-3 2-121,-1 6 0,-7 1-312,-5 3 0,-2-1-257,-7 5 1,2-4-459,-2 4 1,-1-6-796,6 2 0,-5-7 311,4-1 1174,1-6 0,4 3 0,-1-6 0</inkml:trace>
  <inkml:trace contextRef="#ctx0" brushRef="#br1">29227 8483 7649,'0'7'843,"6"-1"0,-4-6-221,7 0 0,-5 0 252,4 0-485,0-6 0,3 3-42,-2-5 1,0 4 128,-5-4-315,6 5 1,-4-4 41,2 3 1,3 3-151,-3-4 0,-1 0 48,1 1 1,-4 0-63,5 4-114,-1 0-13,4-6 63,1 5 1,-2-3 72,-3 8 1,-1-2 112,-3 7 1,-3-1-72,4 4 1,-4 2 191,-1 3 1,0-4-51,0 4 1,0 2 13,0 2 1,0-2-33,0 2 1,-1 0-45,-4 3 1,4 1-137,-3 0 0,3 0-217,1 0 0,0-1 198,0 1 1,0 0 50,0 0 0,0 1-132,0 3 0,0-3 75,0 3 0,0-3 343,0-1 0,0 0-70,0 0 1,0 0-57,0-1 1,0-3-223,0 0 1,0-1 105,0 5 0,0-6-155,0-2 0,1-3 47,3-2 1,-3 1-200,4-1 102,-4 0 1,0-1-494,3-2-12,-2 2 175,3-4 0,-6 4-88,-3-3 1,1 2 167,-5-6 1,4 0-219,-5-4 0,1 1 185,-4 3 1,-2-2-28,-3 2 0,-2-3 105,-6-1 0,-5 0-900,-3 0 0,-13 4 371,-3 0 0,-10 2 829,-4-2 0,-4 3 0,30-1 0,0 0 0</inkml:trace>
  <inkml:trace contextRef="#ctx0" brushRef="#br1">1501 10877 7649,'-7'0'817,"0"-4"88,3 0 0,3-2 142,-3 2 263,-3 3-881,5-5 0,-3 13-92,5 5 0,1 8-111,3 9 0,3 8-162,6 8 1,-1 10-165,0 7 0,1 7-317,-7-30 1,0 1 0,1 3 0,-1 1 295,0 3 0,0 1 0,0 0 0,-1 0 59,0 0 1,-2-1-1,1 0 1,-2-1-293,-2-3 1,0 0 0,0-2 0,0-2 54,0-1 0,0-1 0,0-1 0,0-1-460,0 27 1,0-13-177,0-16-134,0-11 419,0-10 1,0-26 649,0 2 0,0-6 0</inkml:trace>
  <inkml:trace contextRef="#ctx0" brushRef="#br1">1451 11063 7649,'-4'-37'0,"0"-1"0,0 5 746,4 0 1,6 6 23,2-2 89,3 3 0,5 6-347,1 4 0,6 3-189,2 5 0,0 3-207,4 5 0,1 5-173,-1 3 0,0 9 245,-4 4-193,-6 2 0,-1 7-86,-5 3 1,-2 5 0,-3 2-80,-4 1 1,-4 10-244,-4-1 0,-7 6-78,-6-2 1,-5 4 76,2-5 0,-4 0 89,-1-8 0,2 1-218,2-9 0,3-4-149,6-12 0,-1-9 257,1-8 1,5-4 65,3-4 0,3-8 369,1-9 0,-6-8 0,-1-3 0</inkml:trace>
  <inkml:trace contextRef="#ctx0" brushRef="#br1">1898 11088 7649,'6'-20'1448,"-4"2"-1122,7 6 0,-5 0 351,4-1 1,0 6-29,5 3 1,-5 3 109,0 1 0,0 1-501,5 3 0,-2 5-55,-3 7 1,2 5-410,-6 8 0,1-2 210,0 6 1,-4 2-195,3 6 0,-3-6 204,-1 2 1,-1-5-476,-3-3 0,3-1 162,-4-7 0,3-4 62,-2-5 568,2-5 0,-3-13-204,5-2 0,1-8-45,3-5 0,-1-8-63,5-4 0,2-4-142,6-5 1,-2 8 192,3-3 0,-2 4-1032,1 0 1,0 1 470,4 3 0,-5 8-978,2 1 1,-3 4 1468,-2 4 0,1 0 0,-1-1 0</inkml:trace>
  <inkml:trace contextRef="#ctx0" brushRef="#br1">2655 11075 7846,'-13'-25'0,"1"2"338,0 2 0,-1-1 498,1 6 1,-1-1 46,1 5 1,4 5 169,-1 3-616,1 2 0,-4 9-175,-1 6 0,5 6 131,0 10 0,4 8-68,-5 9 1,2-2-224,-1 1 0,-1-1-137,4 2 1,1-2-325,4-3 1,0-9-375,0-3 1,2-8 372,2-9 0,4-5-325,9-3 1,2-14 264,6-6 0,-2-8-131,-2-5 0,2-1 174,-2-3 1,1-1 18,-1 5 0,-3-4 154,-6 4 1,3-3 199,-2 7 0,-4-2 185,-9 6 1,-1 3-239,-3 1 1,-5 5 495,-7 4 0,1 2-256,-6 6 0,4 2 54,-3 2 0,3 4 28,-3 9 1,6-4-259,1 4 1,2-2-374,7 2 0,0-4-1298,4 4 1664,0 2 0,11-5 0,3 4 0</inkml:trace>
  <inkml:trace contextRef="#ctx0" brushRef="#br1">2990 11187 7846,'-4'12'933,"-1"1"0,1 3-79,4 1 0,0-1-327,0-3 1,0-1 1303,0 1-1313,6-1 1,1-5-369,5-3 1,5-4 86,-1-4 1,10-9-292,-1-7 0,3-5-93,-3-4 0,-2 1-63,-2-5 0,1 6-247,-6-2 1,1 4 224,-5 4 1,-5-1-304,-3 6 0,-2 3 241,-2 5 1,-7 5 13,-6-1 1,-5 3 40,-6 1 1,-1 0 216,0 0 0,0 5-39,0 4 0,5 2 72,-1 1 1,4 2-287,-3 2 1,5 0 104,-2 4 1,7-3-893,2 3 1,5 1 36,-1 4 1025,3-6 0,1 5 0,0-5 0</inkml:trace>
  <inkml:trace contextRef="#ctx0" brushRef="#br1">3474 11162 7846,'-7'7'3238,"1"-1"0,12-6-2720,2 0 0,8 0-494,5 0-91,8 0 0,4-3 0,7-4-426,1-6 0,10-7-935,-1-1 0,4-2 684,0-2 0,-9 0-261,1 0 0,-8 0 1005,-5 1 0,-2-7 0,-7 0 0</inkml:trace>
  <inkml:trace contextRef="#ctx0" brushRef="#br1">3883 10778 7846,'-13'-7'146,"1"3"0,0-2 157,-1 2 0,2 1-25,3 7 1,-3 5 586,3 7 0,2 3-352,2 6 0,-1 6 364,0 2 1,1 8-185,4 4 1,0 9 57,0 4 0,0 3-1650,0 1 950,-5 5 0,-1-3 0,-3 0-815,0-4 1,2-1 430,-1-5 0,-3 4-190,3-5 0,1-4 188,-1-8 0,-1-4-1289,-3-4 1,-6 2 500,-3-6 0,-9-6 1123,-7-7 0,0-3 0,-10-2 0,-6 1 0,-2 3 0</inkml:trace>
  <inkml:trace contextRef="#ctx0" brushRef="#br1">1129 12117 9039,'12'-7'885,"8"-2"-31,4 4 1,15-4-343,15 1 1,9 2-263,-24 4 0,1 0 0,1-1 0,2 0-413,4 1 0,1 0 1,0-2-1,2 0 287,5 2 1,1 0 0,-4-2-1,0 0-270,1 1 1,1 1-1,0-2 1,0 0 253,-1 2 1,1 0 0,4-3 0,2 0 248,1 1 0,2 0 0,-3-1 0,-1 0-131,4 1 1,-1 0-1,-4 0 1,-1 1-213,1 1 0,0 0 1,-1 1-1,1 1 23,0-2 0,-1 0 1,-3 1-1,-2 0-188,0 1 0,0 0 0,-2 0 1,0 0 132,-2 0 0,0 0 0,1 0 0,1 0-423,2 0 1,-1 0-1,-5 0 1,-1 0 260,1 1 0,-1-2 1,-6-1-1,-2-3-228,0 0 1,0-2-1,30-5-784,-1-5 0,-13 7 541,-3 2 1,-9-6-2132,1-6 2782,-4-4 0,-3 1 0,-1-3 0,1-5 0,-2 0 0</inkml:trace>
  <inkml:trace contextRef="#ctx0" brushRef="#br1">4801 11187 7748,'0'-8'871,"0"-1"0,1 5 975,3-4 0,-1 4-1098,5-4 1,1 5-627,3-1 1,-4 2-188,1 2 0,-1 0-131,4 0 1,1 2-766,-1 2 0,1 3 392,-1 5 0,0 1-1132,1-1 0,-6 4 1701,-3 1 0,-8 5 0,-3-3 0</inkml:trace>
  <inkml:trace contextRef="#ctx0" brushRef="#br1">4826 11485 7748,'-2'16'1557,"-2"1"0,3-1-857,-3-3 1,2-1 26,2 0 0,2-3-279,2-1 1,3-1-8,5 1 1,1 3-1866,-1-3 0,6-2 699,3-2 1,1 2 724,-2-2 0,9 5 0,-3-2 0</inkml:trace>
  <inkml:trace contextRef="#ctx0" brushRef="#br1">6339 10864 7747,'-19'-12'781,"2"0"-122,4-6-174,6 4 1,8 0-89,11 6 0,8 5 264,9-1 1,4 8-231,8 4 0,3-1-151,6 2 1,4-1-298,-1 4 0,0 1-274,-8-1 0,2-4-717,-6 1 1,4-3 569,-8 3 1,-3-4-1485,-9-5 1922,0 6 0,-6 1 0,-1 5 0</inkml:trace>
  <inkml:trace contextRef="#ctx0" brushRef="#br1">6711 11026 7747,'-5'12'0,"-2"5"0,-6-1 0,7 8 793,1 0 1,4 7-97,1 6 1,0 2 55,0 2 0,0-1-635,0 5 0,0-5 31,0 2 0,0-4-616,0-1 0,0-4 374,0 1 1,0-12-1634,0-2 1338,0-5 1,0-2-1026,0-1 1413,-5 1 0,-2-1 0,-6 0 0</inkml:trace>
  <inkml:trace contextRef="#ctx0" brushRef="#br1">6364 11757 9616,'10'7'1739,"2"-3"1,3-2-882,10-2 0,7 0-363,5 0 1,6 0-670,6 0 1,5-4 24,0 0 0,4-6-1232,-5 2 0,1-5 890,-4-3 0,-6 2-1186,-3-3 1677,-2 4 0,-7-5 0,-2-2 0</inkml:trace>
  <inkml:trace contextRef="#ctx0" brushRef="#br1">7232 11522 7747,'13'5'0,"-1"-3"1387,1 2 1,0-3-642,4-1 0,-2 0-141,6 0 0,-1 0-207,5 0 0,6-7-958,2-5 1,2-6-198,3-7 1,-5-5-560,0-3 0,-1-3-398,1-1 1488,-3 0 1,-11-6 0,-1-1 0</inkml:trace>
  <inkml:trace contextRef="#ctx0" brushRef="#br1">7493 10988 7747,'-13'2'157,"1"2"0,5 3 56,3 5 1,-2 2 325,2 3 1,0 3-176,4 9 0,2 4 426,2 9 0,-2-1-305,7 9 1,-2-4 15,1 8 0,2 1-289,-6-1 0,4 5 13,-4-1 1,0-3-576,-4-1 0,-1-3 288,-3-1 0,-3-1-51,-6 1 0,1-7 151,0-6 1,-5-7-782,1-9 1,-7-3 270,3-6 0,1-5-245,-2-3 0,0-3 142,-4-1 0,5-6 53,-1-7 1,0-1-290,-3-6 1,3-5 810,0-4 0,0 0 0,-3 4 0</inkml:trace>
  <inkml:trace contextRef="#ctx0" brushRef="#br1">8857 10902 8442,'3'8'1352,"5"0"0,8 0-703,13 5 0,4-5-47,8 0 1,7-5-228,6 1 0,9-8-499,-1-4 0,-2-5-598,-7-3 0,-3 1 533,-4-6 0,-1 6-1378,-8-2 1,-8 5 265,-12 4 1301,-3-3 0,-8 4 0,0-6 0</inkml:trace>
  <inkml:trace contextRef="#ctx0" brushRef="#br1">9230 10976 7747,'-13'30'44,"2"2"-44,3 5 0,2 2 754,6 2 1,0 3-108,0 6 1,0 0-3,0-1 0,-4-1-488,0-2 1,0-2 56,4-3 0,-4-8-721,0 0 0,0-11 297,4-5-801,0-3 0,1-7 218,3-3 793,-3-8 0,10-3 0,-4-6 0</inkml:trace>
  <inkml:trace contextRef="#ctx0" brushRef="#br1">9155 11460 7747,'8'-9'0,"1"1"0,-5 1 956,4-1 0,2-2-8,6 6 1,4-4 192,4 4 0,3-4-615,2 3 1,2-4-189,6 1 1,1-3-454,-1-2 0,-1 1 171,-3-1 0,-3 6-1318,-5 3 0,-7 4 813,-6 4 1,-6 5-1504,-10 7 0,-9 9 1952,-7 8 0,-9 3 0,-3 1 0</inkml:trace>
  <inkml:trace contextRef="#ctx0" brushRef="#br1">9205 11708 7747,'-13'12'0,"5"-4"0,0 1 0,5-5 796,-1 4 0,4-1-79,4 1 1,3-2 87,5-6 0,6 0-334,3 0 0,8-6-211,4-2 1,1-3-788,0-1 0,1-5 426,-2 1 0,7-7-553,2 3 0,-5-2 654,-4 1 0,0-8 0,4 3 0</inkml:trace>
  <inkml:trace contextRef="#ctx0" brushRef="#br1">9875 11323 7747,'8'-4'1720,"0"0"0,0-4-902,5 4 1,3-5-345,1 5 0,5-4-761,-1 4 0,2-2 242,2 2 0,0 3-984,0-3 1,-2 2 683,-2 2 0,-2 0-1395,-2 0 1060,-9 0 680,3 6 0,-17 1 0,-1 5 0</inkml:trace>
  <inkml:trace contextRef="#ctx0" brushRef="#br1">10011 11423 7747,'-7'5'0,"-4"-4"3063,10 10-1954,-5-9 1,12 3-464,2-5 1,7-4-279,2 0 0,5-6-429,-1 2 1,3-3 89,5-1 1,-3 3-1203,3 1 0,2 1 768,-2-1 1,5-2 404,-1 6 0,3-5 0,1 2 0</inkml:trace>
  <inkml:trace contextRef="#ctx0" brushRef="#br1">10743 10964 7747,'0'8'601,"0"0"0,6-4-239,2 5 0,8-2-39,5 1 0,19 3 611,10-3 1,9-2-514,7-2 1,-30-3-1,0-1-350,1 1 1,0-2-1,1-1 1,-1-1-684,25-6 0,-4-2 460,-13-1 0,-6-2-1015,-6-2 0,-11 3 631,-2 1 0,-9 1-1341,-2 7 1877,-7-1 0,-2 5 0,-6 0 0</inkml:trace>
  <inkml:trace contextRef="#ctx0" brushRef="#br1">11165 11038 7747,'-13'12'0,"5"2"424,0 3 0,4-2 156,-5 6 1,7 5 89,-2 7 0,-2 8 192,2 5 0,-2 2-343,2 2 1,2 3-437,-7 1 1,5 0 2,-4-5 1,4-6-748,-5-6 0,7-2 301,-2-10-521,2-3 0,4-15 79,2-3 0,3-4 802,5-4 0,6-9 0,1-6 0</inkml:trace>
  <inkml:trace contextRef="#ctx0" brushRef="#br1">11140 11472 7747,'6'-7'1787,"-4"0"-1227,7 3 1,-1 3 526,4-3 0,6 1-504,3-1 0,4 1-627,4-5 0,8 0 57,8-5 0,8 1-1270,0-1 1,5-3-2854,-4-1 4110,5 1 0,-13 3 0,2 1 0</inkml:trace>
  <inkml:trace contextRef="#ctx0" brushRef="#br1">12480 11013 7747,'-17'-25'234,"1"1"1,-1 0-94,5 4 0,-1 3 470,1 9 1,4 2-174,-1 6 0,5 11-5,-4 6 1,5 15-108,-1 5 1,3 14 87,1 2 1,5 7-349,4 2 1,2-4 413,1-1 0,2 1-401,2 4 0,-2-11 9,3-5 1,1-8-993,-2-5 0,2-2 565,-1-6 1,-4-7-1232,4-6 0,1-7 169,-2-9 1401,6-3 0,-2-16 0,4-3 0</inkml:trace>
  <inkml:trace contextRef="#ctx0" brushRef="#br1">13013 10976 7747,'7'12'0,"3"2"0,-6 3 0,1 2 0,0 6 0,-4 5 0,3 3 0,-4 9 1799,-4 3 0,-3 3-547,-5 2 1,-2 0-702,-3-1 0,-1 4-685,-2-4 1,-2-2 149,5-10 0,-5-6-354,1-7 0,3-6-172,2-10 0,2-2 334,2-6 1,3-6-907,1-2 0,4-3 378,-4-1 0,5-5 271,-1 1 0,3-6 150,1 1 1,-5-2 277,1-2 1,0 1 227,4 4 1,2 2 246,2 5 1,-2 1 598,7 0 0,-1 5-537,4 3 0,2 2 114,3 2 0,-2 2-206,6 2 0,-5 3 79,5 5 1,-5 0-122,5 1 1,0-1-494,3 1 1,0 3-411,-3 1 1,1 1-471,-6-2 1,5 2-1176,-5 3 1,5 1 220,-4-6 1929,-1 6 0,2-2 0,1 4 0</inkml:trace>
  <inkml:trace contextRef="#ctx0" brushRef="#br1">13348 11534 8850,'-1'11'1345,"-3"-3"1,2 3-749,-2-2 0,3 6-208,1 1 1,-4 2-326,0-1 1,-2-2-248,2 6 1,2-5-211,-2 5 0,-1-6-1019,1 2 0,0-4 747,4 0 0,0-1-814,0 1 1479,0-1 0,-6 0 0,-1 1 0</inkml:trace>
  <inkml:trace contextRef="#ctx0" brushRef="#br1">13968 11509 7747,'7'-5'1433,"-1"-2"0,-2-1-585,0-1 1,2 7-5,-2-2-1980,3-3 1,5 1 549,0-2 1,2 1-1602,3 3 2187,-3 2 0,9-9 0,-4 5 0</inkml:trace>
  <inkml:trace contextRef="#ctx0" brushRef="#br1">14365 11410 7747,'7'-5'965,"4"3"1,-4-5 1036,6 3-1413,-6 3 1,4-6-330,-3 3 0,-1 2-518,1-2 0,0 3 255,5 1 0,-1-4-1274,0 0 1,5 0 808,0 4 1,5-5 467,-2 1 0,4-5 0,1 2 0</inkml:trace>
  <inkml:trace contextRef="#ctx0" brushRef="#br1">14874 11286 7747,'12'0'537,"1"0"1,-1-1 272,1-3 1,-1 2-298,0-2 0,0 1-395,-4-1 1,7 3-478,-3-3 1,4 1-604,-4-1 0,2 2-912,2-2 1874,-2 3 0,9-5 0,-3 0 0</inkml:trace>
  <inkml:trace contextRef="#ctx0" brushRef="#br1">15742 11398 7747,'6'-18'979,"2"5"1,3 2-778,2 7 776,-1 0 1,-1 6-417,-3 2 0,-2 8 192,-6 9 0,-6 2-272,-2 2 1,-3 4-466,-1 0 0,-1 4 43,1-4 0,-1-4-696,1-5 0,0 0 187,-1 0 0,6-6-610,3-6-828,3-5 0,2-3 1887,3-8 0,9-9 0,6-2 0</inkml:trace>
  <inkml:trace contextRef="#ctx0" brushRef="#br1">16263 10802 7747,'13'6'1919,"-1"1"-1457,1 5 1,-5 8 979,0 4 0,-5 7-499,1 6 1,-4 6-169,-4 2 0,-3 3-313,-5 2 1,-2 0-419,-3-1 1,-1 1-382,-2-1 0,-5 1 275,0 0 1,0-8-645,-4-5 0,7-2 590,2-10 0,3-3-1232,-4-10 753,6-5 1,-3-8 68,6-12 1,5 0 105,3-8 1,3 2 117,1-2 1,0-7 369,0 4 0,5-5-282,3 0 0,3 7 352,2-3 1,3 8-151,1 1 0,5 6 794,-1 2 0,1 5-121,-2-1 1,4 3 190,-4 1 0,4 5-350,1 3 1,-1 5-157,1 3 0,0-2-1107,0 3 0,0 0 518,0 0 0,-2-2-339,-2-7 1,1 3 278,-6-2 0,1-2-2984,-5 1 3287,-5-5 0,4 8 0,-4-4 0</inkml:trace>
  <inkml:trace contextRef="#ctx0" brushRef="#br1">16549 11423 7747,'1'8'538,"3"0"0,-2-4 786,2 4 0,-3-3 318,-1 3 0,0 0-859,0 5 1,0 3-172,0 1 1,-4-1-252,0-3 1,0-1-694,4 0 1,0-3 274,0-1 1,0-4-92,0 4 0,5-5-188,4 1 1,6-8-328,1-4 1,6-5-268,-1-3 1,2 2 350,2-2 0,0 3 415,0 5 0,-2-2 8,-2 6 0,-3 0 525,-6 4 0,1 5-287,-1 4 1,-1 2 36,-3 1 0,-1 5-81,-3-1 0,-2 5-53,2-5 1,-1 1-1428,1-5 1,-3 1 145,3-1 1296,3-5 0,0 4 0,6-4 0</inkml:trace>
  <inkml:trace contextRef="#ctx0" brushRef="#br1">17603 10740 7661,'13'0'1020,"-1"0"196,0 0 1,1 2-199,-1 2 0,-3 4-493,-1 9 1,0-2 736,4 6 1,1 3-610,-1 5 0,1 6 321,-1-2 0,0 3-464,1 1 1,-5 1-435,0 4 1,-5-2-328,1 5 0,-2 1-495,-2 3 0,-6-3-679,-2-1 0,-9 1 770,-3 3 0,-8 0-535,-1-4 1,-5 1 410,1-9 1,-3 1-1232,-1-9 2010,-1 0 0,3-8 0,-1 0 0,-2 1 0,-1 1 0</inkml:trace>
  <inkml:trace contextRef="#ctx0" brushRef="#br1">18831 11534 7654,'-12'0'1947,"0"0"1,-1 7-1503,1 5 0,-1 2-584,1 7 1,0 0 127,-1 3 1,-3 3-536,-1 2 0,-1-5 442,2 1 1,2-1-1086,-3-8 0,8-1 1189,0-6 0,1-4 0,-4-5 0</inkml:trace>
  <inkml:trace contextRef="#ctx0" brushRef="#br1">20134 10728 7654,'4'-23'0,"0"2"0,6 3 438,-2 6 1,9 5 212,3 3 1,5 5 444,4 7 1,-3 7-297,3 14 1,-4 9-343,-4 7 1,-9 5-232,-8 3 1,-2 4-319,-2 5 1,-11 0 77,-6 0 0,-6-3 86,-6 3 1,1-9-175,-5 0 1,1-7-219,-1-9 0,3-1-345,5-3 0,2-6-175,2-10 0,3-6 349,6-11 0,3-1-57,1-4 0,1-3 180,-1-8 0,1-2 328,3-3 1,3-6 216,-4 2 0,4-3-210,1 3 1,-1-1-9,-3-3 1,2 3 107,-2-3 1,3 7 420,1 1 0,4 6-267,0-1 1,7 6 527,1 2 1,6 5-322,7-1 1,1 9 223,3 8 1,-1 1-236,5 6 1,-6 1-439,2 4 1,-2 0-57,-3-1 0,0 0-45,-4-4 0,0 2-1013,-4-5 0,-2 4 610,3-5 0,-4 5-2151,0-5 2675,-6 6 0,4-8 0,-4 4 0</inkml:trace>
  <inkml:trace contextRef="#ctx0" brushRef="#br1">20705 11385 7654,'0'7'2690,"0"4"-1994,0-2 1,0-1-193,0 4 0,0-2-63,0 6 1,-5 2-417,1-1 0,0 4 61,4-5 0,-4 5-865,0-5 1,0 5 533,4-5 1,0 1-1349,0-5 0,-4 1 1593,-1-1 0,1 1 0,4-1 0</inkml:trace>
  <inkml:trace contextRef="#ctx0" brushRef="#br1">20940 11522 7654,'7'0'4080,"-1"0"-4364,-1 0 290,-3 0-556,9 0 1,-5 0 231,7 0 318,-1 0 0,1 5 0,-1 2 0</inkml:trace>
  <inkml:trace contextRef="#ctx0" brushRef="#br1">21523 11323 7654,'2'-8'1053,"2"0"185,3 0 0,7-5-659,2 1 0,-2-1-214,2 1 0,4 0-2232,0-1 1,0 5 865,0 0 1,1-1 1000,4-3 0,5 0 0,2-1 0</inkml:trace>
  <inkml:trace contextRef="#ctx0" brushRef="#br1">22119 11187 7654,'12'0'2291,"-4"0"-1649,1 0 1,-1 0-138,4 0 0,2-1 124,3-4 0,-3 3 223,2-7 1,2 1-1016,-1-4 0,5-1 129,-2 1 0,4 0-1209,0-1 0,3 2 833,2 3 1,-3-3-2549,3 3 2958,-3 2 0,-1-5 0,0 4 0</inkml:trace>
  <inkml:trace contextRef="#ctx0" brushRef="#br1">23322 10691 7700,'11'12'1154,"-3"1"1,2-1-634,-6 0 0,4 2 504,-3 3 1,-1 6-351,-4 6 0,0 6-118,0-2 0,-2 2 43,-2 3 0,-7 3-234,-5 0 0,-8 2-42,-1-2 1,-1-1-191,-7 6 1,0-2-347,-4 1 0,-3-6 216,3-6 0,-2-7-523,10-1 0,2-11-60,6-10 1,2-3-332,2-1 1,7-5 347,-2-3 1,4-9 136,-1-4 0,3 2-3,1-2 0,4-1 122,-3-7 0,7 2-131,1-6 0,5 4 49,0-4 0,6 4 324,1-4 1,5 9 344,-4 0 1,3 7 339,-3 0 1,5 5 730,-1 4 1,2 2-688,2 6 0,0 2 154,-1 2 0,1 7-313,0 5 0,0 2-254,0-1 0,-1-3-43,1 2 0,0-2-1055,0-2 1,-4-3-74,-1-1 1,-5-5-657,2 1 1,1 1-2335,-2-1 3909,1 1 0,-10 0 0,-2 2 0</inkml:trace>
  <inkml:trace contextRef="#ctx0" brushRef="#br1">23669 11150 7700,'9'7'1814,"-1"-3"0,-4 1-868,4-1 1,-3 2 198,3-2 1,-5 3-571,1 5 0,-3 1-14,-1-1 0,0 2-179,0 2 0,0-2 54,0 3 0,0-3-389,0-2 0,1-4-442,4 0 0,-3-5-725,7 1 0,-1-2 696,4-2 0,2 0-514,3 0 1,-2-4 352,5-1 0,0-4 663,0 1 0,-2 2-125,-5 2 1,-1 3 336,1 1 1,-5 0 111,0 0 0,-5 5 425,1 3 0,-3 3-361,-1 2 1,0 1-127,0 2 0,0-2-1709,0 2 0,0 2 305,0-1 1064,0-1 0,6 2 0,1 2 0</inkml:trace>
  <inkml:trace contextRef="#ctx0" brushRef="#br1">22627 11373 7625,'-12'0'1678,"0"0"1,3 10-638,1 2 1,4 9-462,-4-1 1,5 5-664,-1 4 1,-2-1-397,2 5 0,0 0-644,4 4 0,0-1-1346,0-3 2469,0-3 0,-11 1 0,-3 0 0</inkml:trace>
  <inkml:trace contextRef="#ctx0" brushRef="#br1">25096 11261 7625,'0'-16'217,"0"-1"0,4-3-53,0 3 0,0-4 215,-4 5 0,0-2 341,0 1 1,-1 8-291,-3-4 0,-3 9-147,-5 0 0,-2 4-82,-3 4 0,-2 6 54,-6 11 0,2 2-54,2 14 0,-1-1-112,6 9 1,0 0 62,8 0 0,3-2-204,5-6 0,0-5-148,0-3 0,1-10 156,3-7 1,7-5-143,6-7 1,6-7 62,2-5 1,0-12-437,4-9 0,-3-2 238,-1-3 0,4 1-272,0 0 1,-2 1 177,-6 3 0,1 3 368,-6 5 1,0 10 197,-8 2 0,1 11-186,-4 2 0,-1 12 913,-4 13 1,-2 5-473,-2 7 0,1-1 310,-5-3 1,5 2-213,-1-6 1,-1 0-453,1-5 0,0 0 25,4-4 0,0-2-1008,0-5 1,1-5-987,3 0 1,-1-5 999,5 1 1,-4-2 208,4-2 708,-5-6 0,14-6 0,-3-8 0</inkml:trace>
  <inkml:trace contextRef="#ctx0" brushRef="#br1">25369 11261 7625,'7'-5'311,"3"2"149,-6-5 1,5 5 39,0-1 1,2-2-172,1 2 1,5 0 328,-1 4 0,1 6-211,-5 2 1,5 3 30,-1 1 1,-3 5-145,-5-1 1,-1 6-123,1-1 1,-1-2-271,-3 2 1,-3-2 98,4 2 0,-10 2-248,-3-2 1,-3-2 183,-1 2 0,3-7-138,1-2 63,0-5-51,1-7 1,3-7-114,8-5 1,7-6-128,6-7 1,9 0-781,-1 1 0,2-5 535,-2 0 1,4 1-438,0 7 1,4-1 310,-4 6 760,0-1 0,1 5 0,2 0 0</inkml:trace>
  <inkml:trace contextRef="#ctx0" brushRef="#br1">25940 11361 7625,'-5'12'446,"1"0"1,0 1 523,4-1 0,0-4 106,0 1-348,6-7 0,2 3-283,9-10 0,2-3-351,6-8 0,1-4 58,3-4 1,2-7-660,7-2 0,-7 3 102,-2 1 0,-4 3-135,-4 1 0,-7 6 183,-6 2 1,-7 5 96,-1 3 1,-11 4 163,-9 5 0,-5 3-74,-4 5 0,-3 2 523,-5 10 1,4 1-102,0 4 0,4 1 27,-4 3 1,9 3 261,-1 5 0,5 0-203,-1 0 1,7 0-320,6 1 1,7-5 106,1 0 0,7-11-671,9-2 1,3-4 332,6-4 0,6-5-993,2-3 0,2-4 290,3-4 0,-1-3 915,0-5 0,6-6 0,1-2 0</inkml:trace>
  <inkml:trace contextRef="#ctx0" brushRef="#br1">27341 11423 7625,'6'-20'74,"2"4"1,-2 1 282,-2-2 1,1 3-45,0-2 1,-1 2 405,-4 2-428,0-1 0,-6 5-96,-2 0 1,-3 5-7,-2-1 1,-4 12 43,-4 4 0,-1 13 27,1 0 0,-1 8 71,6 0 1,-5 7-380,4 1 0,6-1 118,7-7 1,-1 1-231,0-10 0,3 1 123,6-12 0,6-4-25,10-9 1,2-8 65,11-9 0,0-7-271,5-14 0,3 0-201,0-4 0,1 2 175,-5-5 1,-5 9 55,-3-1 1,-9 9-52,-3 4 514,-3 10 1,-8 11-157,-1 11 0,-4 8 418,-1 12 1,-1-1-255,-4 2 0,4-3-28,-3-1 1,3-2 49,1-2 0,5-5-546,3-8 1,3-2-445,2-6 1,3-3 411,1-5 1,5-7-878,-1-14 0,2-3 531,2-5 0,0-2 668,-1-2-261,1 2 0,6-9 0,0 4 0</inkml:trace>
  <inkml:trace contextRef="#ctx0" brushRef="#br1">28049 10616 7625,'0'-12'-1384,"0"0"4352,0-1-1341,0 6-565,0 2 0,-5 16-402,1 5 0,-1 12-150,1 5 0,1 8-22,-5 5 0,3 2-155,-3 2 1,1 6-911,-1 6 0,-3 6 579,7-31 0,0 0 1,-2 2-1,1-1-525,-1 0 0,-1-1 1,1 1-1,0-1 136,-7 30 1,7-7-1562,1-6 1,4-4 824,1-5 1,1-9-230,4-11 1352,-4-6 0,10-7 0,-4 1 0</inkml:trace>
  <inkml:trace contextRef="#ctx0" brushRef="#br1">28495 11261 7625,'-12'-5'0,"-1"2"446,1-5 0,0 5-162,-1-1 0,-1 3 695,-2 1 1,-5 11-177,-8 5 1,2 6-390,-6 3 0,5 5-59,-1 3 0,3-1-118,1 1 1,6-5-194,2 1 0,9-9 108,4-3 1,4-9-363,4-4 1,4-2 193,9-2 0,6-10-478,6-2 1,6-9-204,-2 0 1,1-1 347,-1 1 0,-3 4 62,-5 4 0,0 5 59,0 0 1,-6 5 179,-2-1 0,-5 13-94,-4 8 1,-2 8 410,-6 8 0,0 1-81,0 12 1,-7 1 33,-5 6 0,-1 0-277,-3 5 1,2-5 187,2 5 1,-2-5 94,-3 0 1,2-2-171,-6-1 0,6-7 259,-1-6 1,0-3-69,0-9 0,1 1 0,-6-9 0,6-6-74,-2-7 0,4-3-137,0-1 1,1-7 212,-1-5 1,5-6-144,0-7 0,5-5-669,-1-3 0,3-8 272,1-5 1,5-2-1237,3-2 1,9 1 675,4-1 1,2 2-22,2 2 1,0 5 869,-1 8 0,12-3 0,3 4 0</inkml:trace>
  <inkml:trace contextRef="#ctx0" brushRef="#br1">29922 10889 7625,'7'-18'0,"2"5"374,-5-4 0,2 3-34,-2 2 1,-3 4 515,4-1-205,-4 1-427,-1 1-68,0 2 0,0 6-35,0 3 19,-6 3 0,1 5 178,-3 1 64,-3-1 1,9-3 267,-2-1-259,3-5-13,-5 8-182,5-10 106,-5 4-845,6-5-3933,0 0 3282,6 0-347,-5 0 841,5 0 700,-6 0 0,-11 6 0,-3 1 0</inkml:trace>
  <inkml:trace contextRef="#ctx0" brushRef="#br1">29239 11460 7625,'7'-33'0,"-3"0"0,2 4 490,-2-4 1,0 6 236,-4 3 230,0-1-183,0 11-464,0 2 0,0 12-66,0 8 1,-1 10-44,-3 7 0,1 6 115,-5 11 0,1-4-73,-1 4 0,-2 0-135,6 0 1,-2-7 80,2-6 1,3-4-113,-3-4 0,4-3-78,4-6 0,0-6 68,8-6 1,3-11-586,10-10 0,4-8 294,0-4 0,0-3-123,-4-1 1,0 0 116,0 0 0,-6 1-13,-3 3 0,-7 2 77,-5 7 1,-3 4 95,-1 4 1,-7 2 7,-5 2 0,-6 1 192,-7 2 1,0 4-38,1 5 0,-1 0-74,0 0 0,0 1-161,0 3 0,2 7 84,2 6 1,3 1-189,6-2 0,1-2 55,3 3 0,-2 0-566,6 0 0,0 1 97,4-2 1,1-2 94,3 3 1,-1-8 564,5 0 0,2-7 0,6 3 0,4-10 0,4-1 0</inkml:trace>
  <inkml:trace contextRef="#ctx0" brushRef="#br1">29488 11249 7625,'24'-17'98,"1"1"0,-4-1 242,0 5 1,-6 1 189,1 3 0,-2 2-182,-2 6 0,-5 3 101,-3 5 0,2 3-99,-2 14 0,0-2 109,-4 10 1,0 1-65,0 3 0,-1 0-50,-3 0 1,-2 0-206,-2 1 1,-2-3 12,6-2 0,-4-2-169,4-6 1,0-6 74,4-3 1,1-7 165,3-5 1,4-8-34,9-5 1,-2-8-291,6-8 0,-1-1 18,5-8 1,4 1 25,0-4 0,-1 0-490,-8 0 0,2 4 295,-5 0 1,1 4 139,-2-4 0,-6 5 28,3-1 1,-9 4-70,0 5 0,-1 2-689,1 5 839,-3 6 0,10 2 0,-4 5 0</inkml:trace>
  <inkml:trace contextRef="#ctx0" brushRef="#br1">29971 11361 7625,'-12'31'-178,"0"1"178,-1-3 0,5-4 688,0-1 1,3-4-215,-3-8 0,5 1 431,-1-1 0,8-5-352,5-3 1,7-8-92,5-4 1,2-3-274,2-2 0,4-3 0,0-1 0,4-5-447,-4 1 1,6-3 229,-2-5 0,-3 7-264,-1-3 1,-3 3 24,-1-3 1,-2 0-190,-2 0 0,-7 5 217,-6-1 1,-5 6 67,1-2 1,-10 1 168,-6 3 0,-2 0-118,-6 8 0,-1 3 364,-4 6 1,0 8-109,0 9 0,5 2 210,-1 2 1,5 4-142,-5 0 1,2 5-30,-2 0 0,3-3-316,6 2 1,-1 0-366,1 5 1,-1-7-413,1-2 1,5-3-16,3-1 228,3-6 0,6-6 263,3-9 1,9-4-179,4-4 619,2-9 0,7-11 0,2-8 0</inkml:trace>
  <inkml:trace contextRef="#ctx0" brushRef="#br1">30356 11299 7625,'19'-20'0,"3"-2"348,-5 6 0,4 1-50,-5 6 1,1 4 204,-5 5 0,0 2-106,1 7 0,-5 5-31,0 10 0,-5 7-19,1 2 0,-2 1-82,-2-1 1,0 7 98,0-3 0,-5-1-117,1-3 0,-5 0-197,0 5 0,-2-7 41,-1-2 0,1-8 416,3-5-170,-3-7-245,9-4 1,-3-12-64,5-5 0,7-6-250,5-7 0,5-1-255,3-3 1,4-3 267,-4-5 0,9 0-324,4 0 1,-2 0 231,-2-1 0,1 5-223,-1 0 1,1 6-176,-1-2 0,-7 8-277,3 5 1,-8 6 974,-1 2 0,-2-1 0,-2-3 0</inkml:trace>
  <inkml:trace contextRef="#ctx0" brushRef="#br1">31262 10877 7625,'-13'-13'1441,"1"1"1,10 1-792,6 3 0,13 2 106,8 6 0,11 2 52,9 2 1,5-1-319,4 5 1,8-4-704,-27 0 1,0 0 0,32-1 358,0 1 1,-5-3-1141,-5-1 1,-3-4 31,-8 0 1,-10-4-2580,-12 4 3541,-10 0 0,-8-2 0,-6-1 0</inkml:trace>
  <inkml:trace contextRef="#ctx0" brushRef="#br1">31621 10914 7625,'-12'26'255,"-1"3"1,2-1-103,3 5 1,-1 5 1265,4 8 0,1 3-655,4 5 0,-1 8-334,-1-27 0,0 1 0,1 1 0,-1 1-123,-2 0 0,0-1 1,0-1-1,-1-1-10,-7 27 0,0-5-395,-1-3 1,1-2-464,-1-7 0,2-5-2560,3-15 1801,3-5 72,5-8 1,1-12 9,3-8 1384,-2-9 0,9-2 0,-5-6 1</inkml:trace>
  <inkml:trace contextRef="#ctx0" brushRef="#br1">31497 11485 7656,'0'-13'0,"2"2"1432,2 3 0,3-3-533,5 3 0,7 2-264,6 2 1,8-2-481,13 2 0,5-4-398,11 4 1,0-6-1567,0 2 1,0 1 629,0-1 911,-11 5 1,3-8 0,-10 4-1</inkml:trace>
  <inkml:trace contextRef="#ctx0" brushRef="#br1">4057 12737 7704,'-31'0'757,"6"0"-568,1 0 0,4 0-151,8 0 0,5 2 722,3 2 0,9-2-233,8 7 1,5-1 91,7 4 0,6-5-242,6-3 1,2 2-73,7-2 0,3-1-108,5-7 0,-4 1-733,-5-5 0,1-2-99,3-6 1,-1 0-487,-2-4 1,-5 0-751,-8 0 1810,-2-4 1,-1 5 0,2-6 0</inkml:trace>
  <inkml:trace contextRef="#ctx0" brushRef="#br1">4367 12402 7704,'-21'6'137,"0"2"1,6 5 88,-1 3 1,2 9 277,1 8 1,1 10 239,0 6 0,1 6-296,2 7 0,4 0-474,5 0 1,0-5 202,0-3 0,1-9-437,3-4 1,3-3 286,6-5 1,-1-8-1048,0-9 1,2-8 602,3-3 0,-2-5-676,6-5 1,-2-8 1092,2-12 0,2-6 0,-4-6 0</inkml:trace>
  <inkml:trace contextRef="#ctx0" brushRef="#br1">4739 12216 7704,'0'-23'1608,"0"2"-551,0 3-678,0 11 0,0 9 245,0 10 0,0 12-189,0 9 0,0 8-14,0 5 0,-4 2-164,0 1 0,-5 2 15,5 3 1,-4 3-342,4 5 0,-4-5 83,3 1 0,1-1-495,4 1 1,0-9 332,0-7 1,0-15-188,0-6 0,6-7 135,2-6-1,3-4-286,1-8 0,-3-4 95,-1-9 0,0 2-40,5-6 1,2 1 198,-3-5 1,3 6 180,-6 2 1,-2 3 105,1 2-113,0 5 530,5 1 0,-5 13-314,0 6 1,-5 0 532,1 8 1,1-4-310,0 3 1,-1 0 140,-4 0 0,4 2-42,0-5 1,2 2-160,-2-6 0,-2 2-382,7-7 0,-5-2 116,4-2-657,0-3 0,5-6 344,-1-4 0,1-2-801,-1-1 1,0-1 429,1 1 0,-1 0-337,1-1 0,-1 2 241,0 3 0,-3 1-78,-1 3 803,0 3 0,5-5 0,-6 5 0,-3-3 0,3 2 0,-6-9 0,4 10 0,1-10 0,1 4 0</inkml:trace>
  <inkml:trace contextRef="#ctx0" brushRef="#br1">5185 12849 7704,'0'7'2654,"0"4"-1460,0-10-705,0 10 0,6-9 11,2 2 0,5-8-425,3-5 0,2-3 37,3-5 0,2-2-555,-2-6 1,-2 0 351,2 1 1,-7 3-401,-2 0 0,-1 5 240,-7-5 0,0 10-115,-4-1 1,-5 8 42,-3-1 0,-8 4 12,0 1 0,-6 7 358,1 5 0,-2 2-93,-2 7 0,0-1 378,0 5 1,6 0-189,2 0 1,4 4 150,0 0 1,6 4-74,3-4 0,3 0-155,1-5 1,0 1-139,0 0 1,5-2-244,4-2 0,6-8-397,1-9 0,6-3 343,-1-1 1,-2-7-596,2-5 0,-2-6 963,2-7 0,2-5 0,-3-2 0</inkml:trace>
  <inkml:trace contextRef="#ctx0" brushRef="#br1">5545 12650 7704,'0'-8'940,"0"0"-199,0 0-88,0 1 0,0 3-250,0 8 0,-1 4 421,-3 9 1,1 3-221,-5 9 0,4-3-37,-5 3 1,2-3-411,-1-1 0,-2 1 52,6 3 0,0-7-1142,4 3 754,0-8-258,0 1 0,7-13 196,5-5 0,2-7-695,7-9 1,0-4 281,3-4 1,0-1 245,-3 0 0,2 2 324,-2 2 1,-2-1-71,2 5 1,-6 5 1200,1 4-889,-2 5 0,-2-1 738,1 8 1,-6 4-386,-3 9 0,-3-2-124,-1 6 0,0-1-503,0 5 0,-1 0-650,-3 0 0,1 1-1073,-5 3 1,4-2 934,-5 6 0,5-5 904,-4 1 0,-6 3 0,-5-1 0</inkml:trace>
  <inkml:trace contextRef="#ctx0" brushRef="#br1">3660 13754 7821,'-13'0'571,"6"-5"1,2-2 408,5-6 0,7 0-438,5-4 1,7 3 6,10-2 0,4 1-132,9-2 0,2 3-33,5-2 0,2 6-325,3 2 0,7 5 268,5-1 1,-29 3 0,0 1-336,34 0 1,-33 0-1,1 0 91,-2 0 1,0 0 0,4-1-1,0 0-85,4-1 0,1 0 0,1 1 1,1 1 37,3-2 1,1 0 0,1-1 0,0 0-323,3 1 1,0 0 0,0-3 0,1 0 312,1 1 1,0 0 0,-4 1 0,-1 0-124,1 1 1,0 0 0,-5 0-1,-2-1 59,-1 1 1,-1 0 0,-1-1 0,0 2-225,0 0 0,-1 2 1,-2-1-1,-2 0-12,-1 0 0,-1 0 0,26 0-193,-9 0 0,-5 0-654,-3 0 1,-6 0 779,-11 0 0,-2 0-836,-10 0 1,1-2 1253,-2-2-78,-7 3 0,13-10 0,-8 4 0</inkml:trace>
  <inkml:trace contextRef="#ctx0" brushRef="#br1">6860 13146 7736,'-5'-16'2668,"-4"-1"0,2 5-3087,-1 4 419,5 5 0,-8-3 0,5 6 0</inkml:trace>
  <inkml:trace contextRef="#ctx0" brushRef="#br1">8336 12836 7758,'-12'-17'0,"1"3"0,3-3 870,2 3 0,8 8 397,2 1 0,8 4-661,9 1 1,4 1 79,4 4 0,-2-3-239,6 7 0,4-7-392,5 2 0,-1-2 33,-4-2 0,1 0-778,-1 0 0,3-2 479,-3-2 1,2-1-1593,-11-3 1,-4-2-1527,-8 6 3329,4-6 0,-12 3 0,3-5 0</inkml:trace>
  <inkml:trace contextRef="#ctx0" brushRef="#br1">8659 12787 7758,'-6'7'861,"0"4"-507,-7-3 1,5 7 157,0 2 1,5 9-99,-1-1 0,1 13 217,-1 4 1,2 6-215,-2 6 0,-1-3-400,1 2 0,-5 2 136,5-1 0,-4-7-787,4-10 0,0-5-651,4-7 1,0-6 788,0-2 1,1-9-1395,3-4 1890,-2-3 0,3-6 0,-5-2 0</inkml:trace>
  <inkml:trace contextRef="#ctx0" brushRef="#br1">8560 13333 7758,'5'-13'1427,"-2"2"-938,5 3 1,1-3 257,3 3 1,6 1-288,3-2 0,3 5 564,5-4 0,3 4-480,5-4 1,-4 3-465,0-3 0,-1 4-374,1-4 0,-4 5-1333,-8-1-81,2 2 0,-13 8 906,2 2 0,-9 7-227,-3 2 1,-7 5 677,-9-1 0,0 2 351,-4 2 0,-5 0 0,-4 0 0,0-2 0,4-2 0,-5 3 0,-3 1 0,2-4 0,3 4 0,3-9 775,4 1 0,3-3 81,6-2 140,5-5 1,3-2-416,8-5 0,4 0-147,9 0 1,7 0-173,10 0 1,1-5-196,3-3 1,4-3-221,4-2 1,-2 1-363,1-1 1,1 5-2974,4 0 3488,-1 5 0,-3-2 0,-1 5 0,2 0 0,1 0 0,2 0 0</inkml:trace>
  <inkml:trace contextRef="#ctx0" brushRef="#br1">10706 13357 7758,'0'-12'1996,"0"0"-1034,0 5 1,0 4-453,0 11 1,4 6 71,0 11 0,4 4-195,-3 0 1,-1 5-373,-4-1 0,4-1 80,0 1 0,0-6-654,-4 2 1,0-4 431,0-4 0,4-2 329,0-2-5263,0-9 5061,-4 3 0,-5-11 0,-2 0 0</inkml:trace>
  <inkml:trace contextRef="#ctx0" brushRef="#br1">10631 13146 7758,'0'-42'628,"0"5"0,0 5-188,0 7 1,7 0 298,6 0 1,5 2-306,6 2 1,1 5-382,0 8 0,4 1-489,0 3 1,8 2-656,-4-2 0,6 3-120,-6 1 1,-1 0 1210,1 0 0,0 5 0,4 2 0</inkml:trace>
  <inkml:trace contextRef="#ctx0" brushRef="#br1">11177 13010 7758,'-1'15'695,"-3"-2"0,1 2-209,-5-7 0,5 3-92,-1 1 1,-2 2 126,2 3 1,-4-3-148,4 2 0,0-2-256,4-2 0,1 5 47,3-1 1,3 1-79,5-5 1,5 1 51,0-1 1,9-4-88,-1 1 0,-2-1-71,-2 4 0,-1-1 31,5-2 1,0 2-68,0-3 1,-6 3 116,-2 1 1,-5-2-127,-4 2 0,-2-2 82,-6 7 1,0-2-481,0 1 0,-10-1-60,-2 6 1,-5-4-241,1 3 1,0-5 49,-4 2 1,5-3 245,-2-2 0,3 1-312,2-1 1,-5 0 777,1 1 0,-1-1 0,5 1 0</inkml:trace>
  <inkml:trace contextRef="#ctx0" brushRef="#br1">13001 13345 7758,'-6'-19'1606,"-5"-3"-1091,-5 5 1,-1-4-110,5 5 1,-5 3-133,1 5 1,-6 5-14,1-1 1,2 4-60,-2 4 1,6 9-85,-2 7 1,1 5 102,3 4 1,0-1 0,8 5 0,1-6-260,4 2 0,0 2 68,0-2 0,2-6-492,2-6 1,3-5 287,5-4 0,6-2-171,3-6 0,2-11 151,2-6 0,0-6-370,0-6 1,-1-1 271,1-4 0,-4 0 142,0 5 1,-5 1-109,5 8 1,-6-1 37,1 9 1,-2-2 1227,-1 10 1,-5 5-513,0 7 0,-5 9-40,1 4 0,-1 8-170,1 4 1,-3-2-176,4 2 1,0-5-266,-1 1 1,6-3-483,-2-1 0,3-4-1195,2-1 0,3-5 1831,1 2 0,5-3 0,-3-2 0</inkml:trace>
  <inkml:trace contextRef="#ctx0" brushRef="#br1">14030 13208 7758,'-31'6'380,"0"1"-153,7 5 596,4 1 1,9-5-61,11 0 0,13-5 110,12 1 1,10-2-386,11-2 0,2-7-166,2-6 0,3-3-690,1-5 1,4-2 350,-4 2 1,-4-4-1189,-5-4 1,-5 3 789,1-3 1,1 1-1234,-5 0 0,-8 1 775,-13-2 1,-3 7 872,-5 2 0,2 3 0,-9-3 0,-6-3 0,-8 0 0</inkml:trace>
  <inkml:trace contextRef="#ctx0" brushRef="#br1">14514 12787 7758,'-25'-19'0,"1"2"0,0 3 470,4 2 0,2 5-44,5 3 0,1 8 42,-1 4 1,5 13-84,0 4 0,5 9-138,-1 3 1,3 5 124,1 3 1,4 7-123,0-2 1,6 7-190,-2-4 1,-1 8 207,1 1 0,-5 0-302,1 4 1,1-4-139,0-4 0,-1 1-180,-4-5 0,-2-2-295,-2-6 0,3-5 375,-3-8 0,1-2-24,-1-7 0,1-4 4,-5-4 1,4-7 208,-5-5 1,1-3-159,-4-1 1,-1-5 327,1-4 1,-1-3-431,1-5 0,4-2-204,-1-6 0,7-1 546,-2-3 0,2-3 0,2-5 0</inkml:trace>
  <inkml:trace contextRef="#ctx0" brushRef="#br1">14787 13196 7758,'13'6'1348,"-5"-5"-885,0 3 1,-1 3 629,1 1 1,2 3-507,-6 2 0,0 0 39,-4 4 1,0 1-313,0 3 0,0-2-262,0-3 1,-4-2-767,0 3 1,0-3 319,4-2-2925,0-5 1719,0-2 1600,0-5 0,0-11 0,0-2 0</inkml:trace>
  <inkml:trace contextRef="#ctx0" brushRef="#br1">14862 13022 7758,'8'-19'0,"0"3"0,0 2 655,5 1 1,-1 1-196,1 0 1,3-1-321,1 1 1,5 1-167,-2 3 1,4-3-343,1 2 1,-5 2 367,1-1 0,-6 0 0,3-5 0</inkml:trace>
  <inkml:trace contextRef="#ctx0" brushRef="#br1">15135 13208 7758,'-13'25'973,"5"-4"-730,0 0 0,1-6 676,-2 1 0,4 2-394,5-1 1,0-1 588,0-3 1,0-5 55,0 0-771,0-5 1,1 3 158,3-6-918,3 0 1,7-6-104,3-2 0,-2-9-300,6-3 1,-5-4-46,5-1 1,-1 5 292,5-1 0,-4 4-99,0-3 1,-2 6 231,2 2 1,-4 1 548,-4 6 0,-1 1 206,1 4 0,-5 2 454,0 2 1,-5 3 374,1 5 0,-3 5-550,-1-1 1,0 2-115,0-1 1,0-4-135,0 4 0,-1 1-366,-3-2 39,3 1 0,-5-5-920,6 1 0,0-5-249,0 0 1,1-5-891,4 1 0,-3-2 1982,7-2 0,-1-6 0,4-1 0</inkml:trace>
  <inkml:trace contextRef="#ctx0" brushRef="#br1">15792 13171 7758,'0'13'1830,"0"-1"1,-4 0-716,0 1 1,0-1-513,4 1 1,-5 0 42,1 4 0,-4-3-250,4 2 1,0 2-529,4-1 1,0-1-329,0-3 1,0-1-510,0 1 1,5-5-1169,4 0 1,-3-5 497,3 1 1639,-1-3 0,4-12 0,1-2 0</inkml:trace>
  <inkml:trace contextRef="#ctx0" brushRef="#br1">15854 13060 7758,'0'-7'2592,"0"1"-1550,0 6 1,0-1-544,0-3 1,3 1-397,5-5 0,2-1-669,10-3 0,2-2-1087,7-2 1,-1-4 1652,5-4 0,6-7 0,5 0 0</inkml:trace>
  <inkml:trace contextRef="#ctx0" brushRef="#br1">16400 12588 7758,'0'7'897,"0"4"-774,0-2 1,-4 3 1326,0 5 1,-5 2-646,5 6 0,-4 10 497,4 7 1,-2 5-635,2 2 0,3 6 402,-3 3 0,2 7-497,2 1 1,0-4-395,0-4 0,0-10-503,0 2 1,4-10 250,1-3 0,4-11-676,-1-9 0,3-9 573,2-4 0,-5-2-1695,0-2 0,-5-7 748,1-6 1,-2 1-359,-2-5 0,0-1 689,0 2 0,-7-6-68,-6 1 1,0-2 859,-8-2 0,0 0 0,-4-5 0,1-2 0</inkml:trace>
  <inkml:trace contextRef="#ctx0" brushRef="#br1">16139 13072 7758,'-12'0'91,"0"0"1,3-1 1257,1-3-601,5 2 0,-1-3-303,8 5 0,9 0 291,7 0 0,5 0-297,4 0 1,4-2 67,9-2 1,0-3-147,4-5 1,2-1-874,-2 1 0,-4 1-371,0 3 1,-8-3-805,-1 2 0,-11 3 1687,-1-3 0,-6 7 0,-3-4 0</inkml:trace>
  <inkml:trace contextRef="#ctx0" brushRef="#br1">16747 13159 7717,'-12'-1'-1735,"-1"-4"3149,1 4 0,1 1-426,3 8 1,2 9-319,6 3 1,0 0 188,0 0 0,2-4-332,2 0 1,4-3-306,9-5 1,3-3-25,9-5 1,4-11-740,9-5 0,0-8 395,4-5 1,-3-1-626,-6-3 0,-6-1 325,-2 5 0,-4 1-389,-4 7 0,-9 3 198,-8 6 0,-9 5 243,-7 3 1,-8 8 357,-9 4 1,-2 13-122,-7 4 1,-3 8 703,0 0 1,3-1-360,5 1 1,7 0 514,1 4 1,2-4-301,6 0 1,6-1-161,7 1 1,11-4-550,10-8 1,10 1 229,19-6 1,1-3-445,10-5 0,1-5 101,4 1 1,0-8 418,0-5 0,3 0 0,-3 0 0,-2 4 0</inkml:trace>
  <inkml:trace contextRef="#ctx0" brushRef="#br1">18509 13357 7717,'-2'13'517,"-2"-1"1,3 1-206,-3-1 1,4-4 179,4 0 0,4-5-19,9 1 1,2-4 4,6-4 0,4-4-394,0-9 0,8-3 57,-4-9 1,10-4-280,-6-9 0,2 2 187,-6-5 0,1 5-479,-5-1 1,-6 8 283,-6 4 1,-9 4-86,-4 4 0,-4 5 27,-4 7 1,-8 4-62,-9 5 1,-6 1 316,-2 3 1,-6 5-56,2 7 1,1 3 478,-1 6 0,6 4-245,-2 0 0,0 10 478,4-2 1,-1 3-282,9-3 1,1 6 105,3 2 1,7 2-262,1-1 0,11-8-325,6-5 1,6-7-795,7-1 1,5-11 550,3-10 0,-1-2-900,1-2 1,0-7 465,5-6 0,-3-5-1191,-2-6 1920,3-1 0,-4-6 0,5 0 0</inkml:trace>
  <inkml:trace contextRef="#ctx0" brushRef="#br1">19117 13159 7717,'8'-7'673,"0"3"1,-4-2-201,5 2 1,-5 0 321,4 4 0,0 6-111,5 2 1,0 4 141,4 5 1,-2 2-333,6 6 1,-5-4-168,5-1 1,0-5-762,4 2 1,-1 1 354,1-2 0,-1-3-1035,-4-5 1,4-5 669,-4 1 1,0-3-2868,0-1 3311,1 0 0,4-11 0,0-2 0</inkml:trace>
  <inkml:trace contextRef="#ctx0" brushRef="#br1">19588 12960 7717,'-25'6'1207,"-4"-2"-906,0 8 1,-4 4 325,4 8 1,-9 12-233,1 6 0,-3 10-573,2 6 1,18-28 0,0 1 326,2 0 0,-1 0 0,-18 24 49,12-6 0,9-10 121,11-10 1,7-9-97,6-3 0,2-9-25,10-4 1,7-2-1150,6-2 1,3-15 950,1-6 0,11-22 0,3-2 0</inkml:trace>
  <inkml:trace contextRef="#ctx0" brushRef="#br1">20171 12576 10265,'-1'14'-39,"-3"2"0,-3 5 1007,-6 8 1,1 8-375,0 9 1,-1 11 103,1 5 0,-1 5-540,1-1 1,5 3 271,5-32 1,0 0 0,1 0 0,0-1-449,1 34 0,6-13 156,2-12 1,9-12-156,3-8 1,9-7 70,5-10 0,0-3-594,-1-10 1,3-7 356,-3-9 0,-4 2-949,-4-2 0,-6 2 247,-7-2 0,-1-1-785,-2 6 1,-7-2 112,-10 1 1557,-6 4 0,-16-11 0,-2 5 0</inkml:trace>
  <inkml:trace contextRef="#ctx0" brushRef="#br1">20010 13072 7690,'-37'0'0,"5"0"627,3 0 148,8 6 1,9 0-370,8 7 0,9-1-149,8 1 1,7-2-278,13-3 1,2-3 78,10-5 0,5-1-1904,4-3 1626,5 3 0,-2-16 0,5 3 0</inkml:trace>
  <inkml:trace contextRef="#ctx0" brushRef="#br1">21201 13159 7686,'0'-14'3944,"0"-2"1,-2-4-2017,-2-5 1,2 2-4082,-7 2 0,1-1 416,-4 6 1737,-1-1 0,-5-1 0,-1-1 0</inkml:trace>
  <inkml:trace contextRef="#ctx0" brushRef="#br1">5731 10058 7705,'-7'-12'-422,"0"1"636,3 3 1059,3-3-427,-5 9 1,2-2-349,0 8 1,0 9-86,4 7 0,-1 11-172,-3 6 0,1 1-22,-5 8 0,3-1 3,-3 5 0,1 0-363,-1-1 1,-2-5 168,6-2 0,0-5-772,4-4 1,1 0-645,4-8 0,-3-7 705,7-10 0,-1-5-568,4 1 1251,1-3 0,-1-12 0,0-3 0</inkml:trace>
  <inkml:trace contextRef="#ctx0" brushRef="#br1">5520 9785 7705,'-37'-12'0,"0"5"412,0 3 0,5 4 437,3 4 0,3 4-340,1 9 0,0 9 119,0 11 0,5 7-252,-1 10 1,11 7-171,2 5 0,6-30 0,1 1-12,1 0 0,0 0 1,3 0-1,0-1-91,0 2 0,2-1 1,3 0-1,2-1 1,2-3 1,1 0 0,0 0 0,0 0-255,20 29 0,0-12-635,5-9 1,-1-9 599,0-11 1,7-9-314,6-8 0,-1-4 204,5-4 1,-2-13 235,2-7 0,3-14-207,-26 20 0,0-1 1,-1-3-1,0-1 309,-1 0 1,0 0 0,2-3 0,-1-2-14,-1 0 0,0-1 1,1-2-1,0 0-49,2-2 0,-2-1 0,-1 3 0,-2 0-29,-2 1 0,-1-2 1,-1 1-1,-2 0-137,17-26 0,-8 0-228,-5-1 1,-7 4 250,-10-3 1,-4 6 326,-8 1 1,-11 0-251,-14 5 0,-10 4 193,-15 3 1,-9 8-190,27 18 0,-2 3 0,-2 2 0,0 2 70,-4 2 0,1 2 1,-1 1-1,1 1-290,0 2 1,-1 2-1,-1 4 1,-1 4 69,0 6 0,1 4 1,-2 1-1,0 3-351,4 5 0,0 2 0,-1 0 0,1 1 581,5 2 0,1 0 0,-2 0 0,1 1 0,4-1 0,1 0 0,0 0 0,1 1 0</inkml:trace>
  <inkml:trace contextRef="#ctx0" brushRef="#br1">3709 15404 7705,'-7'-6'52,"-4"-1"0,6-1 1009,-3 0-526,-4 5 0,11-4 825,-3 3-405,3 3-319,1-5-46,0 6 0,5 6-172,3 2 0,5-1-56,3 1 1,5-5-124,8 1 0,-1 1-201,5 0 1,0-1 48,4-4 0,0 0-655,0 0 1,1-6 128,-1-2 1,3-2-245,-3 2 1,-3-3-1033,-9 3 0,-1 2-69,-4 2 1784,-2 3 0,-11 1 0,-1 0 0</inkml:trace>
  <inkml:trace contextRef="#ctx0" brushRef="#br1">3870 15429 7705,'-5'12'188,"-3"0"1,2 2 320,2 3 1,3-2 429,1 5 0,1 3-435,3 5 0,-1 0-49,5 5 0,0 0-119,5 4 1,-5 1-78,0-1 0,-3 6-50,3 2 1,-5 3-464,1 2 1,-3-2-17,-1-2 1,-1-4-193,-3-5 0,2-1-792,-2-3 594,3-2-1045,1-12 1187,0-7 0,0-8 11,0-8 1,4-3-119,0-5 625,0-6 0,-4-7 0,0-6 0</inkml:trace>
  <inkml:trace contextRef="#ctx0" brushRef="#br1">3883 15863 7705,'1'-7'2030,"3"3"-1014,-2-3 1,10 4-483,1-5 0,0 5-9,8-1 0,1-2-149,7 2 0,3-4-361,5 4 1,0-2 84,0 2 0,1 3-264,-1-3 1,-1-2-332,-3 2 1,-4 0-604,-9 4 1,2 0-2631,-5 0 3728,-6 5 0,-5 2 0,-6 6 0</inkml:trace>
  <inkml:trace contextRef="#ctx0" brushRef="#br1">4987 15528 7705,'0'-13'149,"0"1"60,0 0 1,-4 3 241,0 1 0,-2 4 120,2-4 1,1 5-207,-5-1 0,4-2 296,-4 2-452,-1 0 1,-3 9 175,0 4 0,-1 7-129,1 5 0,-1 2-138,1 2 0,4 5 19,-1 4 0,2 3-121,-1 4 0,1-1-302,3 6 1,3 0 211,-3 8 0,4-4-249,4-1 0,-1 0 157,5-8 0,0-1-701,5-7 1,-1-4 353,0-8 0,6-9-508,3-8 0,1-3 111,-1-1 910,2-11 0,2-8 0,7-13 0</inkml:trace>
  <inkml:trace contextRef="#ctx0" brushRef="#br1">5310 15553 7705,'12'4'313,"0"0"0,-1 5-37,-2 0 1,2 2 133,-3 1 0,2 1-85,-2-1 0,1 6 578,-4 3 1,3 2-293,-4 2 1,0 4-95,-4 0 0,0 5-189,0-1 0,-7 4-131,-5 5 1,-2-4-1,-7 4 0,5-5 24,-5-4 1,5 0-25,-5-8 1,6-3-1,-2-10 0,3-5 25,2-3 0,0-4-25,-1-4 0,5-3-2804,0-5 0,1-2 1125,-1-2 0,-3-2 952,2-3 1,2-2 451,-1 2 1,4-3-31,-4 0 0,5 4 292,-1 4 1,2 6-169,2 2 0,2 5 115,2-1 1,3 3 190,5 1 0,5 1 232,-1 3 0,6 4-112,-1 9 1,1-2-135,-1 6 0,2-5 47,-2 5 0,-2-4-102,2 3 1,-5-3-491,5 3 1,-6-3 200,2 4 0,-3-5-940,-2 5 1,0-6 238,1 1 1,-5-2-42,0-1 0,-5-5 778,1 0 0,3 0 0,0 5 0</inkml:trace>
  <inkml:trace contextRef="#ctx0" brushRef="#br1">5694 16073 7719,'0'-12'537,"0"0"1,0 3-145,0 1 0,0 4 394,0-4-529,0 5 1,4-1 389,0 8 1,5 4-224,-5 9 0,4 2-181,-4 6 1,4 1-308,-3 3 1,-1-3 116,-4 3 0,1 1-654,3-1 0,-2 0 391,2-4 0,-3 0-1025,-1 0 1,0-2 541,0-2 1,1 1-885,4-6 1576,-4-5 0,16 0 0,-4-4 0</inkml:trace>
  <inkml:trace contextRef="#ctx0" brushRef="#br1">6054 16259 8358,'7'0'1370,"-2"0"1,-5 2-763,0 2 0,0 3-222,0 5 0,-4 1-533,0-1 1,-6 5-193,2-1 0,-3 6 294,-1-1 0,-2-2-978,-3 2 0,3-6 490,-2 2 1,4-4-547,3 0 0,-2-6 1079,3-3 0,-3 3 0,-1 0 0</inkml:trace>
  <inkml:trace contextRef="#ctx0" brushRef="#br1">6364 16160 7705,'12'-12'0,"1"-1"0,-1 5 344,1 0 0,-5 4 351,0-4 0,0 3-281,5-3 1,-1 5-346,1-1 0,-1 3 95,0 1 1,1-2-466,-1-2 0,5 3 249,-1-3 1,2 2 51,-1 2 0,8-5 0,6-2 0</inkml:trace>
  <inkml:trace contextRef="#ctx0" brushRef="#br1">6922 16011 7705,'8'0'556,"1"0"156,-1 0 0,4 0 96,1 0 0,-5 0-328,0 0 1,1-4-1693,3 0 0,0 0 684,1 4 1,-1-1-1103,1-3 1630,5 2 0,-5-9 0,5 4 0</inkml:trace>
  <inkml:trace contextRef="#ctx0" brushRef="#br1">7270 16011 7705,'0'13'0,"1"-5"530,3 0 40,-3 1-214,10-2 0,-4-2-187,6-5 0,1 0-13,2 0 1,-2 0-1014,2 0 0,2-5 244,-1-4 613,-1-2 0,-3-1 0,-1-1 0</inkml:trace>
  <inkml:trace contextRef="#ctx0" brushRef="#br1">8163 15466 7705,'23'4'272,"-2"0"1,2 10 410,-2-2 1,-3 10 186,-2 3 0,-2 7-382,-1 9 1,-7 5-206,-1 7 1,-10-2-317,-3 3 0,-8-3 92,-5-1 1,-4 3 99,-4 1 1,3-2-452,-3-6 0,-1-5 256,1-8 1,0-2-244,4-7 1,6-10-570,2-5 1,3-7 356,2-2 1,-2-1 113,-2-3 0,6-5 92,-2-7 1,3 1 115,1-6 1,-2 0 132,6-3 0,-4-3 282,4-1 0,0 1-18,4-2 0,0 3 161,0 1 1,5 3 130,4 6 0,7 1-231,5 11 1,2-1 121,2 5 0,0 3-71,0 5 1,4 5-140,0 8 1,1 6 14,-1-2 1,-3 2-266,3-2 1,-7 0-449,-1 0 1,-5-2-602,5-2 1,-6 1 1097,2-5 0,-4 5 0,0-3 0</inkml:trace>
  <inkml:trace contextRef="#ctx0" brushRef="#br1">8485 16073 7705,'0'13'0,"4"3"603,1 1 1,-1 4-192,-4-5 1,0 1 730,0-5 0,0 0-527,0 1 0,0-1-321,0 1 1,0-5-795,0 0 498,0-5 0,1 2-209,3-5 0,2-5 226,2-3 0,3-5-622,-3-3 0,7-4 252,2-4 1,4 3-64,-5 0 1,1 6 118,-5-1 1,5 3 139,-1 5 0,1 2 412,-5 6 0,-4 0-190,1 0 0,-5 6 393,4 2 0,-5 5-209,1 3 1,-3 2-28,-1 3 1,0 2-78,0-2 1,0 1-605,0-1 1,0-2-178,0-3 1,2-2-1647,2 3 1110,-3-4 1173,10 0 0,-4-6 0,6-2 0</inkml:trace>
  <inkml:trace contextRef="#ctx0" brushRef="#br1">9341 15503 7705,'0'12'142,"0"1"0,2-5 350,2 0 1,1 1 594,4 3 0,2-1-256,-3-3 0,7 7-361,2-2 1,5 3-309,-2 1 0,2-2 47,-1 6 1,2-1-228,-2 5 1,-4 0 77,-5 0 1,-1 5-630,-7 3 0,-1 4 111,-7 5 1,-9 0-293,-7 4 1,-4 2 154,0-2 1,-7 2 152,-2 1 1,-3 0 61,-1-4 0,0-6 380,0-6 0,-6-6 0,0 2 0,0-5 0,2-8 0,0-5 0</inkml:trace>
  <inkml:trace contextRef="#ctx0" brushRef="#br1">10296 15602 7750,'17'0'395,"0"0"0,0 0-47,0 0 0,-2 0-90,6 0 1,-5 0 196,5 0 1,1 0-77,7 0 1,-1 0-267,5 0 0,-4 0 18,4 0 1,0 0-82,4 0 1,3 4-114,-3 0 1,-2 2 126,-11-2 0,0-1-3,-3 5 0,-5 0-77,-8 5 0,-3-1 146,-10 1 1,-3 0-109,-8 4 0,0-3-19,-4 2 1,-2 2-4,-7-1 0,3-1-112,-3-3 1,1 3-171,-1 1 0,3-5 120,-3-4 0,-1 1-319,1 3 0,-6-4 196,2 1 0,3-3-72,1 3 1,-1-4-6,1-5 1,1 4-89,7 0 1,-1 1-449,6-5 898,5 0 0,5-6 0,6 5 0,0-5 0</inkml:trace>
  <inkml:trace contextRef="#ctx0" brushRef="#br1">11016 15999 6496,'-7'0'1604,"2"0"-820,5 0-162,0 0-1075,0-5 343,0 3-492,0-3 427,0 5 0,0-2-152,0-2 347,0 3 0,-2-5-89,-2 6 0,3-1 406,-3-3-125,2 2 0,2-3 1,-4 3 150,0-2 123,0 3 37,4-5-298,0 1 98,0 4-35,-6-5 207,5 6-134,-5-5-34,6 3 3,0-3 272,0 5-241,0 0-430,-5 0 1,-2 1 75,-5 3 0,-1 3-10,1 5 1,-6 1 44,-3-1 1,-4 1-108,-4-1 1,2 5-16,-6-1 1,4 1-261,-4-5 1,1 0-102,-1 1 0,-2 2-260,7-3 0,0 4-191,7-8 1,3-1 374,6 1 1,0-4-425,-1 4 941,6-5 0,2 3 0,10-6 0,2 0 0</inkml:trace>
  <inkml:trace contextRef="#ctx0" brushRef="#br1">11276 15515 7705,'14'0'1609,"3"0"1,3 2-809,9 2 0,9-3-636,7 3 0,8 2 44,0-2 1,2 0-883,-1-4 0,-8 0 536,-1 0 1,-6 0-1199,-6 0 1,-8-4 27,-9 0 1307,-8 0 0,-8-2 0,-6-1 0</inkml:trace>
  <inkml:trace contextRef="#ctx0" brushRef="#br1">11611 15553 7705,'-12'22'-480,"0"2"1,-1-2 1758,1 7 0,5 4-544,3 5 0,2 6 361,2 10 0,0 2-881,0 6 1,0 0 182,0 0 0,0 0-140,0 0 1,0-7-335,0-5 1,0-13-157,0-12-544,0 0-363,6-17 0,1 2 440,5-15 1,1-2-804,-1-5 1,-4-2 263,1-2 1372,-1-4 0,4-4 0,1-1 0</inkml:trace>
  <inkml:trace contextRef="#ctx0" brushRef="#br1">11599 15962 7705,'-7'-13'-7,"2"1"7,5 0 0,0 3 910,0 1 0,5 5-381,3-1 0,3 3 387,2 1 0,5 1-387,2 3 0,5 2-270,4 2 0,2 3-574,2-3 1,2-2 280,-1-2 0,1 2-1443,3-2 1,-7 0 879,-2-4 0,-3 0 597,-1 0 0,6 0 0,0 0 0</inkml:trace>
  <inkml:trace contextRef="#ctx0" brushRef="#br1">12294 15639 7705,'8'-8'594,"0"0"252,-5 5-418,3-2 1,-8 7 267,-2 7 1,-3 6-96,-5 14-233,-1 2 0,0 11 0,-3 0 196,0 3 1,-1 0 229,5 5-614,-1-1 0,7 1 0,1-2-396,4-2 1,1-5-1580,0-8 1432,0-3 0,10-10 1,4-5-1140,3-6 0,5-5 181,7-8 741,-2-8 580,8-7 0,-8-12 0,3 0 0</inkml:trace>
  <inkml:trace contextRef="#ctx0" brushRef="#br1">12852 15565 7705,'12'12'0,"-3"2"304,-1 3 0,0-2 466,5 5 1,-5 3 460,0 5 0,-4 0-591,5 5 0,-3 2 78,3 6 0,-4-3-260,-5 4 1,0 1-550,0-2 0,-5 0 121,-4-4 0,-3-1-96,-5-3 0,0-2-106,-4-7 0,-3-6-119,4-5 0,0-2-533,0-7 1,1 0 321,-2-4 0,0-5-269,9-4 0,-3-6 269,6-1 0,-2-6 355,-1 1 1,5-7-16,3-1 1,2 0 39,2 5 0,0 0 65,0 4 1,2 2 127,2 5 0,3 6 513,5 3 1,1 3-351,-1 1 1,5 5 557,-1 4 1,5 3-284,-5 5 1,5-4 49,-4 4 0,5-3-195,-2-2 1,4 3-1266,1-2 0,-1 2 98,1-7 1,1 2-1204,3-2 2006,-2 3 0,3-10 0,-5 5 0</inkml:trace>
  <inkml:trace contextRef="#ctx0" brushRef="#br1">13175 16073 7705,'0'13'342,"-2"-5"-229,-2 0 1908,3 1-1443,-5 3 0,6 0 1,-1 2 271,-3 3 0,2-2-193,-2 6-589,3-6 0,1 8 0,0-2-600,0 2 1,0 1-1385,0-4 1274,0 4 1,0-9 641,0 6 0,0-6 0,0 3 0</inkml:trace>
  <inkml:trace contextRef="#ctx0" brushRef="#br1">13782 16235 7705,'13'0'704,"-1"0"1,-1 1 622,-3 3-914,4 3 1,-11 7-97,3 2 1,-3 0-121,-1 4 0,-5 1-370,-3 4 0,-5-2 209,-3-2 1,2 2-712,-3-2 0,2-3-572,-1-2 838,2-7 1,-4 0-1282,6-5 1690,5 1 0,-4-11 0,4-1 0</inkml:trace>
  <inkml:trace contextRef="#ctx0" brushRef="#br1">14266 16011 7705,'18'0'0,"-4"6"0,2 1 521,-2 0 1,-1 4 73,-1-3 42,0-2 0,1 3 1,-1-3-71,1 1 1,-5-5-173,0 2-623,0 3 1,5-5 0,-1 2-188,1-3 0,-1-6-2080,0-4 1279,6 4 1216,-4-6 0,10-1 0,-5-8 0</inkml:trace>
  <inkml:trace contextRef="#ctx0" brushRef="#br1">14725 15974 7705,'13'0'220,"-1"0"-146,0 0 888,1 0 1,3 0-542,1 0 0,-1-1-509,-3-3 1,5 1-1349,2-5 0,0 4 683,0-5 0,1 5 753,4-4 0,-6 0 0,10-5 0,-3 1 0</inkml:trace>
  <inkml:trace contextRef="#ctx0" brushRef="#br1">15135 15900 7705,'12'0'0,"-4"1"325,1 3 1,-5-2-45,4 2 0,-1-1 334,1 1 0,3-3-209,-3 3 1,3 2-149,2-2 1,3 0-62,1-4 1,-1 4-832,-3 0 0,3 0 634,1-4 0,10 0 0,0 0 0</inkml:trace>
  <inkml:trace contextRef="#ctx0" brushRef="#br1">16214 15367 7705,'14'-20'0,"2"4"0,-1 3 909,6 5 1,4 2-114,4 6 1,0 13-381,-4 8 0,-6 13 83,-3 11 0,-7 11-143,-5 6 1,-4 1-206,-2-28 0,0 0 0,-11 31 121,4-30 1,-2-1 0,-14 29-147,10-30 0,1-1 0,-12 25 71,-3-5 0,-2-7-584,2-5 0,0-6 194,5-2 0,-1-11-40,0-2 1,0-6-841,0-6 0,5 2 458,-1-6 1,6 0-233,-2-4 0,9-7 688,4-5 1,-2-2-65,2-6 0,0-5 47,4-4 1,0-6 285,0 2 0,0-1 75,0 1 0,1 4 211,4 8 1,-3 0 62,7 9 1,3-2-196,5 10 1,5 0 721,-2 4 1,4 7-337,1 5 0,-1 6-184,1 7 0,0-3-250,0 3 1,-5-7-268,1 7 1,-6-3-908,2 2 1,-1-4 628,-3-4 0,1 2-1220,-10-1 0,4 1 719,-4-2 0,0-2-485,-4 2 1315,0-2 0,0-1 0,0-1 0</inkml:trace>
  <inkml:trace contextRef="#ctx0" brushRef="#br1">16437 16061 7705,'7'8'0,"-3"1"0,2-5 823,-2 4 1,0 0-323,-4 5 1,0-1 512,0 0 0,0 6-475,0 3 0,0 1 29,0-1 1,0 2-341,0-2 0,0-3-407,0-2-589,0 4 696,0-7 1,5 0-46,4-9 0,2-10 33,1-6 0,2-2-499,2-6 1,-2-1 247,3-4 1,-3 2 120,-2 2 1,2-1 409,2 5 1,-6 5-112,2 4 1,-6 5 491,2-1-422,-5 2 0,7 9 35,-6 6 1,0 1-123,-4 6 0,-2 1-91,-2 4 1,3-5-458,-3 1 0,2-4 254,2 3 1,0-5-1182,0 2 0,0-3-152,0-2 1559,0 0 0,6-5 0,1-1 0</inkml:trace>
  <inkml:trace contextRef="#ctx0" brushRef="#br1">16983 16272 7705,'-12'-6'1892,"-1"5"1,5-5-866,0 6-449,5 0-356,14-5 0,0 4-260,14-4 1,-3 4 93,3 1 1,1-4-858,3 0 0,-3-2 461,3 2 0,-3 1-1095,-1-5 0,0 4-13,-1-4 1448,1-1 0,0-3 0,0 0 0</inkml:trace>
  <inkml:trace contextRef="#ctx0" brushRef="#br1">17430 16049 7705,'-9'4'755,"1"0"1,5 1 246,-1 0-33,3-4 0,1 10-463,0-3 1,0 3 151,0 2 0,0-1-223,0 0 0,0 2-567,0 3 1,0-2-390,0 6 0,0-1-579,0 5 0,0 1-2066,0 3 3166,0-3 0,-6 5 0,-1-7 0</inkml:trace>
  <inkml:trace contextRef="#ctx0" brushRef="#br1">17839 15478 7705,'16'0'0,"1"0"0,5 0 852,-1 0 1,2 7-314,2 5 0,8 12 236,0 9 1,6 4-308,-6 4 1,-3 5-319,-1 8 1,-4-5 50,-4 1 0,-9-6-1,-8-7 1,-3 0-112,-1 1 0,-2-3 6,-7-1 0,0-3-514,-12-2 0,0-3 285,-3 3 0,-1 0-901,0-4 0,0 1 441,0-9 1,1-1-355,-1-3 0,1-5 265,4 0 0,-2-5 683,5 1 0,-5-3 0,3-1 0</inkml:trace>
  <inkml:trace contextRef="#ctx0" brushRef="#br1">18931 15664 7705,'8'-5'661,"0"-4"1,5 2 19,3-1 0,6 1-273,-1-1 0,9-2 272,7 6 0,6 0-275,7 4 1,3 0-113,1 0 0,0 6-70,-4 2 0,-4 3-176,-4 1 0,-8 2-72,-13 3 0,-5-4-141,-7 4 0,0 1-20,-4-2 1,-7 2 128,-6-1 0,-9 2-97,-3 6 0,-9 0 6,-4 0 0,1-1-62,-1 1 1,0-1 102,-4-4 1,-3 2-48,2-5 0,4 2-153,9-6 0,2 0-1095,2-8 31,3 4 0,11-9 1371,3 0 0,8-5 0,3-8 0</inkml:trace>
  <inkml:trace contextRef="#ctx0" brushRef="#br1">19613 16024 7713,'-13'4'1809,"1"0"1,0 2-831,-1-2 0,-5-1-594,-2 5 0,-5 0-469,-4 4 0,1 1-59,-5-1 0,4 1 184,-4-1 0,4 0-510,-4 1 1,10-2 361,-2-3 0,7 2-1049,-3-6 0,6 0 411,-1-4 1,3-1-971,5-3 1715,-3 2 0,4-14 0,-5 2 0</inkml:trace>
  <inkml:trace contextRef="#ctx0" brushRef="#br1">20283 15726 7838,'7'-5'812,"-2"3"0,-3-7 273,2 5-329,-3-1-1075,10 5 1,-4 0 237,5 0 0,1 0-2252,-1 0 2333,6 6 0,1 1 0,6 5 0</inkml:trace>
  <inkml:trace contextRef="#ctx0" brushRef="#br1">20742 15751 7705,'8'0'0,"0"0"0,-4 0 0,5 0 0,-1 0 0,4 0 0,1 0-1000,-1 0 1000,1 0 0,5-6 0,1 0 0</inkml:trace>
  <inkml:trace contextRef="#ctx0" brushRef="#br1">21461 15763 7705,'25'-4'-614,"0"0"1,1-6 306,3 2 0,-1 1 858,5-1 0,-2 0-460,2-5 1,2 1-1066,-6 0 974,0-1 0,1 1 0,2-1 0</inkml:trace>
  <inkml:trace contextRef="#ctx0" brushRef="#br1">22020 15639 7705,'12'0'-612,"0"0"1,-3 0 669,-1 0 1,0 0 733,5 0 1,-1 0-226,0 0 1,1 0 178,-1 0 0,1-4-342,-1 0 1,5-4-208,-1 4 0,1-5 508,-5 5 1,0-1-230,1 1 1,-1 2-1745,1-2 858,-1 3 410,0 1 0,1-6 0,-1-1 0</inkml:trace>
  <inkml:trace contextRef="#ctx0" brushRef="#br1">24364 15379 7705,'-8'-4'285,"0"0"1,1-2 1572,-2 2-761,4 3-466,5-5 1,7 6-250,5 0 1,12 0 276,9 0 1,8 6-231,5 2 0,2 3-121,1 1 0,1 1-643,0-1 0,-1 1 364,1-1 0,-7 0-199,-6 1 0,-7-4 45,-9 4 1,-9-6-49,-8 9 1,-9-3 11,-7 7 1,-12 1-116,-9 4 0,-4 0 11,-5-1 1,2 0 10,-5-4 1,5 4 107,-1-3 0,6-4-376,2 0 0,11-5-859,1-3 474,12-4 0,5-6 64,8-3 1,8-3 842,9-6 0,8-5 0,2-1 0</inkml:trace>
  <inkml:trace contextRef="#ctx0" brushRef="#br1">25121 15689 7705,'8'4'-1725,"0"0"4896,-5 6-2065,3-3 0,-8 5-285,-2 1 0,-4-1-301,-9 0 1,-2 5-167,-6-1 1,-4 5-335,0-4 0,-5 3 83,1-3 1,-3 4-457,-1-5 1,1 1 268,3-5 1,3-1-785,5-3 1,0 2 188,0-6 0,6 0-102,2-4 0,3 0-516,2 0 0,-2 0 1297,-2 0 0,2-11 0,-4-3 0</inkml:trace>
  <inkml:trace contextRef="#ctx0" brushRef="#br1">25952 15118 8787,'6'7'787,"0"0"-338,7-3 0,2 3-120,6 6 1,5-1 534,11 0 1,7 5-355,6 0 0,1-5-401,7-4 1,-10-5-287,2 1 0,-9-3-455,0-1 0,-6-5-734,-2-3 1,-7-3 815,-1-2 0,-10 2-1199,-7 3 1749,-5-3 0,-3 4 0,-7-5 0</inkml:trace>
  <inkml:trace contextRef="#ctx0" brushRef="#br1">26299 15205 7705,'-12'14'333,"0"3"0,1-1-20,2 9 0,0-2 284,4 10 0,1 2-188,4 6 1,-4 3 12,0 6 1,-1 4-120,0-1 0,-1 3-154,-7-3 1,1-2-155,-1 3 1,1-9 72,0-3 1,5-10-533,2-8 1,4-4 346,1-8 0,6-5-930,2-3 0,3-3 480,1-1 1,5-6-437,-1-7 0,1-1 1003,-5-6 0,1-6 0,-1-6 0</inkml:trace>
  <inkml:trace contextRef="#ctx0" brushRef="#br1">26101 15602 7705,'7'0'1591,"4"0"0,-3 0-1170,9 0 0,2 0 220,6 0 0,6 2-257,7 2 1,0-3-296,8 3 0,1-2-59,6-2 1,2-2-212,3-2 0,3-3-279,-3-5 1,-3 1-111,-1 2 0,0-2-1087,-5 3 1,-2 3 26,-10 1 1630,-5 2 0,4 2 0,-4 0 0</inkml:trace>
  <inkml:trace contextRef="#ctx0" brushRef="#br1">27354 15863 7705,'0'-13'0,"0"1"0,0 4 595,0-1 0,0 1-168,0-4 0,1 1-2289,3 2 1862,-2-2 0,9 4 0,-4-5 0</inkml:trace>
  <inkml:trace contextRef="#ctx0" brushRef="#br1">22776 15094 7705,'-18'0'1084,"-1"-6"0,0 5-144,2-3 1099,9-3-1494,2 5 0,8-3 180,2 5 0,8 0-296,9 0 0,7 0-87,1 0 0,5 0-186,-1 0 0,3 0-205,1 0 0,-1-2-861,-3-2 0,2 2 656,-7-7 0,4 5-3205,-7-4 1508,3 5 662,-15-2 1,0 10 1288,-9 3 0,-14 9 0,-4 2 0</inkml:trace>
  <inkml:trace contextRef="#ctx0" brushRef="#br1">22876 15168 7705,'-2'8'-924,"-2"1"1,3-5 2532,-4 4 1,0 0-506,1 5 0,-2 0-254,2 4 1,3 8-237,-3 8 0,-2 5 180,2 8 0,-4-1-363,4 9 1,-2-3-166,2-1 0,3-5-599,-4 1 0,4-8 258,1-1 1,0-1-799,0-7 1,0-4 56,0-4 1,0-10-1551,0 1 1391,0-8 0,1 2 470,4-6 1,-4-6-651,3-2 1155,-3-9 0,5-2 0,1-6 0</inkml:trace>
  <inkml:trace contextRef="#ctx0" brushRef="#br1">22776 15615 7705,'-11'-20'154,"3"4"1,2 2 625,6 2 0,3-1-286,5 1 0,2 3 151,11 1 1,4 1-247,4-1 1,4 1-216,-4 3 1,5 3-296,-1-3 0,-3 2-413,-1 2 0,-2 0 17,-3 0 1,-3 0-599,0 0 1,-6 2-478,1 2 1582,-2-3 0,-1 5 0,-1-6 0</inkml:trace>
  <inkml:trace contextRef="#ctx0" brushRef="#br1">23409 15156 7705,'7'-13'735,"-2"1"-234,-5-1 1,-1 7 405,-3 1 1,1 10-394,-5 3 0,0 4 150,-5 5 1,1 2-250,-1 6 0,5 5-40,0 3 0,0 4-247,-5 5 1,2-4-93,3 4 1,-2 2-544,6 1 0,0 2 397,4-1 1,0-4-945,0-4 0,5-11 490,4-2 0,3-14-778,5-3 0,2-12 640,6-8 0,0-6-130,-1-7 832,-4 0 0,-2-5 0,-6-2 0</inkml:trace>
  <inkml:trace contextRef="#ctx0" brushRef="#br1">23707 15193 7705,'-7'-13'371,"3"1"0,2 0-65,2-1 0,0 1-121,0-1 0,2 1 564,2 0 1,-1 3-283,5 1 0,0 5 27,4-1 1,-3 4-147,-1 4 0,0 3-5,5 6 0,-5 9-85,0 3 0,-5 8 118,1 0 1,2 2-138,-2 3 0,0-1-193,-4 0 0,-4 0-130,0 1 0,-7 3 112,-2 0 1,1 1-511,-5-5 1,-2-1 247,-2-3 1,-1 0-162,2-8 0,-4 1 97,3-10 0,4-5-39,0-7 0,-1-2 39,2-2 1,3-10-55,5-2 1,1-9 247,-1 0 1,2-3-69,6-5 1,0 2 122,0-1 0,2-1-62,2 4 1,1 3 324,3 9 1,4 5-163,-4 0 1,7 5 478,1-1 1,2 4-151,-1 4 1,-2 3 32,6 5 0,-2 1-412,2-1 1,2 2 102,-2 2 1,-2-2-380,2 3 0,-2-3 184,2-2 1,-2 0-1229,-2 1 1,-5-5 58,0 0 1259,1 6 0,-6 0 0,5 4 0</inkml:trace>
  <inkml:trace contextRef="#ctx0" brushRef="#br1">24091 15577 11742,'0'13'884,"0"1"-370,0 2 0,0 2-163,0 3 1,0 2-495,0-2 0,0 2-208,0 2 0,4-6-396,1-2 0,3-8-2489,-4 0 1441,6-7 968,-4 4 827,1-12 0,4-6 0,-4-7 0</inkml:trace>
  <inkml:trace contextRef="#ctx0" brushRef="#br1">24215 15143 7705,'-1'-8'424,"-3"0"701,2 5-148,-3-3 0,10 8-459,4 2 1,6 7 35,1 6 1,2 5-172,-1-2 0,-3 4-383,2 0 0,2 1-33,-1 0 0,-1 1 22,-3 3 1,-1 3-151,0 5 1,-5 0-368,-3 1 0,-8 4-832,-4 4 1,-13 6 585,-3 2 1,-8 1-467,3-1 0,-6-3 1240,2 2 0,-14-2 0,22-26 0,-1 0 0</inkml:trace>
  <inkml:trace contextRef="#ctx0" brushRef="#br1">1997 17276 7705,'-11'-16'316,"3"-1"1,-3 1 289,3 3-339,-3 1 0,-2 5-53,1 3 1,-1 3 0,1 1 0,-6 2 153,-3 7 1,-2-1-103,-2 8 1,-1 5-435,-3 4 0,3 1 176,-3 7 0,3 0-39,1 4 1,1-3 26,4-1 0,3-7 49,9-1 1,2-2 5,6-6 0,2-2-86,2-7 1,3 3 15,5-3 0,6-2 71,3-2 0,4 3-4,4 1 0,-2-1 17,6 1 0,-5 1-122,1 3 1,-4 0 64,-5 1 1,2-1 42,-5 1 0,-5-1 34,-3 0 0,-7 6 145,2 3 1,-4-3-69,-4-2 1,-3 2-80,-5-1 0,0 1-24,-1-2 0,1-2 31,-1 3 0,1-4-303,0 0 0,-1-5 104,1 0 0,-1-5-1228,1 1 689,0-2 1,-1-2-1044,1 0 840,5 0 1,-3-6 850,6-2 0,0-9 0,-2-2 0,0-6 0</inkml:trace>
  <inkml:trace contextRef="#ctx0" brushRef="#br1">2047 17686 7705,'7'5'996,"-2"-3"1,-1 5 230,1-3 0,-1-2-597,-4 7 0,0-1-117,0 4 1,0-3-210,0-1 1,0 0-302,0 5 0,0-1-1041,0 0 1,0 5 720,0-1 1,0 1-1337,0-5 1,0 1 181,0-1 1471,0 1 0,0-1 0,0 0 0</inkml:trace>
  <inkml:trace contextRef="#ctx0" brushRef="#br1">2097 17562 7705,'0'-13'391,"5"1"1,-2 1 131,5 3 0,0-2 426,5 6 1,-1 0-1581,1 4 0,3 0 326,1 0 0,3 4-1734,-3 0 2039,-1 6 0,-3 2 0,-1 7 0</inkml:trace>
  <inkml:trace contextRef="#ctx0" brushRef="#br1">2270 17760 7705,'0'13'0,"0"-1"0,0 0 0,-5 1 0,3-1 0,-2 1 0,3-1 0,1 0 0,0-3 0,0-1 0,0-4 684,0 4 0,1-5 940,3 1 0,3-2-1396,6-2 1,-1 0-66,0 0 0,2-6-629,3-2 1,-3-3 248,2-2 1,-1 1-195,2 0 1,-3 1-292,2 2 679,-2-2 1,-2 10 131,1-3 180,-6 2 1,-2 8-27,-5 2 1,0 3-97,0 2 1,0 3 214,0 1 1,-4 3-99,0-3 0,-4 4-251,3-5 1,0 5 83,1-5 1,2 1-820,-2-5 1,3 1-683,1-1-605,0-5 980,0 4 0,5-10 325,4 3 684,2-8 0,7-3 0,1-5 0</inkml:trace>
  <inkml:trace contextRef="#ctx0" brushRef="#br1">2680 17797 7705,'12'0'1005,"-1"2"-644,-3 2 1,2-1 327,-6 5 1,6 0-239,-2 5 1,3-1-350,1 0 0,1 1 48,-1-1 0,5-5-239,-1-3 1,6 2-63,-1-2 1,-2-1-159,2-8 1,-6-1-122,2-7 0,1-3 182,-2-1 1,-1-4 25,-6 5 0,0-1 36,-5 5 1,1 0 233,-5-1 1,-6 6-99,-2 3 0,-7 3 188,-2 1 1,-5 3 50,1 5 1,-2 1 7,-2 12 0,0 0 265,0 4 1,2 4-176,2-1 0,3 1-162,6-4 0,1 0 30,3 0 0,2 0-451,6-1 0,11-4 188,6-4 0,5-6-177,3-2 1,4-5 136,0 1 0,5-4-582,-1-4 1,3 0-373,1-9 0,-1 4 1102,-3-8 0,3-2 0,-4 0 0</inkml:trace>
  <inkml:trace contextRef="#ctx0" brushRef="#br1">4454 17239 7705,'12'0'0,"0"0"247,1 0 1,-1 2-18,1 2 1,-1-3 345,0 3 1,6-2-180,3-2 1,2 0-143,2 0 1,6 0-170,2 0 0,5-4 66,-1-1 1,6-4-512,-10 0 0,6 3 302,-6-3 1,1 5-937,-1-4 1,-8 5 445,-8-1 1,-5 1 546,-4-1 0,4-3 0,-6-5 0</inkml:trace>
  <inkml:trace contextRef="#ctx0" brushRef="#br1">4739 17276 7705,'-8'25'407,"-1"0"1,7 1-211,-3 3 1,4 3 23,1 5 1,0 2 721,0 2 1,4 3-411,0 6 1,0-1-310,-4 1 0,0 0-296,0-1 1,0-6-336,0-6 0,2-5-118,2-7 0,-1-6-520,5-3-151,0-7 0,5-4 56,-1-5 1140,-5 0 0,4-11 0,-4-3 0</inkml:trace>
  <inkml:trace contextRef="#ctx0" brushRef="#br1">4689 17673 7705,'0'-8'442,"0"0"1,6 5 142,2-1 1,3-2 98,1 2 1,6-1-274,3 1 0,8 1-171,4-5 0,4 3-628,5-3 1,-1 1 298,9-1 1,-8-3-1062,8 3 0,-9 1 283,1-1 769,-4-1 1,5-3 0,1 0 0</inkml:trace>
  <inkml:trace contextRef="#ctx0" brushRef="#br1">5731 17264 7705,'-5'-8'69,"-4"0"0,3 1 140,-3-2 1,2 2 69,-1 3 1,-3 3-83,3-3 0,-3 8 92,-2 4 0,1 9-80,0 3 1,-1 9-62,1 4 0,1 7 22,3 2 1,-2 6-79,6 2 1,0-1-432,4 5 1,1-7 262,3-2 1,4-5-202,9 2 0,-2-11 170,6-6 1,-1-6-599,5-6 0,6-6 280,2-3 1,-3-4 424,-1-4 0,3-9 0,-1-6 0</inkml:trace>
  <inkml:trace contextRef="#ctx0" brushRef="#br1">6128 17202 7705,'9'-5'-275,"-1"-4"0,-4 2 797,4-1 0,0 5 48,5-1 1,-1 3 73,1 1 0,-1 3-210,0 5 1,1 2 8,-1 10 0,1 2-98,-1 7 0,-5-1-148,-3 5 0,2 1-182,-2 8 1,-1-2 57,-8 5 0,-6-1-133,-5 2 1,-6 0-110,1-4 1,-1-1-237,1-4 1,2-9-38,3-3 0,2-13 200,-3 1 1,8-5-327,0 0 1,2-4 203,-1-8 1,-2-3-26,6-5 1,-4-1 93,4 1 1,-4-6 270,4-3 0,-2-2-86,2-2 1,3 0 72,-4 1 0,4 4 345,1 4 0,0 2-178,0 2 1,6 1 403,2 2 1,3 4-289,1 5 1,1 0 225,-1 0 0,6 7-138,3 5 0,-2 0-81,2 5 0,-2 1-68,2-2 0,1 5-139,-6-4 0,5 5-823,-5-2 0,1 2 440,-5-1 1,-3 2-1055,-1-2 0,-1 3 1391,1 0 0,3 1 0,-4 0 0</inkml:trace>
  <inkml:trace contextRef="#ctx0" brushRef="#br1">6488 17686 7705,'12'0'15,"1"0"1,-1 0 137,1 0 0,-5 1 236,0 3 0,-4-1 85,5 5 1,-7 1 75,2 3 1,2 0-107,-2 1 1,0 3-118,-4 1 1,0 1-245,0-2 0,-1 2 88,-3 3 1,1 2-684,-5-2 0,4-2 384,-5 2 1,5-5-987,-4 5 0,5-6-645,-1 2 354,-3-9 1405,6-2 0,-10-6 0,4 0 0</inkml:trace>
  <inkml:trace contextRef="#ctx0" brushRef="#br1">6984 17797 7705,'13'0'0,"-5"0"-379,0 0 448,0 0-324,5-5 0,-5 3 172,0-2 1,-3 3-429,3 1 511,-5-6 0,8 5 0,-5-4 0</inkml:trace>
  <inkml:trace contextRef="#ctx0" brushRef="#br1">7232 17760 8833,'9'-1'717,"-1"-3"-508,0 2 1,9-5-1086,-1 3 1,2 1 875,-1-5 0,2 0 0,6-4 0</inkml:trace>
  <inkml:trace contextRef="#ctx0" brushRef="#br1">7642 17686 7705,'11'12'-91,"-3"1"448,3-7 1,-4 0 508,5-6 1,1 0-858,-1 0 0,-2 0 32,2 0 1,-2 0-378,6 0 1,2-1 232,-1-4 1,5-1 102,-1-7 0,2 1 0,2-1 0</inkml:trace>
  <inkml:trace contextRef="#ctx0" brushRef="#br1">8721 17128 7705,'25'8'314,"0"0"1,-1 2-62,1 6 0,-4 4-28,0 4 0,-10 4 29,1 5 0,-9 0-13,-3 9 1,-7-4 19,-10-1 0,2 1-52,-6-1 1,5-6-49,-5-2 1,1-1 47,-5 1 1,0-3-377,0 3 1,0-7 132,1-1 0,0-8-546,3 0 0,-1-2 129,6-7 1,-1 0-89,5-4 0,-1-1 305,1-3 0,0-7 80,-1-6 1,6-5 153,3 1 0,-1-2-125,1-2 1,-1 2 524,5 2 1,2 0-226,2 9 1,3-2 486,5 10 1,5 0-269,-1 4 1,5 0 294,-4 0 0,5 5-226,-2 4 0,2 2-217,-1 1 0,2 1-231,-2-1 1,-2 0 96,2 1 1,-2-1-935,2 1 0,-2-1 471,-2 0 1,-3 1-2486,2-1 2836,-2 1 0,-2 4 0,1 3 0</inkml:trace>
  <inkml:trace contextRef="#ctx0" brushRef="#br1">8932 17698 7705,'0'7'628,"0"4"1,0-8 865,0 5-193,0 0-1153,0 5 1,0-1 229,0 1-465,0-1 193,0 0-901,0 1 478,0-6 0,5-2-113,4-5 1,2-1 91,1-3 0,0-3 30,1-6 0,-1 1 476,1 0 0,-1 1-127,1 2 1,-1 2 408,0 3 1,-3 3-246,-1-3 0,-4 4 125,4 4 0,-5-1-57,1 5 1,2 2 46,-2 6 1,0-2-284,-4 2 1,0 0-411,0 0 1,0-2-710,0 2 0,1-3 28,3-5 80,3-2 0,6-6 974,-1 0 0,6-6 0,1-1 0</inkml:trace>
  <inkml:trace contextRef="#ctx0" brushRef="#br1">9577 17214 7705,'7'-6'0,"4"-5"0,-8 8 0,5-5 0,-4 5 0,4-1 0,-1 1 0,1-1 0,3 2 0,-2-2 0,2 3 0,1 1 0,1 0 1271,-1 0 1,0 5-591,1 4 0,-5 3-352,0 5 0,-4-2-252,5 5 1,-6 5 37,1 4 1,-3 1-107,-1-1 0,0-1 87,0 5 1,0 0 44,0 4 0,-4 1-328,0-1 1,-5-4-539,5 0 1,-5 3-148,0 1 1,-2 1 415,-1-9 0,0 0 113,-1-4 1,-3 0 87,-1 0 1,-5-6-294,1-2 0,-2-8 548,-2 0 0,-5-7 0,-2 4 0</inkml:trace>
  <inkml:trace contextRef="#ctx0" brushRef="#br1">10185 17400 7705,'5'-12'0,"-3"4"660,2 0-406,3 5 706,0-3 1,4 12 10,-3 2-826,-3 3 0,0 1-734,-1 1 1,0-1 141,-4 1-901,0-1 1,-4 1 1347,0-1 0,-6 0 0,3 1 0</inkml:trace>
  <inkml:trace contextRef="#ctx0" brushRef="#br1">10098 17723 7705,'4'12'65,"0"1"0,6-2 132,-2-3 1,3-1 219,2-3 1,-1-3-195,0 4 1,2-5-321,3-5 1,-2 3-265,6-7 1,-5-3 210,5-5 150,-1-5 0,5 3 0,0-6 0</inkml:trace>
  <inkml:trace contextRef="#ctx0" brushRef="#br1">10582 17388 7705,'12'7'1233,"1"-3"1,-1-3-189,0-1 1,2 0-992,3 0 0,2-1 6,6-3 0,0-3-827,-1-5 0,1-1 516,0 1 0,1-1-452,3 1 1,-8 0 172,0-1 530,-6 1 0,-3-1 0,1 1 0</inkml:trace>
  <inkml:trace contextRef="#ctx0" brushRef="#br1">10706 17376 7705,'-6'19'0,"-2"-2"0,3 0 308,0 0 1,3 9 248,-2-1 0,2 8 334,-2 0 0,-2 3-234,2 1 1,-1 4-282,1 1 1,2-1-326,-2-4 0,3-1 61,1-3 1,0 0-1057,0-8 1,0-3 279,0-9-645,5-1 725,-3 0 584,3-5 0,-5-12 0,0-9 0</inkml:trace>
  <inkml:trace contextRef="#ctx0" brushRef="#br1">10731 17773 7705,'5'6'2143,"2"4"-1401,5-6 0,5 0-302,0-4 0,5 0-1435,-2 0 0,9 0 443,4 0 0,2-5-594,-2-3 0,1-8 1146,-5 0 0,6-12 0,-4 2 0</inkml:trace>
  <inkml:trace contextRef="#ctx0" brushRef="#br1">4106 16966 7705,'-5'-12'0,"-2"1"328,-6 3 0,6-3 332,3 2 40,3 4 1,8 1-253,5 8 1,6 3-44,7 5 1,1 1-165,3-1 1,-3-1-413,3-3 0,3 2-195,1-6 1,3 4-393,1-4 1,0 1 430,1-5 1,-5-2-362,0-2 0,-7 1-630,-1-5 1318,-6 5 0,-12-8 0,-2 4 0</inkml:trace>
  <inkml:trace contextRef="#ctx0" brushRef="#br1">4181 17041 7879,'-6'12'-376,"1"2"490,-4 3 1,0-2 492,5 5 0,-6 1-19,2 4 0,1 1-170,-2 3 0,1 3-91,-4 5 0,4 6-99,-1 2 0,5 3 62,-4 2 0,5 0-237,-1-1 1,-2 2 69,2 3 0,-1-2-25,1 6 0,2-6-121,-2 2 0,4-1 112,4 0 0,3-4-143,6 4 1,-1-14 140,0 2 1,2-12-4,3-4 0,1-3-26,2-10 1,5 2 16,0-10 0,5 0 170,7-4 1,5 0-87,-1 0 0,12 0-277,0 0 1,8-1-583,5-3 1,3 1 245,-32-1 1,0 0-1,1 2 1,0 1-618,2-1 1,-1 0-1,-1-1 1,1 1 1070,2-1 0,1 1 0,-2 0 0,1 0 0,0 2 0,1 0 0,-3 0 0,0 0 0,-1 0 0,0 0 0,-1 0 0</inkml:trace>
  <inkml:trace contextRef="#ctx0" brushRef="#br1">11487 17103 7981,'-7'0'838,"1"0"-61,1 0-33,4 5 1,-4-2-379,5 5 0,5-5-310,3 1 0,5 2 25,3-2 0,4 0 91,4-4 0,5 0-181,0 0 0,6-1 76,-2-3 1,3 2-227,1-2 0,-5-1 93,-3 0 0,-1 1-371,-3 4 0,0 2 123,-12 2 0,2 3 21,-7 5 0,-3 0 172,0 1 1,-4-1 29,-1 1 1,0 0 68,0 4 0,-4-2-90,0 6 0,0-5 191,4 5 0,0 0-104,0 3 0,0 5 75,0 0 1,0 7 15,0 1 0,0 7-43,0 10 0,0 3-110,0 5 1,1-2 145,3-2 1,-1 3 76,5-3 0,-1 0-70,1-5 1,2-4 198,-6-12 0,4-5-23,-4-4 0,1-7 157,-5-4 1,4-8 458,0 0 96,0-7-480,-4 4 464,-6-6-831,0 0 1,-7 1 68,1 3 0,-1-2-125,1 2 1,4-3 107,-1-1 0,0 0-564,-8 0 0,3 0-125,-2 0 0,-2-1-357,1-3 0,-5-2-238,2-2 1,-4-3 484,-1 3 1,5 1-369,-1-1 0,2 3 561,-2-3 0,5 4 447,7-4 0,-2-1 0,4-3 0</inkml:trace>
  <inkml:trace contextRef="#ctx0" brushRef="#br1">12269 17673 7981,'12'0'1032,"5"-4"-774,-1 0 0,2 0 781,-1 4 1,-2 0-439,6 0 1,-1 0-819,5 0 0,-4 0-38,0 0 0,-1 0-234,5 0 1,0 0-867,0 0 1,-2 1 632,-2 3 1,1-2 721,-6 2 0,1-3 0,-5-1 0</inkml:trace>
  <inkml:trace contextRef="#ctx0" brushRef="#br1">12368 17785 7981,'-7'5'899,"2"-3"1,5 5-676,0-3 1,5-3 313,4 3 0,11-2 329,5-2 0,9 0-804,4 0 1,4 0 49,8 0 0,5-4-1583,3-1 0,1-3 1107,-1 4 0,8-11 0,-2 1 0</inkml:trace>
  <inkml:trace contextRef="#ctx0" brushRef="#br1">13460 17351 7981,'12'0'576,"1"0"1,0 0 49,4 0 0,2 0-135,6 0 0,5-1-202,3-4 0,2 3-394,-2-7 0,1 5 160,-5-4 1,5 4-1016,-6-4 1,-4 5 224,-8-1 735,-7 2 0,-4 2 0,-5 0 0</inkml:trace>
  <inkml:trace contextRef="#ctx0" brushRef="#br1">13621 17289 7981,'-12'8'379,"-1"0"1,2 5-95,3 3 1,-2 2 45,6-1 1,-4 2-44,4 6 0,0 5 201,4 3 1,-4 3-92,-1 1 0,1-2-96,4 2 0,-4-4-122,0 4 1,-4 5-75,4-5 0,-6 3-76,2-3 0,-3 0 69,-2 0 1,2-4-20,3 1 0,-2-6 100,6 6 0,0-7-264,4 2 0,1-4-16,4-4 1,1-5 134,7-8 0,5-2 56,2-6 1,4-6 11,1-2 1,1-3-635,3-1 1,1-2 254,3-3 1,2 4-1095,-6-4 0,4 3 638,-4 2 1,-2 1 731,-6 3 0,2-4 0,-3 6 0</inkml:trace>
  <inkml:trace contextRef="#ctx0" brushRef="#br1">14167 17413 7981,'12'0'335,"1"0"1,1 0 545,2 0 1,5 4-240,8 0 0,2 0-209,7-4 0,0 2 76,4 2 1,-4-3-131,4 3 0,-8-2-606,-1-2 0,-5 0 232,1 0 1,-9 0-2236,-3 0 1506,-3 0 259,-8 0 465,0 5 0,-12 2 0,0 6 0</inkml:trace>
  <inkml:trace contextRef="#ctx0" brushRef="#br1">14390 17450 7981,'-4'14'120,"0"2"0,-4 1 470,4 8 0,-2 1-155,2 7 1,3 8 385,-4 1 0,3 5-312,-2 2 0,2 1-148,-2-1 0,-2 0-414,2-4 0,0-6-365,4-6 0,0-11-548,0-2 1,6-6 597,2-5 1,3-4-1029,1-5 0,1-1 267,-1-3 1129,-5-3 0,4-6 0,-4 1 0</inkml:trace>
  <inkml:trace contextRef="#ctx0" brushRef="#br1">14316 17872 7981,'-4'-8'-29,"0"-1"683,-1 1 1,5 0 5,0-1 1,7 7 133,6-2 0,6 2-143,10 2 0,-1 2-225,5 2 0,0-3-858,4 3 1,0-2 356,0-2 0,3 4-1388,-2 0 1,1 0 383,-5-4 1079,-4 5 0,0-3 0,-5 3 0</inkml:trace>
  <inkml:trace contextRef="#ctx0" brushRef="#br1">15197 17475 7981,'-13'0'-558,"5"0"223,0 0 1680,-1 0-372,-3 0-109,0 0-605,-1 0 0,6 1 0,3 3 1,-1 3-5,0 6 1,1 5-32,4 2 1,-4 9 67,0 4 1,0 5-41,4 3 1,-4 7-30,0 6 1,0 0-268,4-5 0,0-3-84,0-1 1,0-5-691,0 1 0,0-12 468,0-4 0,5-10-911,3-2 1,5-2 559,3-7 1,-1-1-386,6-7 1086,-6-3 0,9-11 0,-5-2 0</inkml:trace>
  <inkml:trace contextRef="#ctx0" brushRef="#br1">15532 17487 7981,'12'0'0,"0"2"530,1 2 1,-1 3-106,1 5 0,-5 6 349,0 3 0,-5 4-247,1 3 0,-3 8-133,-1 6 0,0 0-154,0 0 1,-7-2-39,-5 5 0,0-5-419,-5 1 1,-1-2 234,2-2 0,-6-4-479,1 0 0,3-11 324,1-1 0,4-7-708,0-6 0,1-2 285,-1-6 0,7-2-59,1-2 1,0-4 299,1-9 0,0 2 138,4-6 0,0 1 130,0-5 1,0 0-131,0 0 1,-4 1 467,-1-1 0,1 5-177,4 4 0,2 4 593,2 3 1,-1 0-332,5 5 0,0-1-117,4 5 1,1 6 172,-1 2 1,6 7 169,3 2 0,-2 1-392,2-2 0,-2-1-291,2 6 1,2-6-1364,-2 2 0,-2-2 184,2 2 1264,-6-4 0,8 5 0,-3-5 0</inkml:trace>
  <inkml:trace contextRef="#ctx0" brushRef="#br1">15780 18033 7981,'-7'0'477,"1"-6"0,5 5 353,-3-3 653,2 3-996,-3 6 1,5 2-236,0 5 1,0 1-690,0-1 1,0 1 358,0-1 0,0 2-226,0 2 0,-2-2 297,-2 3 0,3-2-1282,-3 1 1,-2-2-38,2 3 1326,0-4 0,-2 0 0,0-1 0</inkml:trace>
  <inkml:trace contextRef="#ctx0" brushRef="#br1">16189 18169 7981,'0'13'80,"-6"-1"1,4 1 333,-7-1 1,7 0-85,-2 1 1,-2-5-40,2 0 0,-2 1-158,2 3 0,3-4-173,-3 1 1,-2-5-1054,2 4 1,-6-4 298,2 4 794,-3-5 0,-7 8 0,-1-4 0</inkml:trace>
  <inkml:trace contextRef="#ctx0" brushRef="#br1">16710 17859 7981,'0'-12'1775,"0"0"0,1 3-1601,4 1 0,3 5 11,8-1 1,2 3-355,3 1 1,2 0 224,-2 0 0,7 0-1188,1 0 0,0 0 308,-5 0 824,1 0 0,0 5 0,0 2 0</inkml:trace>
  <inkml:trace contextRef="#ctx0" brushRef="#br1">17119 17822 9831,'13'0'3820,"-1"0"-4053,1 0 1,0 0 169,4 0 0,-2 0-1508,6 0 1,-1 0 447,5 0 1123,0-5 0,5-2 0,2-6 0</inkml:trace>
  <inkml:trace contextRef="#ctx0" brushRef="#br1">17789 17512 7981,'6'-7'938,"-3"2"-397,5 5 0,-4 0 366,4 0 1,-4 1 244,5 3 0,-5 3-550,4 6 1,-4 4 4,4 4 1,-5 3-174,1 0 1,-2 5-320,-2 0 1,-7 6 86,-6-2 1,0 4-294,-8 4 0,-4-2-334,-4 2 0,-5-2-415,1-2 0,1 0-644,-1 0 1,7-10 636,1-7 1,6-10 60,6-6 1,6-4 332,3-4 1,3-8 342,1-9 1,1-3-78,3 0 1,-1-3 362,5-2 0,-1 5-64,1-1 0,4 6 42,-4 6 0,1 1 786,0-1 1,2 6-414,-3 3 1,3 3 192,1 1 1,5 1-229,0 3 1,3 1-449,-3 7 1,5-5 77,-2 9 1,4-5-962,1 6 1,-5-3 139,1-2 0,-2-4-961,2 1 1660,2-1 0,-3 10 0,5 1 0</inkml:trace>
  <inkml:trace contextRef="#ctx0" brushRef="#br1">18124 17884 7981,'9'-4'1499,"-1"0"-970,-5-6 1,6 10 267,-5 0 1,0 7-324,-4 10 1,0 2-80,0 6 0,-1 0-121,-3-1 0,3 1-130,-4 0 0,0-4-121,1-1 0,0-4-516,4 0 165,0-8 0,7-2 272,5-6 1,2-11-568,6-6 1,1-5 258,4-3 1,-2 2 86,-2 2 0,1 3 51,-5 6 0,-1 1 449,-3 3 1,-1 4 326,0 8 0,-5 4-331,-3 9 0,-2 2 99,-2 6 1,-2-1-54,-2 1 0,1 0-758,-5 0 0,4-6 94,-4-2-2655,5-4 2252,-2-6 1,5-4 801,0-11 0,5-6 0,2-11 0</inkml:trace>
  <inkml:trace contextRef="#ctx0" brushRef="#br1">18546 17599 8319,'8'0'1532,"1"0"0,-5 0-719,4 0 1,-4 0 200,4 0 1,1 0-442,3 0 1,0 0-530,1 0 0,1 0-36,2 0 0,-1-4-21,6 0 1,-2 0-213,2 4 1,1 0 275,-5 0 1,3 0-373,-3 0 0,-1 5 85,-3 3 1,-2 9 50,-3 4 1,2 2 101,-6 2 0,0 1 45,-4 3 0,0-2-56,0 7 1,0-3-112,0 2 1,-1 2 210,-4-6 1,4 0-62,-3-5 1,-2 5-34,2 0 0,-4-1 14,4-7 1,-4 2-342,3-2 1,-4-3 134,1-2 0,1-2-437,-2-2 0,1 1 49,-4-1 0,-2-4-134,-3 1 0,2-7 153,-5 2 1,2-2 648,-7-2 0,3 0 0,-9 0 0</inkml:trace>
  <inkml:trace contextRef="#ctx0" brushRef="#br1">19278 18070 7981,'5'-12'549,"-2"1"-99,5 3-507,-5 2 0,4 6 70,-3 0 1,-2 1-219,2 4 1,-3-3 26,-1 7 0,2-5 14,2 4 1,-3-4 312,3 4 27,-2-5 1,-2 4 219,0-3-283,0-2 659,0 3-257,0-5 1012,0 0-1343,-6 0 1,5-1 28,-3-3-435,2 2-253,2-3 308,0 5-1407,0-6 1124,0 5 1,0-6-1310,0 3 1759,0 2 0,0-9 0,0 4 0</inkml:trace>
  <inkml:trace contextRef="#ctx0" brushRef="#br1">19340 17735 7981,'0'-8'759,"0"0"1,0 4 76,0-5 1,0 5-321,0-4 0,1 4-417,3-4 0,-1 5-258,6-1 0,-1-2-404,4 2 1,1-1-2102,-1 0 2664,0 4 0,6-4 0,2 5 0</inkml:trace>
  <inkml:trace contextRef="#ctx0" brushRef="#br1">19811 17574 8090,'13'0'327,"-1"4"447,1 0 1,0 1-241,4-5 1,2 4 305,6 0 1,5 0-324,3-4 0,5 0-409,3 0 1,-2 0 4,2 0 0,-4-1-1028,-4-4 0,2 3-993,-6-7-1098,0 1 1864,-10-4 1142,-12 5 0,-9-4 0,-10 4 0</inkml:trace>
  <inkml:trace contextRef="#ctx0" brushRef="#br1">20084 17574 7981,'0'13'961,"0"-1"1,0 6-467,0 3 1,2 3-81,2 5 1,-1 8 465,5 9 0,-5 2-328,1 2 1,1-2-347,-1-3 0,1 2-486,-5-5 0,-5-2-545,1-7 0,-1-4-862,1-9 1,2-2 255,-2-5 108,3-6 1322,6-2 0,-3-16 0,3-3 0</inkml:trace>
  <inkml:trace contextRef="#ctx0" brushRef="#br1">20072 18021 7981,'-13'-25'642,"2"1"-418,3 4 1,3 2 505,5 5 0,1 2-225,3 3 1,7 3-7,6 5 0,5 0-141,-2 0 1,8 0-70,1 0 1,4 0-496,-4 0 1,5 0-538,0 0 1,0 0-2355,-1 0 3097,3 5 0,-4-4 0,5 5 0</inkml:trace>
  <inkml:trace contextRef="#ctx0" brushRef="#br1">21139 17574 7981,'-18'-12'0,"4"-1"620,-2 1 1,2 1-8,1 3 0,1-2 94,0 6 0,3 1-208,1 7 0,0 4-149,-5 9 0,6 8 84,3 8 1,2 4-132,-3 4 1,4 4 43,-3 4 1,2 1-55,2-1 1,2 0-635,2-4 1,3-2-277,5-6 1,2-7-641,3-5 1,2-7 28,6-10 1,4-5 42,0-11 1185,5-6 0,-2-16 0,5-2 0</inkml:trace>
  <inkml:trace contextRef="#ctx0" brushRef="#br1">21585 17413 7981,'0'-7'0,"2"1"1297,2 6 0,-3 7-537,3 6 1,2 6 287,-2 10 0,0 8-334,-4 9 0,-1 7-51,-3 5 0,-3 6-1101,-6-2 1,-3-3 426,-1-9 1,-3-4-253,3-4 1,-4-2 253,5-11 0,-5-7-753,5-10 0,-5-1 291,4-7 0,1 0-914,3-4 1,1-5 505,0-3 1,1-5 243,2-3 0,0-4 694,5-4 0,-1-3-298,5-2 0,0-2 451,0-6 1,6 5-213,2 3 1,-1 8 246,1 5 0,1 2-200,3 2 0,5 5 1364,-1 3 0,5 8-416,-5 4 1,6 4-177,-1 5 0,1-2-986,-1 6 1,2-6 177,-2 1 0,2 2-1056,2-1 1,-6-2 643,-2-7 0,1 3-1311,-2-2 1712,1 2 0,-5 1 0,1 0 0</inkml:trace>
  <inkml:trace contextRef="#ctx0" brushRef="#br1">21796 17921 8027,'0'13'440,"0"-1"0,0 1 578,0-1 0,0 0-446,0 1 0,0 3-177,0 1 0,0 5-438,0-1 1,0 1 98,0-2 0,0 2-780,0-5 0,-4 4 485,0-5 0,0 1-1372,4-5 1611,0 0 0,-6 1 0,-1-1 0</inkml:trace>
  <inkml:trace contextRef="#ctx0" brushRef="#br1">22255 18083 7981,'-4'12'1127,"0"0"1,0-3-458,4-1 0,-4 4-72,0 5 1,-6 5-187,2-1 0,-2 1-422,2-2 1,-3 4-247,2-4 0,3 2-321,-3-1 1,5-3-2340,-4-6 1571,5-5 1345,-2-1 0,5-6 0</inkml:trace>
  <inkml:trace contextRef="#ctx0" brushRef="#br1">22603 17897 7981,'8'-5'311,"0"1"0,-4 0 488,5 4 0,-5 0 500,4 0-875,0 0 1,5 0-1343,-1 0 0,0 0 640,1 0 0,-1 2 278,1 2 0,5 3 0,1 5 0</inkml:trace>
  <inkml:trace contextRef="#ctx0" brushRef="#br1">22938 17921 7981,'12'-7'1000,"0"-2"61,1 5 1,-1-5-507,1 5 1,3-1-59,1 1 1,3 2-796,-3-2 0,5 3 220,-1 1 1,2 0-1386,2 0 1,0 0 784,-1 0 0,1 0-183,0 0 1,0 0 860,0 0 0,-6 0 0,-2 0 0,0-4 0,0 0 0,-5-1 0,-3 5 0,-5 0-383,4 0 244,-5 0 1078,2 6-569,1 1 0,-1 1-370,4 0 0,2 1 0,-4 3 0</inkml:trace>
  <inkml:trace contextRef="#ctx0" brushRef="#br1">24116 17549 7941,'18'-5'-28,"-4"3"141,2-2 0,-2-1 390,-2 1 0,5 0-130,0 4 1,3 1 232,-3 3 1,-1 0-6,-3 9 0,-2-4 66,-3 8 0,2 2-86,-6 2 1,1 2-147,-1 2 0,-2 4-335,2 0 1,-7 5 79,-1-1 1,-6 2-85,2-2 1,-3 3 73,-1-3 0,-1-3-112,1-1 0,-5-3-86,1-1 0,-2-2-350,1-2 1,4 1 14,-4-5 1,-1-2-310,2-7 1,-2 2-103,1-6 0,3 0 302,-2-4 1,2-5-96,2-4 0,-1-7 170,1-5 1,1-2-12,3-2 1,-2-4 134,6 0 1,0-6 166,4 2 0,0 3 93,0 1 0,1 4-111,3 5 0,0 3-97,9 9 1,-2 2-15,9 6 1,-3 2 23,4 2 0,-1 3 134,5 5 1,0 5 151,0-1 1,-1 2 350,1-1 1,0 1 304,0 2 0,0 0 921,0-4 0,1-1-815,3 6 0,-9-5-1967,1 5 1,-3-6 537,-6 2 0,-1 1-915,-6-2 1,-5 1 1506,0-5 0,-6 1 0,-6-1 0</inkml:trace>
  <inkml:trace contextRef="#ctx0" brushRef="#br1">24550 17996 7981,'13'-6'0,"-5"5"1244,0-3-610,-5 2 0,7 4 84,-6 2 0,-2 4-124,-6 9 0,2-2-175,-7 6 0,2-2-626,-1 2 1,-3 1 243,3-6 1,2 1-207,2-5 300,3 0-435,1-5 1,5-1-88,4-6 1,6-11-90,1-6 1,6-5 327,-1-3 1,2 1 11,2-1 1,-1 1 499,-4 4 0,0 2 11,-4 5 188,-2 1-337,4 5 1,-11 8 237,-3 12 0,-3 1-264,-1 6 1,0-3-237,0 4 0,0-5-1112,0 5 0,0-6 619,0 1 1,2-2-1053,2-1 1,3-6 269,5-3 1315,-5-3 0,10-1 0,-4 0 0</inkml:trace>
  <inkml:trace contextRef="#ctx0" brushRef="#br1">24960 18021 7981,'-9'1'3690,"1"3"-2068,5-3-934,-2 11 1,6-11-279,3 3 1,0-3-1375,9-1 1,-2 0 644,10 0 0,-1-1-1640,5-3 0,0-3 288,0-5 1671,-1-1 0,7-5 0,1-1 0</inkml:trace>
  <inkml:trace contextRef="#ctx0" brushRef="#br1">25394 17773 7981,'0'-7'4635,"0"1"-4110,0 6 1,0 2-183,0 2 1,0 4-70,0 8 0,0 4-36,0 5 1,0 4-581,0-1 0,-4 7 297,0-2 1,-6 3-880,2 1 0,1-4-267,-2 0 1,-3-1-1993,-4 1 3183,-7 3 0,4-5 0,-6 7 0</inkml:trace>
  <inkml:trace contextRef="#ctx0" brushRef="#br1">23794 18058 7609,'-13'7'621,"5"2"183,0-5 0,5 6 92,-1-2 0,2 3-420,2 2 1,0 1-296,0 2 0,4-1 6,1 6 1,-1-4-141,-4 3 1,4-3 124,0 3 1,-1 0-756,-7 0 1,1 0-112,-5-4 1,-5-2-546,-3 2 1,-1-2-546,5-1 1784,-1-1 0,-5-5 0,-1-2 0</inkml:trace>
  <inkml:trace contextRef="#ctx0" brushRef="#br1">25791 17574 7609,'-13'-5'1482,"2"2"-968,3-5 0,3 3-129,5-3 1,5 4 25,3-4 0,9 1-101,4-1 1,3-3-395,5 2 0,2 2 101,2-1 1,1 5-8,-5-1 1,4-1-8,-4 1 0,0 5 25,-4 7 0,-6 9-47,-2 3 0,-5 5 35,-4 4 1,2 3-49,-6 5 1,0 0 82,-4 1 0,-1 3-99,-3 0 1,2 1 110,-2-5 0,-1-4-142,1 0 1,0-6 58,4 2 1,0-2 219,0-3 0,0 1-107,0 0 0,0 0-52,0 0 0,0-2-146,0-2 0,-2 1 110,-2-6 0,3 5 96,-4-4 1,-1-1-48,-3-4 0,2-1-200,-1-2 0,0 0 41,-4-4 0,-1-1-649,1-4 1,-2 0 16,-3 0 1,-1 0-155,-2 0 1,-2 0 180,5 0 0,1-2 710,3-2 0,-5-8 0,-1-8 0</inkml:trace>
  <inkml:trace contextRef="#ctx0" brushRef="#br1">26597 17537 7609,'0'-8'954,"0"-1"1,0 5-200,0-4 1,6 5-318,2-1 0,8-1-84,5 0 0,8 1-120,4 4 0,4-1-387,5-3 1,-4 2-289,4-2 0,0 2-529,0-3 0,-6 4 302,-7-3 0,-10 1 668,-7-1 0,1 3 0,-6-5 0</inkml:trace>
  <inkml:trace contextRef="#ctx0" brushRef="#br1">26858 17512 7609,'-11'6'-115,"2"2"0,-2-1 672,3 1 1,1 2-157,-1 6 1,5 4 74,-1 4 1,-2 3-111,2 1 0,-4 6-149,4 7 0,0-3 33,4 4 1,-4 1-42,0-2 1,-2 2 88,2-2 1,2-3-112,-2 4 1,3-5-114,1-4 0,0 2 83,0-6 1,0-1-82,0-3 0,0-5 72,0-4 1,5-2-27,4-2 1,2-5-80,1-3 1,6-2 67,3-2 0,8-2-312,4-2 0,8-4 130,5-9 1,1-1-1162,-2-2 0,6-2 614,-6 5 0,1-1-1955,-9 2 2418,0 2 0,1-4 1,-1 6-1</inkml:trace>
  <inkml:trace contextRef="#ctx0" brushRef="#br1">27528 17636 7609,'-7'0'3001,"2"0"-1994,10 0 1,8 0-514,12 0 1,6-1-184,6-3 0,1 1-576,4-5 0,-1-1 232,9-3 0,-8 0-1238,8-1 1,-13 1 782,0-1 1,-12 5-932,0 0 0,-14 4 272,-3-5 1147,-10 7 0,-11-4 0,-6 6 0</inkml:trace>
  <inkml:trace contextRef="#ctx0" brushRef="#br1">27714 17636 7609,'0'25'-1149,"0"0"1316,0 0 0,-5 3 820,1 1 0,0 7 19,4 1 1,0 6-496,0 7 1,0 1-92,0 3 0,-4-3-110,0 2 0,-6-3-361,2-5 0,2-3 107,2-9 0,3-4-701,1-9 1,0-6 37,0-6 0,5-5-448,4 1 1,-2-8 16,1-4 0,-1-7 1038,1-2 0,-2-5 0,-6 3 0</inkml:trace>
  <inkml:trace contextRef="#ctx0" brushRef="#br1">27614 18070 7609,'6'7'1781,"-5"-1"1,10-6-1321,-2 0 1,7 0-16,5 0 1,12-2-99,4-2 1,9-1-539,-1-4 0,3-2-301,2 3 1,-2-3-485,-2-1 0,-1 3 730,-8 1 245,-8 5 0,-11-8 0,-5 4 0</inkml:trace>
  <inkml:trace contextRef="#ctx0" brushRef="#br1">28607 17463 7609,'-11'-17'735,"2"0"0,-2 5-281,3 4 1,1 5-224,-1-1 1,0 9-33,-5 8 1,2 10 159,3 10 1,-3 9-142,3 3 1,1 7-58,-1 2 1,1 4-471,-2-4 0,-2 4 348,3-5 0,1 1-185,-1-4 0,1-6 76,-1-3 0,-2-4-780,6-3 1,0-6 373,4-7 1,1-4-497,3-9 0,9-3 412,7-5 1,8-1 559,1-3 0,5-3 0,-2-5 0</inkml:trace>
  <inkml:trace contextRef="#ctx0" brushRef="#br1">28954 17450 7609,'0'-12'367,"0"-1"0,4 5-44,0 0 0,1 6 174,-5 2 0,4 6-138,0 6 1,1 10 548,-1 3 0,-2 8-235,2 0 0,-3 7-95,-1 2 0,0 0-499,0 0 0,0-4 41,0 4 0,0-4-669,0-1 0,0-5 405,0-3 0,-5-3-109,-3-1 0,-3-2-127,-2-2 0,-3-3-316,-1-6 0,-4-5 231,5-3 0,-6-2-6,1-2 0,-1-2 26,1-2 0,2-3 132,3-5 1,2 0 44,-3-1 0,5-5 69,4-2 0,-2 0 401,6 0 1,0 0-60,4 0 1,1 2 61,3 5 1,3 5 258,5 0 1,1 5 573,-1-1 0,5 4 106,-1 4 0,6 4-563,-1 9 0,1-2-506,-1 6 1,1-5 31,-6 5 0,2-5-758,-1 5 1,-3-6 228,2 2 0,-2-3-44,-2-2 0,1-4-1223,-1 1-738,1-1 2427,-7-1 0,5-2 0,-4-5 0</inkml:trace>
  <inkml:trace contextRef="#ctx0" brushRef="#br1">29153 17934 9263,'7'0'1864,"-2"5"-1587,-5 4 1,0 3-235,0 5 0,0 2-157,0 6 0,-4 1-142,0 3 0,-5 1-326,5 3 1,-4-3-87,4-5 0,0 3-182,4-3 850,0-3 0,5-10 0,2 0 0</inkml:trace>
  <inkml:trace contextRef="#ctx0" brushRef="#br1">29488 18157 7609,'-13'6'1096,"1"0"-648,-1 7 0,1-1-90,0 1 0,-1 3-408,1 1 1,1 5-308,2-2 1,-6 1-381,3 4 0,-3-7 297,2 7 1,-3-5-608,-1 1 1047,1-3 0,-2 0 0,-2 1 0</inkml:trace>
  <inkml:trace contextRef="#ctx0" brushRef="#br1">29698 17872 7609,'2'-11'933,"2"2"1,3-2-498,5 3 0,6 1-7,3-1 1,2 4-742,2-4 0,4 5 227,0-1 1,4 1-1421,-4-1 1,0 2 1504,-4-2 0,0-3 0,-1 1 0</inkml:trace>
  <inkml:trace contextRef="#ctx0" brushRef="#br1">30157 17673 7609,'-6'7'1570,"-4"0"97,6-3-659,0-2 1,4 5-500,0-3-665,0-3-280,5 10 1,2-10 340,5 4 1,5-4-2973,0-1 3067,5 0 0,-9 0 0,5 0 0</inkml:trace>
  <inkml:trace contextRef="#ctx0" brushRef="#br1">30728 17376 7609,'-11'8'1006,"3"0"1,-3 0-575,3 5 1,-2 1 259,2 2 0,-3 9-107,2 8 0,-2 7-215,-1 1 1,-1 6-186,1-1 0,0-4 2,-1 0 1,1-2-395,-1 1 1,1-2-59,0 2 1,-2-4-259,-3-4 0,-2-2 287,-6-7 1,5-4-216,-1-4 1,6-7-65,-2-5 0,7-8 167,2-5 0,5-7 53,-1-5 1,3-2 96,1-2 0,1-6-2,3-2 1,3-2-1,6-3 1,-1 7 65,1 2 1,-1 3 142,0 1 1,1 4-226,-1 0 1,1 12 2133,-1 1 0,0 5-839,1 3 1,-1 1-636,1 3 0,-1 9-218,0 7 0,5 4-370,0 1 0,5-1-460,-2 1 0,4 0-1814,0 0 2418,-4 0 0,9-1 0,-3 1 0</inkml:trace>
  <inkml:trace contextRef="#ctx0" brushRef="#br1">30964 17810 7609,'7'0'1556,"-2"0"0,-5 3-933,0 5 0,0 0-362,0 9 1,0 1-272,0-2 1,0 5-68,0-5 1,0 1 191,0-5-914,6 1 650,-5-1 1,10-5-372,-3-3 1,3-4 183,2-4 0,3-4 99,1-9 1,1 3 372,-2-2 0,-2-1 114,3 5 1,-4-3 364,0 6 0,-1 4 16,1 1-305,-1 2 0,-5 12 1,-3 2 0,-2 5-210,-2-1 1,0 2-136,0 3 0,-5-2-303,1-2 0,-4-3-163,4 2 1,-2-3-538,2-5 1,3 3-1660,-3-3 2680,2-2 0,2 5 0,0-4 0</inkml:trace>
  <inkml:trace contextRef="#ctx0" brushRef="#br1">31224 17996 8523,'-7'-6'1179,"2"5"1,6-6-625,3 3 0,3 3-77,6-4 1,5 0-315,2 1 1,5-2-346,4 2 1,1-1-467,3-4 0,2-2-846,-6 3 1,0-2 1492,-4 2 0,-1-8 0,1 2 0</inkml:trace>
  <inkml:trace contextRef="#ctx0" brushRef="#br1">31559 17773 7228,'7'0'3176,"-1"0"-2597,-6 5 1,0 2-87,0 5 1,-2 1-148,-2-1 1,1 6-542,-5 3 1,1 2 179,-1 2 0,2 0-1217,6 0 0,0-2 775,0-2 0,0 2 457,0-2 0,0-3 0,0 0 0</inkml:trace>
  <inkml:trace contextRef="#ctx0" brushRef="#br1">31758 17463 7668,'8'12'735,"0"0"0,1 1-259,3-1 0,-1 1 295,-3-1 0,3 0-330,-2 1 0,2 3-233,1 1 0,0 1-169,1-2 0,-5 2-169,0 3 0,-5 2-425,1-2 0,-2-2 401,-2 2 1,-2 1-338,-2 7 0,-7-3 136,-5 3 0,-7-3-565,3-1 0,-4-2 280,0-2 0,0 1 640,3-5 0,-2 5 0,4-3 0</inkml:trace>
  <inkml:trace contextRef="#ctx0" brushRef="#br1">32080 17587 7679,'7'0'-48,"4"0"0,-8 0 51,5 0 0,-4 0-323,5 0 0,-5 0 96,4 0 1,-4 0-258,4 0 481,-5 0 0,8 5 0,-4 2 0</inkml:trace>
  <inkml:trace contextRef="#ctx0" brushRef="#br1">32118 17735 7679,'0'9'-1101,"0"-1"1828,0 0 1,0 0-396,0 1 1,1-7-232,3 3 1,3-4-319,5-1 1,1 0 178,-1 0 1,1-1-1321,-1-4 1358,0 4 0,6-15 0,2 2 0</inkml:trace>
  <inkml:trace contextRef="#ctx0" brushRef="#br1">32167 17090 8342,'0'-6'1868,"6"0"-1460,2 6 1,8 0 5,5 0 1,4-1-763,4-3 1,-2 2 241,7-2 1,-3 1-1131,2-1 0,-2 1 651,-7-5 1,-1 4 584,-7-4 0,1-1 0,-11-3 0</inkml:trace>
  <inkml:trace contextRef="#ctx0" brushRef="#br1">32341 17078 7730,'-19'21'0,"2"-1"0,3 1 228,2 4 0,1 4 372,2 0 1,0 5 51,5-1 0,-2-1-224,2 1 1,3-4-809,-3 4 1,2-10 269,2 2 0,4-8-838,0-1 1,6-7 306,-2-5 0,3-3-519,2-1 1160,-1 0 0,1-5 0,-1-2 0</inkml:trace>
  <inkml:trace contextRef="#ctx0" brushRef="#br1">32341 17338 9888,'8'-1'219,"0"-3"0,6 3-143,7-4 0,2-1-1259,2-3 1,4 2 478,0-1 1,1 0 703,-1-5 0,-3-4 0,5-3 0</inkml:trace>
  <inkml:trace contextRef="#ctx0" brushRef="#br1">32676 16954 7730,'-13'14'306,"1"2"1,4-2 147,-1 3 1,3 1 255,-3-2 0,0 6-334,4-1 0,-3 1-178,4-1 0,0 1-724,4-6 1,0 5 349,0-5 1,5 1-344,4-5 0,2-5 277,1-3 0,2-2-806,2-2 0,0-2 247,4-2 801,-5-3 0,14-11 0,-2-1 0</inkml:trace>
  <inkml:trace contextRef="#ctx0" brushRef="#br1">32936 16867 7730,'2'-7'1394,"2"3"-272,-3 3-359,5 1-421,-6 5 1,1 4-71,3 7 1,-2-1-185,2 6 0,-3-5 26,-1 5 0,-5 0-104,-4 4 1,-2 4 9,-1-1 0,-1 1-154,1-4 1,-6-1-588,-3-4 0,-1 2 361,2-5 1,2-1-17,5-3 0,1-6-258,0-3 339,5-3 0,1-2 152,6-3 1,0-3-28,0-6 0,0 1 57,0 0 1,4-1 184,0 1 1,6-1 356,-2 1 0,3 1-214,2 3 1,-5 1 376,0 3 1,1 2-242,3-2 1,0 3-22,1 1 0,-5 0-374,0 0 1,1 0-467,3 0 0,0 1 217,1 3 1,-1-2-281,1 2 1,-5-1-1019,0 1 1591,0-3 0,-1 5 0,-1-6 0</inkml:trace>
  <inkml:trace contextRef="#ctx0" brushRef="#br1">33023 17016 9201,'6'-7'-327,"1"2"1,5-1 0,0-1-1</inkml:trace>
  <inkml:trace contextRef="#ctx0" brushRef="#br1">19390 18641 7783,'-13'-13'0,"5"1"0,0 0 0,5-1 1984,-1 1-1347,2-1 1,8 2-209,2 3 0,3 3-467,2 5 0,0 0-434,4 0 1,-3 4-225,2 0 1,2 5 399,-1 0 0,-1 2 296,-3 1 0,5 1 0,1-1 0</inkml:trace>
  <inkml:trace contextRef="#ctx0" brushRef="#br1">19737 18678 7783,'12'0'-61,"1"0"62,-1 0 0,1 0-17,-1 0 1,0 0-210,1 0 0,3-4-196,1 0 0,-1-2 208,-3 2 0,1 1 213,2-5 0,-2 5 0,2-1 0,-2-1 0,-1 0 0,3 1 4,1 4 1,-1 0 52,-3 0 1,-5 0 74,0 0 1,-4 0 608,5 0 196,-1 0-617,-1 6 0,-2-3-729,-5 5 358,6-5 0,-3 4 51,5-3 0,0-3 0,5 5 0</inkml:trace>
  <inkml:trace contextRef="#ctx0" brushRef="#br1">20953 18455 7783,'-13'0'0,"5"-4"458,0-1-49,-1-4 732,-3 7-176,5-3-450,2 5 1,10 4-225,3 0 0,5 6-62,3-2 0,2-1-212,3 1 1,2-4 137,-2 5 0,3-7-926,0 3 1,1-4 466,0-1 1,-6 0 303,-2 0 0,2 0 0,0 0 0</inkml:trace>
  <inkml:trace contextRef="#ctx0" brushRef="#br1">21040 18504 7783,'-13'2'172,"1"2"1,3-1 335,1 5 1,4-4 41,-4 4 0,5 1-149,-1 3 0,1 2-213,-1 2 1,3-1 16,-4 6 0,4-2-92,1 2-1,0 2-50,0-2 0,0 3-118,0 0 1,1 1-164,4 0 1,1-4 152,7-1 1,-1-6-305,1-2 0,5 0 183,2-8 1,0 4-148,0-4 0,1 0 46,4-4 0,0 0-1515,-1 0 1803,1 0 0,0-5 0,0-2 0</inkml:trace>
  <inkml:trace contextRef="#ctx0" brushRef="#br1">21499 18517 7783,'0'-7'504,"-6"-4"1,3 9 400,-5-2-580,5 3 1,-2 2 228,5 3 1,1 3-188,3 6 0,4-2-342,9-3 0,-2 3 78,6-3 0,0 2-528,3-2 1,0-2-121,-4-6 0,4 0-498,-3 0 1,1 0 456,-2 0 1,-2-2 585,-5-2 0,-1-3 0,0-5 0</inkml:trace>
  <inkml:trace contextRef="#ctx0" brushRef="#br1">21610 18566 7542,'-5'13'-602,"2"-5"1146,-5 0 1,5 1-127,-1 3 0,1 2 35,-1 2 0,2 4-100,-2 4 1,-1 3-263,1 1 0,-5-1-86,5 2 1,0-3-234,4-1 1,0-2-795,0-2 0,0-3 581,0-6 1,6-1-411,2-3 851,3-2 0,1-6 0,1 0 0</inkml:trace>
  <inkml:trace contextRef="#ctx0" brushRef="#br1">21610 18814 7783,'-12'0'851,"5"0"-634,1-5 1,12 3 272,2-2 0,9 3-261,3 1 1,4-4-371,1 0 0,-1-2-730,1 2 0,0 1 540,0-5 0,0 4-753,-1-4 1084,1-1 0,-5-3 0,-3 0 0</inkml:trace>
  <inkml:trace contextRef="#ctx0" brushRef="#br1">22057 18542 7783,'0'-7'2357,"0"1"-1958,0 17 0,0-3 30,0 9 1,0-2-167,0 2 1,0-2-186,0 5 1,0 1 92,0 4 0,0 0-494,0 0 1,-6-5 165,-2 1 1,-4 0-76,-5 3 0,3-4-161,-2-4 1,-2-3-443,1-5 1,1-3 368,3-5 0,5 0 115,0 0 1,5-5 315,-1-3 1,2-3-33,2-2 0,0 1 298,0-1 0,0 1-61,0 0 1,6 1 102,2 2 1,-1 0 280,1 4 0,1 1-219,3 4 1,5 0-210,-1 0 0,2 6 42,-1 2 0,-4-1-234,4 1 0,2 1 74,2 3 0,-3-1-622,-2-3 0,2 3-73,-1-2 0,4 2 687,-5 1 0,1 0 0,-5 1 0</inkml:trace>
  <inkml:trace contextRef="#ctx0" brushRef="#br1">21883 18628 8210,'-7'2'981,"3"2"-719,-3 3 0,4 7-138,-5 2 1,4-1-107,-4 6 1,5-5-37,-1 5 1,2 0-192,2 4 0,0 1-46,0 3 1,0-5 137,0 1 0,2 0-449,2-4 1,3-2 231,5 2 0,1-6-433,-1 1 767,0-2 0,12-1 0,0-2 0</inkml:trace>
  <inkml:trace contextRef="#ctx0" brushRef="#br1">22379 18765 7783,'9'0'-365,"-1"0"0,-4 0 1356,4 0-566,-5 0 0,4 0 150,-3 0 0,-3 5-181,4 4 1,-4 2-304,-1 1 1,-1 4 66,-4 1 1,4 4-143,-3-5 0,3 5-225,1-5 0,0 5-904,0-4 206,0-1-67,0-3 1,1-7 973,3-1 0,3-4 0,5-1 0</inkml:trace>
  <inkml:trace contextRef="#ctx0" brushRef="#br1">22615 18591 8699,'12'7'1821,"1"4"-1506,-1-3 0,1-1-110,-1 1 0,0 1 87,1 3 1,2 5-89,-3-1 1,2 1-261,-10-5 0,5 5 12,-5-1 0,0 5-33,-4-5 0,-3 6-170,-5-1 1,0-2-389,-9 2 1,-1-2-150,2 2 1,-6 1 302,1-5 0,2-1-254,-2-3 0,6-5 735,-2 0 0,3-5 0,2 2 0,0-5 0</inkml:trace>
  <inkml:trace contextRef="#ctx0" brushRef="#br1">23074 18666 7783,'0'-13'829,"0"1"1,1 5-41,4 3 1,-3 2-519,7 2 0,-5 6-66,4 2 0,-1 3-968,1 2 1,2 0 480,-6 4 1,1-3-366,0 2 0,-3-2 337,7-2 0,-7 1 310,2-1 0,3 1 0,0-1 0</inkml:trace>
  <inkml:trace contextRef="#ctx0" brushRef="#br1">23099 18889 7783,'0'12'-391,"0"1"595,0-1 380,0 0 0,1-5-199,3-3 1,3 2-152,6-2 0,5-4-839,2-4 1,4-7 375,0-2 1,1-3 228,0-5 0,5-8 0,2 3 0</inkml:trace>
  <inkml:trace contextRef="#ctx0" brushRef="#br1">23347 18703 7783,'4'8'285,"0"0"0,2-4-6,-2 5 0,3-7-31,5 3 0,2-3 130,2 2 0,0-2 187,4 2 1,2-3-770,7-1 0,-3-5 190,3-3 1,-4 1-780,-4-2 1,-3 3 518,-6-3 0,1 0-1628,-1 4 1902,-5-4 0,-7 2 0,-7-5 0</inkml:trace>
  <inkml:trace contextRef="#ctx0" brushRef="#br1">23483 18740 7783,'-1'19'0,"-3"-2"0,1 1 63,-5-2 0,5 5 267,-1-5 0,-2 5 200,2-4 0,0 5-186,4-2 0,-4 0 52,0 0 1,0-5-301,4 2 0,0-3 81,0-2 0,0-4-857,0 1 1,1-7 512,3 3 0</inkml:trace>
  <inkml:trace contextRef="#ctx0" brushRef="#br1">23453 19049 6922,'4'-5'-673,"2"-6"673,-2-5 0,5-1 0,-2 5 0</inkml:trace>
  <inkml:trace contextRef="#ctx0" brushRef="#br1">23483 18914 7783,'0'12'339,"0"0"0,0-3-96,0-1 1,6-5-160,2 1 0,5-3-180,3-1 0,3-1-402,6-3 1,4-7 187,0-6 310,6-5 0,-4 3 0,6-6 0</inkml:trace>
  <inkml:trace contextRef="#ctx0" brushRef="#br1">23905 18653 7783,'8'0'651,"1"0"-105,-7 0 0,5 0 205,-3 0 23,-2 0-528,9 0 0,-8-4-189,5 0 98,0 0 0,5 4-87,-1 0 0,2-2 20,2-2 0,-2 3-101,3-3 1,1 1-85,-2-1 1,1 2 47,-5-2 0,0 3 111,1 1 0,-1 0-17,1 0 0,-5 4 35,0 0 1,-5 6-11,1-2 0,2 3-66,-2 2 1,0-1 33,-4 0 1,1 2-76,3 3 0,-2-4 110,2 4 1,-3 2-28,-1 2 0,2 2-119,2 2 0,-3-4 56,3 0 0,-2-1-104,-2 5 0,0-4 85,0-1 0,0-3-74,0 4 0,-4-5-28,-1 5 0,1-14-19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3498 719 7783,'0'-20'630,"0"-1"1,0 6 474,0-2-526,-5-2 1,-2 5-197,-5-2 0,-1 7-179,1 5 1,-6 4 51,-3 4 0,-2 5 103,-2 7-254,0 4 0,0 6 51,0 3 1,-4 2 11,1 7 0,1 0-68,3 3 0,7-2-72,-4 2 0,6-6 188,3-2-272,5-6 1,1 2 72,6-8 0,6-3-24,2-6 1,9 1 0,5-1 75,5 1 1,1-5-265,5 0 0,0-1 13,4 1 1,0 3 70,1-2 0,-7-3 232,-2 3 1,-2-1-93,-3 4 0,-4 1 116,-4-1 1,-6 1-82,-2-1 1,-5 0 131,1 1 0,-4 3-4,-4 1 0,-3-2-107,-5-7 1,-1 3-148,1-2 1,-1 2 92,1 1 0,-2-4-714,-2 1 0,2-5 343,-3 4 1,3-5-626,2 1 0,0-3-205,-1-1 1,2-1 0,2-2 406,0-1 0,5-10 763,-4 2 0,5-9 0,-2 2 0</inkml:trace>
  <inkml:trace contextRef="#ctx0" brushRef="#br0">3746 1091 7783,'7'13'276,"3"3"1,-6 1 388,-1-2 0,-2 3 189,-1-2 1,0 2 1274,0-1-1832,6-3 1,-5 8-1,5-6 101,-1-1-452,2-1 1,5-7-182,1-3 0,5-2 4,2-2 0,4-6-193,1-2 1,0-9 267,-1-3 0,-3 0-296,0 0 0,-8 3 42,0-4-72,-1 6 554,-10-3 0,-2 7-68,-9 3 1,-7 3-24,-5 5 1,-4 0-1,-2 0-55,-2 0 1,-4 0-10,4 0 1,-4 0-587,4 0 0,0 4 280,4 0 1,2 6-952,2-2 1340,-3 8 0,5 4 0,-6 4 0</inkml:trace>
  <inkml:trace contextRef="#ctx0" brushRef="#br0">5198 1191 7783,'8'0'649,"0"0"1,-3 0 54,3 0-111,-5 5 0,8 1 320,-3 2 1,2 7-467,-2-3 1,1 11 251,-4 1-650,-1 7 0,-4 6 155,0 0 1,-6-1-760,-2-3 0,-2-1 1,1-6 412,0-1 0,2-7-1052,-1-10 1,1-7 521,3-1 1,3-8-1268,-3-13 1939,2 1 0,8-16 0,1 4 0</inkml:trace>
  <inkml:trace contextRef="#ctx0" brushRef="#br0">5185 1054 7783,'-6'-12'1238,"0"4"-362,6-1 29,0 1 0,6-4-512,2-1 0,4 6 0,5 3-193,3 3 0,4 1-359,1 0 0,4 0-512,0 0 1,4 1-2377,-4 3 3047,0 3 0,-5 11 0,1 1 0</inkml:trace>
  <inkml:trace contextRef="#ctx0" brushRef="#br0">5520 1315 7783,'0'12'507,"0"0"0,2-1 703,2-2 0,3 0-545,5-4 0,2-1 442,3-4 0,2-2-531,6-2 1,5-3-734,3-5 1,-1-5-369,1 1 0,-1-5 426,1 5 1,-3-5-1722,-5 4 0,0-1 1027,-1 2 0,-6 2 793,-5-2 0,-1-4 0,-5 1 0</inkml:trace>
  <inkml:trace contextRef="#ctx0" brushRef="#br0">5818 893 7783,'-15'-11'509,"3"3"1,2 2 82,-3 6-101,1 0 1,1 3 0,1 5-27,2 9 0,1 10 499,-1 6-580,-3 3 0,5 6 309,-2-1 0,3 7-264,5 2 1,0 1-283,0 7 1,1-2-559,3 2 0,-1 0 307,5-9 1,-1 2-1059,1-9 1,5-8 770,-1-9 1,2-11 0,7-10-753,1-3 0,1-2 234,2-3 1,4-9 908,0-7 0,3-4 0,1 0 0,5-1 0</inkml:trace>
  <inkml:trace contextRef="#ctx0" brushRef="#br0">7753 1129 7937,'0'-13'531,"0"-3"162,0-1 1,0 1 866,0 3-557,0 1-815,0 5 1,-1 1 31,-3 6 0,-3 6-152,-5 2 1,-2 7-30,-3 2 0,2 5-123,-6-1 0,5 2-53,-5 2 0,6 0 82,-2-1 1,5-4-81,4-4 0,2 2-15,6-1 94,0-1 1,2 1-1,3-1 41,8-1 42,4-1 1,4-4 3,0 2 1,0-6 29,3 6 1,0-6 11,-4 2 1,2 0 277,-5 5-324,0-6 0,-11 4-33,-1-3 1,-4 4 0,-2 3 33,-4 2 0,-1-1-100,-7-3 1,-3-2-361,-1-3 261,-5 3 1,8-8-163,-2 5 0,2-5 114,2 1 1,-1-4-563,1-4 1,3-3 0,3-5 110,0-1 0,3 0-431,7-4 1101,-2-2 0,14-6 0,-2 0 0</inkml:trace>
  <inkml:trace contextRef="#ctx0" brushRef="#br0">7902 1203 7937,'13'0'1106,"-1"0"-412,-5 0 0,3 1 1191,-6 4-1250,5 7 0,-7 3 293,2 6 1,-3-1-781,-1 5 1,0 0 35,0 0 1,0 0-427,0-1 0,0-4 234,0-4-535,6-7 0,5-4 447,5-5 1,2-5-1174,-1-4 1,1-7 380,2-5 1,4-6 330,-4-2 0,0-4 504,0 4 1,-4 0-74,0 4 0,-3 0 650,-5 0 1,-3 6-295,-5 2 531,0 9-546,0 3 0,-5 12 479,-3 5 0,-2 6-89,2 7 1,-3 4-79,2 0 1,4-1-457,1-3 0,2 0 49,2 0 1,0 0-1263,0-1 0,0-3 802,0 0 1,2-6-1,2 2-728,4-4 0,5-6 1068,3-3 0,-2-8 0,4-3 0</inkml:trace>
  <inkml:trace contextRef="#ctx0" brushRef="#br0">8436 1265 7937,'-2'12'723,"-2"1"1,3-1-370,-3 1 1,4-1 1764,4 0 0,1-3-1033,4-1 1,6-1-656,-3 1 1,10-4-101,3-8-1219,0-3 0,12-7 318,0-2 0,0-3 0,6-8-1710,0-1 1,-5-3 2279,4-2 0,-4-3 0,0 5 0</inkml:trace>
  <inkml:trace contextRef="#ctx0" brushRef="#br0">8733 905 7937,'-8'2'556,"0"2"-275,0-3 1,1 10 0,1-1 740,1 5 1,2 4 76,-5 6 0,5 7-123,-1 5-722,2 6 1,2 8 0,0 3 47,0 3 1,0 5 27,0 5-387,0 1 0,-2-31 0,-1 0 203,-1-2 1,0 0 0,-7 27 42,-2-8 1,1-5 0,-1-3 104,1-5 0,1-13-4757,3-8 2008,-3-5 1173,9-8 0,-3-7 657,5-8 0,0-10-43,0-7 1,0-5 667,0-7 0,0 0 0,0-1 0</inkml:trace>
  <inkml:trace contextRef="#ctx0" brushRef="#br0">8870 1364 7937,'14'4'886,"2"1"1,-1 3-354,6-4 0,-6 4 855,2-4 1,1 5 441,-2-5-1436,1 5 0,-1-7 1,2 2-348,1-3 0,-2-6 56,4-4-717,-1-7 0,4 1-1890,-4-6 2226,4 0 0,-9-3-3162,6-1 3440,-6-5 0,3-2 0,-6-5 0</inkml:trace>
  <inkml:trace contextRef="#ctx0" brushRef="#br0">9118 893 7937,'-6'12'693,"1"-3"0,-3 0-29,4 5 1,-2 0-260,2 7 0,0 5 661,4 7 1,0 3-472,0 1 0,0 10 64,0 2 1,-2 15-627,-2 2 0,-3 1 76,2-32 1,-2 1 0,0-1 0,0 0-226,-1 2 0,0 0 1,0-1-1,0-1 117,-2 0 0,0 0 0,-5 23-907,-2-5 1,3-7 656,2-9 0,5 0-2841,3 1 2186,2-12 0,8-8-350,2-14 0,7-19 178,2-10 1076,5-14 0,-3-10 0,6-8 0</inkml:trace>
  <inkml:trace contextRef="#ctx0" brushRef="#br0">9354 1377 7937,'0'8'934,"0"0"0,0-4 0,0 6-34,0 4 1,0 0-257,0 6 1,0 1 84,0 4 1,0-5-599,0 1 1,0 0-434,0 4 0,0-5 0,0-1-1411,0-1 1,0-1 355,0-5 1357,0-5 0,-6-1 0,-1-6 0</inkml:trace>
  <inkml:trace contextRef="#ctx0" brushRef="#br0">9366 1240 9683,'12'-5'3537,"1"3"-2891,-1-2 0,1 1-229,-1-1 1,2 3-512,2-3 0,2 2-525,3 2 0,1 0-3134,-5 0 3753,-1 6 0,2 1 0,1 5 0</inkml:trace>
  <inkml:trace contextRef="#ctx0" brushRef="#br0">9924 1265 7727,'-18'0'0,"-2"0"0,0 0 1666,0 0 0,0 0-633,0 0 0,-4 11-301,4 6 0,0 6 219,0 6 1,0 3-452,0 5 0,3 0-48,9 0 1,2 0-97,6 1 1,2-2-800,2-3 1,4-9 352,9-7 1,2-5-754,6-3 0,0-4-17,-1-5 1,1-1-444,0-3 0,0-3 235,0-6 1,-2 2 543,-2 3 0,1-3 524,-6 3 0,6-3 0,-2-2 0</inkml:trace>
  <inkml:trace contextRef="#ctx0" brushRef="#br0">10135 1414 9378,'-11'12'843,"3"1"1,2-5 798,6 0-1151,0 0 0,2 4-241,2-4 0,3-1-40,5-3 0,6-3-39,3 3 0,2-8 39,2-4 0,0-3-908,0-2 1,1-3 22,3-1 0,-4-3-377,-1 3 1,0-1 432,-8 2 1,0 2-209,-8-3 873,-3 4 1,-10 2-73,-3 2 0,-13 4 9,-4 5 0,-8 7-85,0 5 1,-3 6 636,-1 7 0,1 1 77,3 3 0,3 3 304,5 5 1,1 1-665,4 4 1,7-5-48,9 0 0,4-1-413,4-7 1,10-6 209,11-6 1,1-9-549,7-4 0,0-8 163,4-4 383,1-3 0,4-7 0,2-1 0</inkml:trace>
  <inkml:trace contextRef="#ctx0" brushRef="#br0">11798 1339 7684,'20'-12'1122,"1"0"0,-3 3-588,7 1 0,-1 5-163,14-1 0,-1 3 331,12 1 0,-2 0-260,7 0 1,-7 0-870,-2 0 1,-3-2 326,3-2 0,-5-3-1043,2-5 0,-5-4 208,-4-1 0,-1-5-1191,-3 1 2126,-9 3 0,9-5 0,-10 4 0</inkml:trace>
  <inkml:trace contextRef="#ctx0" brushRef="#br0">12405 843 7684,'-12'-19'874,"0"3"-492,-1 7 0,1 5-14,-1 8 1,2 10-120,3 11 0,-3 11 808,3 9 0,-7 9-468,-2 4 1,1-2-204,3 2 0,5 0 25,0 4 1,1-4-970,-2 0 1,4-13-188,5-3 1,1-7-438,3-10 1,5-3 844,7-9 0,5-8-173,8-5 510,-3-11 0,10-14 0,-4-6 0</inkml:trace>
  <inkml:trace contextRef="#ctx0" brushRef="#br0">12691 1265 7684,'0'19'1536,"0"3"-1061,0-5 0,0 5 111,0-1 0,0 6-223,0 2 0,4-4 480,0-4 0,6-8-327,-2 0 1,8-6-218,5-7 1,4-9-571,4-7 1,3-6 256,5-15 1,-1 2-381,-3-6 0,-3 4 320,-5 4 0,-7 2-993,-6 6 725,1 1 1,-19 6-28,-2 5 0,-13 6 107,-8 7 0,-9 5 255,0-1 0,-2 4-284,3-4 0,0 6 117,0-2 1,1 2-994,3-2 1,0 7 78,8-3 1088,-3 9 0,9 4 0,-6 7 0</inkml:trace>
  <inkml:trace contextRef="#ctx0" brushRef="#br0">14427 1091 7684,'-41'0'686,"0"0"0,5 0-221,7 0 1,8 0 309,5 0 1,2 0-70,2 0 1,3 0-314,1 0 0,5 6-232,-1 2 0,4 5 46,4 3 0,5-1-170,7 6 1,-1-5 117,6 5 0,4-4-49,4 3 1,5-4 88,-1 0 0,3-6-144,1-2 0,0-5-194,1 1 1,-5-3 101,0-1 1,-7 4-9,-1 1 0,-2-1 195,-6-4-225,-6 5 0,-17 2 64,-10 5 1,-9 5-171,-8 0 0,-2 3 50,-10-3 1,5 3-732,-1-3 1,3-6-74,5-7 0,4-3-336,9-1 1,7-12-280,9-9 1554,3-8 0,1-19 0,0-3 0</inkml:trace>
  <inkml:trace contextRef="#ctx0" brushRef="#br0">14787 707 7684,'13'0'0,"-5"0"1200,0 0 0,0 0-507,5 0 1,-5 3 189,0 5 1,-5 3-403,1 14 0,-2 0 518,-2 12 1,-6-1-420,-2 9 0,-9 5-171,-3 3 1,-2 3-256,1-3 0,-1-3 41,5 0 0,-2-6-1929,7-7 0,-2-7 224,10-5 894,0-6 0,9-13 115,3-6 1,9-11-195,4-10 1,6-2 356,2-2 1,0 1 130,-4 4 0,0 2 767,-1 5 0,-4 7-459,-4 1 1,-2 4 880,-2 1 1,-3 6-485,-1 2 0,-5 3 740,1 1 1,-3 2-558,-1 3 0,0-2-214,0 5 1,-1-4-188,-3 0 1,2-2-191,-2-2 0,3-3-1972,1-1 1239,0-5-1334,0 2 1,5-5 902,4 0 0,6-5-510,1-4 0,6-7 1033,-1-5 0,4-2 551,4-2 0,-3 0 0,3 0 0,0 6 0,-4 2 250,2 4 1,-13 6 278,3 3 0,-8 2 198,0 2 0,-7 7 0,2 4 755,-2 4 1,-2 6 130,0-4 0,-2 3-726,-2-3 1,3 1-277,-3-2 1,2-6-306,2 2 0,2-8-99,2 0 1,3-4-625,5-4 0,6-4 331,3-8 1,1-4-922,-1-5 1,2 1 507,-2-1 0,-3 4-642,-2 0 0,-8 6 479,-3-1 0,-4 2 300,-1 2 0,-3 3 303,-5 1 0,-6 5-104,-11-1 1,-1 3 648,-3 1 1,3 1-375,-3 3 0,3 3 436,1 6 1,0-1-201,0 0 1,6 1-566,3-1 1,3 5 201,5-1 1,2 1-1549,6-5 0,0 1 391,0-1 0,11-1 121,6-3 1,5-2 1050,3-6 0,5-6 0,2-1 0</inkml:trace>
  <inkml:trace contextRef="#ctx0" brushRef="#br0">15581 1091 7684,'19'-6'767,"-1"-4"181,-5 6 0,-1 0 161,1 4 1,-5 5-517,0 3 1,-5 9 550,1 4 1,-3 3-541,-1 5 0,0-2 22,0 1 1,0-1-251,0-3 0,2-4-662,2-4 0,3-7 247,5-5 0,6-3-326,3-1 0,2-11-237,2-6 0,0-5 457,0-2 0,-1-1-221,1 0 0,-5 2 57,-4 2 0,-3 3-324,-5 6 349,3 5 1,-10 7 427,3 8 0,-8 10 74,-4 7 1,-2 0 234,2 3 1,-2-1 295,6-3 1,0 0 52,4-3-435,0-4 0,6-10-41,2-3 1,4-5-698,5-7 1,-2-6 282,6-11 1,-1-1-106,5-3 0,0 2 154,0-7 1,-5 7-1518,1-2 1,-6 3-1765,2 1 3320,-9 0 0,3 0 0,-4 1 0</inkml:trace>
  <inkml:trace contextRef="#ctx0" brushRef="#br0">17268 1067 7684,'2'-7'733,"2"3"1,3-2-7,5 2 1,7 1 159,6 7 1,17 7-312,11 6 1,7-1-634,2-3 0,4-2-158,0-3 1,-1-2 229,-7-6 0,5-11-1192,-5-6 0,-2-6 405,-10-6 772,-3-9 0,-12-6 0,0-5 0</inkml:trace>
  <inkml:trace contextRef="#ctx0" brushRef="#br0">18025 521 7684,'-25'19'296,"0"-2"1,5 8 468,-1 3 0,0 18 504,-3 8 0,0 8-1364,14-27 0,-1 0 0,0 0 0,-1 0 206,1 4 0,1 1 0,1-2 1,0 0 26,1-1 0,0 0 0,-5 25-461,5-8 1,5-14 212,12-11 0,4-14-700,12-7 0,6-9 143,2-12 0,8-7-350,5-18 0,3-4 248,-22 19 1,0 0 0,20-25 768,2-2 0,-7 1 0,-1-1 0,-1-1 0,1-3 0,-3-1 0,-1-3 0,-5-4 0,-8 0 0,0-1-83,-14 28 1,0 0 0,8-24 596,-5 1 0,-6 16 2587,-3 9-1817,-3 17 1,-1 12-600,0 16 1,-4 13-184,0 12 0,-6 6-147,2 6 1,-4 1 66,-5 0 0,3 3-234,-2 1 0,1 5 7,-2-1 1,3 3-174,-2 1 1,-2-4-383,1 0 0,5-7-310,4-2 1,5-12 359,-1-12 0,8-11-239,4-10 1,9-9 203,3-8 1,4-10 18,1-10 0,4 1 15,-1-1 0,6 1 423,-6-1 0,-3 8 36,-4 9 449,-6 7 0,2 5 146,-9 8 1,-3 6-144,-5 11-322,0-1 0,-5 12 0,-2-4 198,0 1 1,2-2-346,5-6 1,0 1 69,0-6 1,2 0-369,7-8 0,0-3-268,12-5 1,0-5-558,3-3 1,5-9-181,0-4 0,4 2 531,-4-2 0,0 6 504,-4-1 0,-6 2-160,-2 2 463,-3 5 0,-7 7-205,-3 8 1,-3 9 925,-1 3 0,0 4-158,0 0 0,0 1 163,0 0 0,0-2-423,0-2 0,0-3-153,0-6 1,7-5-583,5-3 1,6-4 218,7-4 0,6-5-880,2-12 1,4-5 537,4-11 1,-1-1-927,6 1 1,-5-4 627,4 0 1,-5-6 287,2 1 1,-1-10 374,-4-2 1,-19 27-1,-1 0-130,8-23 0,-6 6 961,-3 6-648,-7 20 894,-4 6 1,-5 27-446,0 5 1,-5 12 52,-4 5 0,3 7-24,-3 1 0,2 8 143,-1 0 0,3 1-178,5 4 1,1-3-155,3-2 0,-1 1-983,5-1 1,-5 0 373,1-4 0,-3-6-892,-1-6 1,-5-6 470,-3 2 0,-9-8-1329,-4-5 0,-2-7 775,-2-5 0,0-4 533,1-4 0,3-5 603,0-7 0,6-6 145,-1-11 0,3-2-145,5-10 0,2 9 0,6-1 0,6 9 0,2 4 0,9 0 0,3 8 0,5-4 1586,4 8 0,4-6-271,9 10 1,2-6-310,5 6 1,2-2-2517,3 2 0,-3 2 497,3 6 1013,-3 0 0,1 0 0,3 3 0,3 5 0,0 6 0</inkml:trace>
  <inkml:trace contextRef="#ctx0" brushRef="#br0">6178 2679 7720,'-13'0'258,"5"0"1,0 0 217,-2 0 0,5-1 747,1-4-348,2 4-18,2-4 0,6 5-392,2 0 0,13-5-159,4 1 1,12 0-334,0 4 1,3 0-338,-3 0 0,4 0 412,1 0-1258,-1 0 1,-4 0 116,1 0 1,-3 0 1092,-1 0 0,-4 0 0,-5 0 0</inkml:trace>
  <inkml:trace contextRef="#ctx0" brushRef="#br0">6327 2729 7720,'-13'12'659,"-3"2"-324,-1 2 0,1-1 34,3 6 1,1-4 102,-1 3 0,5 2-125,0 7 1,5-3 129,-1 3 0,-1 3-99,0 1 1,1-1-192,4 1 0,0 0-66,0 4 1,0 0-104,0 1 0,6-5-103,2 0 1,3-6 146,1 2 1,1-4 0,1-3-8,2-1 0,-1-6-79,6 1 1,0-6-505,4-2 1,5-5-218,3 1 1,3-2-442,1-2 1,6 0-678,2 0 1622,3-6 1,2-6 0,0-8-1</inkml:trace>
  <inkml:trace contextRef="#ctx0" brushRef="#br0">7096 2791 7897,'-13'-6'443,"-3"3"467,-1-5 1,1 1 109,3-1 639,1-3-1138,5 9 0,13-3 258,10 5 1,12 1-321,5 3 0,4-1-115,4 5 0,2-5-498,3 1 0,-4 2-441,-4-2 1,0 0-1122,4-4 1,-5 0 948,0 0 0,-5-4-1795,-8 0 2562,-4 0 0,-2-2 0,-6-1 0</inkml:trace>
  <inkml:trace contextRef="#ctx0" brushRef="#br0">7319 2766 7720,'-25'14'511,"1"2"0,3-1-204,0 6 0,10-3 72,-1 7 0,3-1 119,1 14 0,3-3 0,5 11 1151,0 1-1327,0 1 1,0 2-293,0-1 0,0 4-396,0-4 0,0-3-12,0-13 0,1-3-413,3-5 0,-1-7-138,5-6-361,-5 1 1290,8-12 0,-4-1 0,5-7 0</inkml:trace>
  <inkml:trace contextRef="#ctx0" brushRef="#br0">7220 3187 7720,'0'-6'813,"0"-1"421,0 2-124,0 4 0,1-4-468,3 5 0,1 0 42,7 0 1,-1 0-594,10 0 0,5 0-475,7 0 1,3 0-314,1 0 0,0 0-896,0 0 0,1 0 1593,-1 0 0,0 5 0,0 2 0</inkml:trace>
  <inkml:trace contextRef="#ctx0" brushRef="#br0">8039 2791 7720,'7'-25'546,"-2"4"-383,-5 0 1,0 6 1320,0-1-1001,-5 2 0,-2 8 252,-6 6 0,-3 13-272,-1 12 1,-3 6-122,3 11 1,0 3-76,5 9 0,0-3-121,-1 3 1,2 1-71,3-2 0,2-4 123,6-8 0,6-2-974,2-2 0,5-1 443,3-3 0,-1-8-1499,6-9 0,-2-4 28,2-3 1803,-3-4 0,0-10 0,1-2 0</inkml:trace>
  <inkml:trace contextRef="#ctx0" brushRef="#br0">8398 2741 8699,'0'12'2072,"0"1"1,0 1-1565,0 2 0,5 10 236,-1 11 1,0 6-309,-4 7 0,-2 1-71,-2 2 0,-4 0 11,-8 5 1,2-6-966,-3 2 0,-2-13 114,-2-4 0,2-13-107,-2-4 1,6-10-546,-1-6 1,-2-4 534,1-4 0,5-3-174,3-5 1,5-2 300,-4-2 1,5 0 138,-1-4 1,3-1 241,1-4 0,1 5 118,3-1 0,-1 4 196,5-3 0,1 5 247,3-2 0,0 7 602,1 2 0,-1 5-514,1-1 0,3 3 391,1 1 1,-1 1-416,-3 3 0,-1-1-186,0 5 1,5 2-145,-1 7 0,5-4-691,-4 4 1,1-2-309,-2 2 0,-1-2-728,6 5 0,-6-4-276,2 0 0,-8 1 1792,0-5 0,-1 3 0,4-8 0</inkml:trace>
  <inkml:trace contextRef="#ctx0" brushRef="#br0">8597 3287 7720,'7'0'1355,"-2"5"1,-5-2-966,0 5 0,0-4 31,0 5 0,0-1-127,0 4 1,0 2-248,0 3 1,0-2-285,0 5 0,0 0-487,0 0 0,0 2-1836,0-5 2560,0-1 0,0 2 0,0 2 0</inkml:trace>
  <inkml:trace contextRef="#ctx0" brushRef="#br0">8994 3200 11797,'12'0'-585,"1"0"516,-1 0 1,6 0-415,3 0 0,2 0 412,2 0 1,1 0 70,3 0 0,3-6 0,5-1 0</inkml:trace>
  <inkml:trace contextRef="#ctx0" brushRef="#br0">9490 3175 7720,'8'-7'1254,"1"3"0,-2 1-425,1-1 0,3 3-532,-3-3 1,3-2-395,2 2 1,-1 0-916,0 4 1,2-4 621,3 0 1,-2-1-830,6 5 1,-5 0 250,5 0 968,-1-5 0,5 4 0,0-5 0</inkml:trace>
  <inkml:trace contextRef="#ctx0" brushRef="#br0">9949 3125 7720,'6'13'1360,"-5"-1"-457,3 1-285,3-1 0,-1 0-210,2 1 1,3-2-860,-3-3 1,5-2 340,3-6 1,2 0-1266,3 0 1375,2 0 0,2-11 0,7-3 0</inkml:trace>
  <inkml:trace contextRef="#ctx0" brushRef="#br0">10681 2654 8661,'7'13'1539,"-3"-1"1,2 2-825,-2 2 0,0 4 518,-4 4 1,4 7-523,0 2 0,0 7-187,-4 1 1,-1 10-435,-3-1 0,-7 6-218,-6-2 0,-9 0-433,1-5 0,-4-1 425,0-2 1,3-10-486,-3-11 0,3-8 238,1-8 1,0-4-838,1-5 0,3-1-25,0-3 1,10-7 651,-1-6 1,3-5 306,1 1 0,3-2 302,5-2 1,1-4-56,3 0 0,3 0-117,5 5 1,2 4 612,3 4 0,-3 2-375,2 2 1,3 3 1043,2 1 0,-2 5-355,2-1 0,0 4-140,4 4 0,-1 3-837,1 6 1,-4-1 170,0 0 1,-2 5-459,2-1 1,1 2 395,-6-1 1,1-3 96,-5 2 0,0 4 0,1-1 0</inkml:trace>
  <inkml:trace contextRef="#ctx0" brushRef="#br0">11103 3299 7744,'0'-12'68,"1"-1"34,3 1 0,-2 4 1483,2-1-1083,-3 1 0,1-3 244,2 3 1,-2 2-296,7 6 1,-2 2-6,1 2 0,3 4-172,-3 9 1,2-2-167,-2 5 1,2 1-580,-6 4 1,4-5 376,-4 1 0,0-6-817,-4 2 0,0-3 461,0-2 0,0 0-978,0 1 1,-1-6 173,-3-3 1254,3-3 0,-16-1 0,3 0 0</inkml:trace>
  <inkml:trace contextRef="#ctx0" brushRef="#br0">11152 3175 7744,'6'-7'1861,"-3"-3"-814,5 6 1,-4-1-529,4 1 0,-3 2-398,3-2 1,0 1 54,4-1 0,2 2-1066,3-7 1,-2 5 547,6-4 0,-2 1 342,2-1 0,2-3 0,-4 4 0</inkml:trace>
  <inkml:trace contextRef="#ctx0" brushRef="#br0">11661 2716 11755,'0'-7'2936,"4"3"-2430,0 8 1,6 3-3,-2 6 1,5 4-119,3 4 1,-1 3-131,6 0 1,-4 7-250,3 2 0,1 3 62,4 1 1,-6 0-571,-2 0 1,-5 2 394,-4 2 1,-2-2-437,-6 2 0,-10-2 183,-2-2 0,-9-5-700,0-4 0,-2 1 188,-2-4 1,-4 1 3,0-9 1,0-5 121,4-3 1,-3-3 744,-1 3 0,0-4 0,4-5 0</inkml:trace>
  <inkml:trace contextRef="#ctx0" brushRef="#br0">12443 2977 7744,'4'-9'709,"0"1"0,1 5 204,0-1 0,1 3-267,7 1 1,-1 0-262,1 0 1,0 0-764,4 0 1,-3 5 289,2 4 1,2-3-1696,-1 3 1,-2-1 249,-7 4 1533,3 1 0,-4-1 0,5 1 0</inkml:trace>
  <inkml:trace contextRef="#ctx0" brushRef="#br0">12517 3187 7744,'-4'9'473,"0"-1"-332,0-5 1,4 4 1786,0-3-1335,0-3 1,1 5-199,3-6 0,7 0-1383,6 0 0,5 0 566,-2 0 1,4-2-1327,1-2 1748,5 3 0,-4-10 0,5 4 0</inkml:trace>
  <inkml:trace contextRef="#ctx0" brushRef="#br0">13299 2567 7744,'-7'-7'1850,"1"2"0,12 5-1260,2 0 0,8 0-130,5 0 1,3 4-219,0 0 0,5 0-16,0-4 0,6 0-956,-2 0 0,3 0 512,1 0 1,-4-4-1523,0 0 0,-5-1 123,1 0 1617,-9 4 0,-2-10 0,-5 4 0</inkml:trace>
  <inkml:trace contextRef="#ctx0" brushRef="#br0">13460 2580 7744,'-4'12'-446,"0"0"0,-2 1 1509,2-1 0,3 2-263,-4 3 1,4 3-323,1 9 0,0 3 194,0 5 0,0 2-261,0 2 1,-4-2-206,0 2 0,0 2-5,4-2 0,-2 0-699,-2-3 1,3-7 3,-3-2 1,2-4-405,2-4 1,0-8-899,0-4 1196,0-7 1,4 3 599,0-10 0,1-7 0,-5-7 0</inkml:trace>
  <inkml:trace contextRef="#ctx0" brushRef="#br0">13435 2927 7744,'0'-8'1920,"0"-1"-1132,6 7 1,0-8-321,7 6 1,3-2 95,1 2 1,9 3-302,-1-3 1,8-2-354,0 2 1,3-1-1100,1 0 0,4 4 786,1-3 1,-1 3 429,-4 1-122,1 0 0,-7 0 1,0 0-1</inkml:trace>
  <inkml:trace contextRef="#ctx0" brushRef="#br0">14440 2667 7744,'-7'-12'971,"-5"4"1,-1-1-413,-3 4 1,2 1 158,1 4 0,1 7-254,0 6 1,-4 6-201,4 10 1,-3 7-64,7 5 0,1 6-71,-2-2 1,7 8 70,-2 0 0,2-4 0,2-8 0,7-4-128,5-4 1,2-4 76,7-8 0,4-9-2182,4-8 0,5-2 867,-1-2 1,2-7-835,-2-5 1999,3-6 0,-10-13 0,4 0 0</inkml:trace>
  <inkml:trace contextRef="#ctx0" brushRef="#br0">14961 2555 7744,'12'0'3403,"-1"1"-2534,-2 3 1,-4 9-364,-5 7 0,0 5 332,0 4 1,0 4-344,0 9 1,-1-2-117,-3 5 1,-3-5-126,-6 1 0,1-1-546,-1 2 0,1-4 240,0 4 0,-6-9-675,-3-4 1,0-3 234,-3-1 0,6-7-189,-7-6 0,4-5 196,1-7 1,-3-2-30,7-2 0,-1-8-260,5-9 1,1-2 299,3-2 1,2-5 435,6-3 1,0-3 139,0-1 1,6 1 58,2 3 1,3 2 598,1 7 1,1 6-400,-1 5 0,2 6 59,3 7 0,-2 0-88,5 0 0,1 10 194,4 2 1,-4 8-254,-1-4 1,-3 5-226,3-5 0,-4 5-1285,0-4 0,-2 3 713,-2-3 0,2 1-2360,3-2 2884,-4-2 0,5 9 0,-5-3 0</inkml:trace>
  <inkml:trace contextRef="#ctx0" brushRef="#br0">15159 3014 8780,'-7'0'1723,"2"0"1,5 5-780,0 4 1,0 2-410,0 1 0,0 5-544,0-1 0,0 6 46,0-1 1,4 2-979,0 2 0,0 0 617,-4 0 0,0-5-1365,0 1 1,5-6 188,-1 2 1500,0-4 0,1 0 0,2-1 0</inkml:trace>
  <inkml:trace contextRef="#ctx0" brushRef="#br0">15594 3163 7744,'6'0'1312,"5"0"-852,-2 0 0,-4 1 198,-1 3 1,2-1-242,-2 5 0,0 0-180,-4 5 1,0 1-660,0 2 0,0-1 336,0 6 1,-4-2-407,0 2 1,-6-3 328,2-6 0,1-1-1986,-1-2 1409,5-4 1,-4-5 739,3 0 0,3-5 0,-5-2 0</inkml:trace>
  <inkml:trace contextRef="#ctx0" brushRef="#br0">16040 3001 13671,'13'0'-1659,"4"-1"653,4-3 1,4-2 1005,4-2 0,8-3 0,7 4 0</inkml:trace>
  <inkml:trace contextRef="#ctx0" brushRef="#br0">16698 2964 9804,'0'13'2883,"0"-5"-1758,0 0 430,0-5-1338,0 2 1,5-6-440,3-3 0,5-3-1410,3-5 1,2-1 332,3 1 1299,2-1 0,2-5 0,7-1 0</inkml:trace>
  <inkml:trace contextRef="#ctx0" brushRef="#br0">17417 2394 7715,'6'7'1055,"-5"4"1,9-5-275,-6 7 178,5-1 1,-3 2-430,2 3 1,-1-2 317,-3 5 1,-2 2-319,2 7 1,1 3-250,-1 5 1,1 2-205,-5 2 0,-6 3-157,-2 6 0,-5 0-410,-3-1 0,1-3 405,-6-1 1,0-6-292,-3-2 1,-1-1 114,0-7 0,0-3-564,0-10 0,5 0 233,-1-12 1,0 0-89,-4-4 1,6-2 207,3-2 0,2-7-4,1-5 1,7-6 227,1 1 0,4-2 50,1-2 0,1-4 93,4 0 1,1-4-55,7 4 0,-2 1 437,-3 8 0,3 2-263,-3 5 0,3 2 766,2 3 0,1 3-60,2 5 0,-1 1 243,6 3 1,0 3-743,3 5 0,1 5-24,0-1 1,4 2-1696,0-1 0,4-3 359,-4 2 1138,-6 3 0,1 1 0,-5 5 0</inkml:trace>
  <inkml:trace contextRef="#ctx0" brushRef="#br0">17802 2989 7683,'0'-12'1149,"0"3"-14,0 1-405,0 5 0,0 1-294,0 10 0,0 1-48,0 12 0,1 0-149,3 4 1,-2-1-231,2 1 0,-3 0 60,-1 0 0,0-5-593,0 1 0,1-6-618,4 2-927,-4 2 1001,5-5 1,-5-2 1067,3-8 0,-3-8 0,5-3 0</inkml:trace>
  <inkml:trace contextRef="#ctx0" brushRef="#br0">17864 2915 7683,'-9'-9'2080,"1"1"-886,5 5-632,-2-8 0,6 10-189,3-3 1,5 2-823,7 2 1,-1-4-356,6 0 1,0 0-2083,4 4 2886,-6 0 0,4 0 0,-3 0 0</inkml:trace>
  <inkml:trace contextRef="#ctx0" brushRef="#br0">18062 3150 7683,'7'7'0,"0"0"2379,-3-3-1026,-2-3 186,9 5 1,-5-6-770,7 0 1,3-1-502,1-4 1,1 3-579,-2-7 0,4 1-659,4-4 1,1-1-1086,0 1 1,1 1 1106,3 3 0,-3-3 946,3 2 0,-2-2 0,-3-1 0</inkml:trace>
  <inkml:trace contextRef="#ctx0" brushRef="#br0">18558 2803 7683,'7'0'2341,"0"0"-1685,-3 0 0,-2 1-354,2 3 0,-3-1 152,-1 5 1,0 1 296,0 3 0,0 2-357,0 2 1,0 4-201,0 5 1,0 3-674,0 1 0,0 2 395,0-2 0,0-3-988,0 3 1,2-3 584,2-1 0,3-5-1289,5 1 1776,-5-6 0,4 3 0,-4-5 0</inkml:trace>
  <inkml:trace contextRef="#ctx0" brushRef="#br0">18980 2418 7683,'13'-12'0,"-6"4"558,-3 0-307,3-1 0,-1-3 372,7-1 0,-5 7-16,0 1 0,-3 4 153,3 1 1,-4 0-326,4 0 0,-1 3-140,1 5 0,3 2-123,-2 10 0,2 2 35,1 7 0,0 3-310,1 5 1,-1 2 130,1 2 1,-2-1 12,-3 6 0,2-1-402,-6 5 0,0-5 204,-4 1 1,-7-1-970,-5 5 1,-4-5 402,-8 1 1,0-6-557,-9 1 0,4-7 611,-4 0 1,10-12 667,-2-2 0,7-10 0,-3-6 0,-1-3 0,-1-1 0</inkml:trace>
  <inkml:trace contextRef="#ctx0" brushRef="#br0">19551 2406 7683,'-4'-8'0,"0"0"0,-2 3 573,2-3 0,3 4-159,-4-4 1,5 4-181,5-5 0,-1 5-37,8-4 1,-1 0-1,10-5 1,-1 2 10,5 3 1,0-3-2,0 3 0,0-3 2,0-2 0,-1 2-14,1 3 0,-4 1-143,0 3 4,-1 3 0,-1-5 0,-2 6-169,-3 0 0,-2 6-158,1 2 1,-6 8 189,-3 5 1,1 4-75,-1 4 1,0 2 37,-4 7 0,0 4-167,0 4 1,-4 2 66,0 2 0,-1 3 357,1 1 1,1 4-32,-6-4 0,7-2 260,-2-6 0,-2-8 81,2-5 1,-2-5-192,2 1 0,3-7-429,-3-1 0,2-6 128,2 1 0,-1-2 10,-3-2 1,3-3 97,-4-1 1,0-4-404,1 4 1,-6-4 213,2 5 1,-3-7-261,-2 3 1,0-3 120,-4 3 1,-2-4 89,-6 3 0,-4-3-718,0-1 1,-5 0 345,1 0 1,-7 0 543,-2 0 0,-5 0 0,3 0 0</inkml:trace>
  <inkml:trace contextRef="#ctx0" brushRef="#br0">21077 2691 9398,'7'6'728,"0"-3"-775,-3 5 1,-2-3 1072,7 8 1,-5-2-583,4 9 1,-4 1-507,4 4 0,-5 0-174,1 0 1,-2-1 204,-2 1 1,0-1-944,0-4 0,0-2 90,0-5-1140,5-7 2024,-3 0 0,9-12 0,-4 0 0</inkml:trace>
  <inkml:trace contextRef="#ctx0" brushRef="#br0">21139 2468 7683,'0'-12'1907,"0"-1"-1389,0 1 1,5 5-222,4 3 1,7-2-772,5 2 0,4 0 193,4 4 0,4 0-1863,8 0 2144,3-5 0,6 3 0,-1-3 0</inkml:trace>
  <inkml:trace contextRef="#ctx0" brushRef="#br0">21809 2567 7683,'-18'13'0,"-2"0"0,-4 4 0,-1-5 1218,0 1 1,4-1-296,1-4 1,4 4-31,0 0 1,4 0-781,3 1 1,4-1 28,5 1 1,7 3-128,5 1 1,7-1 56,10-3 1,-1-1-3,5 0 1,-1 1 107,1-1 0,1 1-309,-5-1 0,-1-4 39,-8 0 1,-2 1 79,-5 3-62,-1 1 0,-5-1 125,-3 0 0,-8 1-835,-4-1 0,-9 5 392,-3-1 0,-4 1-524,-1-5 1,2 1 358,2-1 1,-1-1-88,6-3 1,-1 3 33,5-2 610,-1-4 0,1 6 0,-1-4 0</inkml:trace>
  <inkml:trace contextRef="#ctx0" brushRef="#br0">22739 2667 7683,'1'-7'1712,"4"2"1,8 3-614,12-2 1,12 1-680,13-5 1,7 3-545,9-3 0,-3-1-791,3-8 0,-4 3 822,-4-2 0,-4-4-1551,-9 0 0,-3 0 241,-9 0 1403,-8-1 0,-2-4 0,-4 0 0</inkml:trace>
  <inkml:trace contextRef="#ctx0" brushRef="#br0">23384 2183 7683,'-18'-13'0,"4"2"723,-2 3 0,2-2-252,2 6 0,-1 2 186,1 6 1,-1 5-115,1 12 1,0 5 14,-1 11 0,5 2-26,0 2 1,5 8-136,-1 4 1,2 11-614,2-2 1,-4 7 410,0-3 0,0 1-435,4-1 0,-1-2 205,-3 2 1,2-8-381,-2-4 0,-1-3 65,0-2 1,-3-2-88,4-6 0,-4-5 39,4-11 1,-2-2 104,2-2 0,-2 1 265,-2-5 1,-3-6-70,3-7 0,-3-3 248,-2-1 1,5-1-254,0-3 0,1-7-421,-1-6 1,2-6-169,6-2 1,0-1-1036,0-7 1726,0-6 0,11-5 0,3-6 0</inkml:trace>
  <inkml:trace contextRef="#ctx0" brushRef="#br0">23521 2654 7683,'19'0'551,"-1"6"1,-2-4 0,1 5 254,-2-1 1,-5 5-355,-2 1 0,-4 2 373,4 7 0,-5-1-346,1 5 0,-2-4-128,-2-1 1,0 0-490,0 0 1,-2 2-444,-2-5 1,3 0-2653,-3-5 1857,2 0 1376,2-5 0,0-1 0,0-6 0</inkml:trace>
  <inkml:trace contextRef="#ctx0" brushRef="#br0">23669 2431 7683,'0'-13'584,"0"1"0,2 1-292,2 3 0,3-2 510,5 6 0,1 0-868,-1 4 1,0 0 35,1 0 1,1 0-1358,2 0 1,-1 4 143,6 0 1243,-6 6 0,3-3 0,-5 5 0</inkml:trace>
  <inkml:trace contextRef="#ctx0" brushRef="#br0">23843 2642 7683,'-5'16'459,"-4"1"0,2 3-188,-1-3 0,5 4 793,-1-5 1,2 5-459,-3-5 0,4 5 220,-3-4 0,3-5 152,1-4-915,5 1 0,2-1-831,5 0 0,1-5 549,-1 1 0,1-8-176,-1-4 1,6-3 258,3-2 0,-2-1-627,2-2 0,-5 2 141,5-2 0,-6-2 483,1 1 0,-2 2-176,-1 7 1251,-1-3 1296,0 9-1730,1-3 1,-6 6 170,-3 3 1,-3-1-220,-1 5 1,0 1-76,0 3 0,0 2-172,0 2 0,0-2-585,0 3 0,0-4 298,0 0 1,0-5-929,0 0 0,0 1-179,0 3 1,0-4-2442,0 0 3628,0 1 0,6-2 0,1-2 0</inkml:trace>
  <inkml:trace contextRef="#ctx0" brushRef="#br0">24389 2753 7683,'0'13'622,"0"-1"0,0-4-206,0 1 1,-1-1 938,-4 4 1,3 1-652,-7-1 1,7 1-299,-2-1 0,-2 0 195,2 1-1732,0-1-609,4 1-1076,0-1 2816,5-5 0,2-2 0,6-5 0</inkml:trace>
  <inkml:trace contextRef="#ctx0" brushRef="#br0">24625 2356 7717,'0'-12'0,"0"4"1994,0 0-784,0-1 155,0-3-491,0-1-117,0 1-1546,0 5 1,1 2 528,3 5 0,-1 0 260,5 0 0,-5 0 0,2 0 0</inkml:trace>
  <inkml:trace contextRef="#ctx0" brushRef="#br0">25146 2170 10915,'7'0'1651,"-2"0"-1265,-5 0 1,-5 6-61,-4 2 1,2 10 221,-1 7 0,0 7-166,-5 9 1,1 9 206,0 7 0,-1 8-733,1 1 0,-1 2 258,1-2 1,5-9-265,3-4 1,3-13 189,1-11 0,1-8-540,3-5 0,7-7 262,6-5 1,-1-3-1330,-3-1 0,-1-5 622,0-4 1,-5-2-462,-2-1 1,-5 0 907,-5-1 1,-7 1 497,-9-1 0,-2 1 0,-2 0 0,0 1 0,0 2 0,-1-2 0,-3 3 0,4-3 0,1-1 0,0-1 1050,8 1 0,-1-1-309,5 1 1,1 4 2157,2-1-1634,4 7 1,6-8-686,3 6 1,9-4-127,8 3 0,3-4-112,5 1 0,3-4-1030,5 0 1,0 0 484,1-1 1,-1 1-577,0-1 1,2 1 472,2 0 1,-7 3 305,4 1 0,-4 5 0,3-2 0</inkml:trace>
  <inkml:trace contextRef="#ctx0" brushRef="#br0">25369 2753 7776,'-6'18'0,"5"-3"0,-3 6 0,3-6 1603,1 2 0,0-3-128,0-2 1,5-4-603,3 0 1,5-5-370,3 1 0,4-4-139,4-4 0,7-3-1650,2-5 1,1-5 818,-1 1 1,-4-5-436,-8 5 0,0-5 437,-9 4 0,-2 5 47,-10 4 0,-11 5 537,-6-1 1,-6 3-142,-6 1 1,-7 6 864,-5 7 1,-6 5-556,1 7 0,-1-1 868,2 1 0,4 4-447,7 0 0,6 5-1002,7 0 0,8 0 188,9-1 0,11-3-286,10-5 1,9-1-216,15-4 1,9-3 339,8-9 0,2-2-4103,2-6 4368,0 0 0,-5 1 0,-3-2 0,-3-5 0,-2-1 0</inkml:trace>
  <inkml:trace contextRef="#ctx0" brushRef="#br0">4726 4539 7700,'-12'-4'319,"0"0"1,1-2 172,2 2 459,-2 3-221,10-5 439,-5 6-707,6 0 1,6 0 55,2 0 1,9 5-160,3-1 0,5 0-4,4-4 0,3 0-139,5 0 0,2 0-56,2 0 0,-1 0-645,6 0 401,-7 0 0,10-2-397,-4-2 1,-1-1 0,0-5 200,-1 2 0,-1 1-667,-5-1 1,-3-2 366,-5 6 0,-1-2-1604,-12 2 1160,-5 3 1024,-5-5 0,-12 12 0,-1 1 0</inkml:trace>
  <inkml:trace contextRef="#ctx0" brushRef="#br0">4652 4688 7698,'-12'0'142,"5"0"0,0 0 804,3 0 279,2 0-926,-3 6 0,10-5 1,4 4-14,2 1 1,8-5-91,6 4 1,5-4 129,7-1 1,2 0-159,2 0 0,2 0-171,2 0 1,2 0-334,-5 0 0,3-1 285,-4-4 1,1 3-854,-5-7 1,-5 5 436,-3-4 1,-9 5-949,-3-1 677,-3 3 738,-7 1 0,-2 0 0,-5 0 0</inkml:trace>
  <inkml:trace contextRef="#ctx0" brushRef="#br0">5359 4291 8263,'-7'-7'1222,"2"-4"1,6 11-642,3 0-379,3 0 0,7 13 1,1-2 382,2 4-438,5 1 1,-3 1-59,6-1 1,0 5-70,-1-4 1,1-1 0,0-3 193,0-1 1,0 0-196,-1 1 0,0-5 4,-3 0 1,-4 1-408,-4 3 0,-6 0-128,-3 1 0,-4 1 277,-4 2 1,-5-1 63,-7 6 1,-3 0 58,-6 3 1,-4 5 187,0 0 1,-4 0-62,4-4 1,-1 0-51,1 0 0,1 0-125,-5-1 0,5 0-133,0-4 1,1-2-511,3-5 1,3-1 453,0 1 0,2-7 0,-2-1-668,5-4 1017,2-1 0,-4-11 0,-1-3 0</inkml:trace>
  <inkml:trace contextRef="#ctx0" brushRef="#br0">4726 4279 7700,'0'-8'629,"0"-1"-35,0 7-211,-5-4 1,-2 12-1,-5 2-156,-1 3 0,-3 7-75,-1 2 1,-4 5-197,5 4 45,-6-3 1,3 10 76,-6-3 1,0 3-187,0 1 0,2 3-470,2-3 503,3 3 1,6-13-23,-1 2 0,6-3 68,3-1 0,3-2 166,1-2 1,5-3 0,5-5 7,5 4 0,0-3 68,6 2 0,0-2-16,4-2 0,1 1-79,3-1 0,-3 1 78,3-1 0,1 0-59,-1 1 0,1-2-171,-1-3 0,-2 3-422,2-3 0,-5-1 308,-3 1 1,2 1-1,-2 2-921,3-3 775,-5 3 1,-1-4 0,-6 4-763,1-3 0,0 3 1056,4-2 0,-3 2 0,4 1 0</inkml:trace>
  <inkml:trace contextRef="#ctx0" brushRef="#br0">7418 3981 8319,'9'-7'-474,"-1"3"0,-4-1 357,4 0 1,1 1 319,3 4 1,-2-4-177,2 0 0,-1 0-4,10 4 0,5 0 132,7 0 0,8 0-99,5 0 0,9 0 40,7 0 0,6 0-288,-31 0 1,0 0 0,1-2 0,0 0 243,1 0 0,0 0 0,0-3 0,0 0-38,2 1 0,0 0 0,0-1 0,0-1-5,0 0 0,0-1 1,0 1-1,0 0-57,-2 0 1,0 0 0,0-1 0,-1 1 48,3 0 1,1 0-1,1 1 1,1 1-88,1 0 0,1 0 0,0 3 0,-1-1 26,-2 0 1,1 0-1,-1 1 1,1 1-30,-1 0 0,0 0 0,2 0 0,0 0 66,-1 0 1,-1 0 0,0 0-1,-1 0 7,-2 0 1,-1 0 0,-1 0-1,0 0-1,1 0 1,0 0 0,1 0 0,-1 0-136,-2 0 1,0 0 0,1 0 0,0 0 342,28 0 0,0-6-137,-4-2 0,0-3-68,0-1 1,-4 1 27,0 2 0,-1-2-242,1 3 1,0-2 48,-9 2 0,2 3 146,-9 5 0,-3-4 52,-5-1 0,0 1-5,-5 4 0,0 0 598,-4 0 1,4 0-496,0 0 1,4-1 282,-4-3 1,4 2-366,-4-2 1,7-1 81,1 1 0,-4-2-46,4 2 0,-7 3-307,3-4 0,-9 0-77,1 1 313,-9 0 0,2 4 0,-5 0 0</inkml:trace>
  <inkml:trace contextRef="#ctx0" brushRef="#br0">13671 3646 8033,'12'0'88,"1"0"0,-1 0 156,0 0 1,2-1 40,3-3 1,1 2-42,2-2 1,8 3-70,-3 1 1,8 0-21,0 0 0,8 0-97,5 0 0,3 4-176,5 0 1,-2 0-109,6-4 0,-3 4 262,7 1 1,-2 3-29,6-4 1,-3 1-8,-1 0 0,4-4 36,1 3 1,-32-3 0,1-1-171,35 0 0,-35 0 1,1 0 25,0 0 0,0 0 0,0 0 1,1 0-7,-1 0 0,0 0 0,3 0 0,1 0-155,3 0 0,-1 0 1,0 0-1,0 0-101,0 0 1,0 0 0,0 0 0,0 0 224,-4 0 1,0 0 0,2 2 0,0 1 28,0-1 0,0 0 0,-4 0 0,0 0 292,2-2 0,0 0 0,-2 0 0,-1 0-133,1 0 1,1 0 0,-1 0-1,1 0 234,2 0 1,-1 0-1,-1 0 1,0 0-177,1 0 1,0 0 0,2-1 0,0 1-92,0-2 0,0-1 0,3 2 0,-1 0-84,3-3 0,-1-1 0,-1 3 0,0 0 74,2-2 1,-1 0-1,2 2 1,-1 1-125,-1-1 1,1 0 0,2 1 0,0 1 44,0 0 1,-1 0 0,-3-2 0,-1 0 203,-1 0 1,-1-1 0,-2 1-1,-1 0-88,-1 2 0,0 0 0,1 0 0,-1 0 249,0 0 0,0 0 1,32 0 138,-3 0 0,-4-4-29,-4 0 1,6 0-270,-6 4 0,1-4 165,-5 0 0,-2-1-456,6 5 1,-3-4 71,-1 0 0,-2 0-131,-10 4 0,-1-4 101,-4 0 1,-1 0-69,-3 4 1,-8-2-452,-9-2 0,-6 3-512,-2-3 1152,-5 2 0,3-3 0,-6-2 0</inkml:trace>
  <inkml:trace contextRef="#ctx0" brushRef="#br0">7245 4601 7910,'5'-12'0,"-2"-1"853,5 1-345,-5 0-236,8-1 1,-8 2 605,5 3 1,-4-2 53,4 6 0,-3-4 570,3 4-1012,-5 0 0,4 5-192,-3 3 1,-3 4 50,3 9 1,-2 2-119,-2 6 1,0 1-109,0 3 0,-2 3-128,-2 5 1,-3 4 101,-5 1 1,-1 2-281,1 1 0,-6-3-26,-3 7 1,2-2-134,-2 3 1,-3-3 200,-5 2 1,0-12 0,4 3-54,0-7 0,4-9 152,1-8 0,0-3-145,0-5-60,2-2 1,5-8 89,1-2 1,0-3-357,-1-5 1,5-2 331,0-3 1,4 2-33,-5-5 0,6-5-1299,-1-4 965,-3 0 1,6 0 182,-3 0 0,3-4 180,1 4 1,0 2 123,0 6 1,0-1 310,0 5-74,0 6 1,1 2 114,3 4 0,3 3 0,5 6 463,1 4 0,-1 0-340,1 5 0,0-4 108,4 8 1,-3 1-130,2-2 1,2 5-91,-1-4 0,5 3-261,-2-3 1,0 3 96,0-3 1,1 5-346,4-1 1,-2-2 154,-2 2 1,1-5-527,-5 5 0,3-6 311,-3 2 0,-1-5-1657,-3-4 1359,-1 3 0,1-5-2586,-1 2 3149,0-2 0,1-6 0,-1 0 0</inkml:trace>
  <inkml:trace contextRef="#ctx0" brushRef="#br0">7927 5159 7910,'0'-7'398,"0"2"71,0-1 0,4 4 345,0-7 54,0 7 1,1-5 245,-1 3-639,5 2 0,-3 2 1,4 10 9,-2 5 0,-1 4-241,1 6 1,-3 1-300,-5 3 0,0-3 109,0 3 0,0-2-852,0-3 1,0-3-469,0 0-474,-5-6 1740,4 3 0,-10-11 0,4-2 0</inkml:trace>
  <inkml:trace contextRef="#ctx0" brushRef="#br0">7952 4874 7910,'8'-8'777,"0"0"0,-3 3 0,3-3 298,1-1 0,2 2-307,2-2-1012,-1 7 0,1-8-721,-1 6 1,6 0 373,3 4 1,-2 0 590,2 0 0,-6 0 0,3 0 0</inkml:trace>
  <inkml:trace contextRef="#ctx0" brushRef="#br0">9763 4899 7910,'0'12'655,"0"-3"-459,0-1 1,0 0-197,0 5 0,0 3 0,0 1 0,0 5 1879,0-2 1,0 4-1037,0 1 0,0-5-886,0 1-271,0 0 1,0 2-1567,0-2 677,0-3 1203,0-6 0,6-5 0,0-2 0</inkml:trace>
  <inkml:trace contextRef="#ctx0" brushRef="#br0">9751 4651 7910,'20'-6'812,"1"-2"1,-4 1-1395,3-1 1,1 4 400,4-4 0,-1 5 181,1-1 0,6 2 0,0 2 0</inkml:trace>
  <inkml:trace contextRef="#ctx0" brushRef="#br0">10210 4763 7910,'-5'8'1237,"1"0"0,-4-4 896,4 4 244,-6-5-1361,9 8-330,-5-4-766,6 6 0,6-1 111,2 0 0,5-3-276,3-1 0,-2 0 238,2 5 0,2-1-124,-1 0 0,1 1-111,-2-1 1,-2 2-264,3 2 1,-4-6 290,0 2 0,-1-2 79,1 3 1,-2-1-178,-3 0 0,-1-1 79,-3-2 0,-3 2-320,4-3 1,-5 2 172,-5-2 1,-1 1-91,-7-4 1,1 3-112,-1-4 0,-3 4-104,-1-4 1,-3 5 684,3-5 0,-11 11 0,2-1 0</inkml:trace>
  <inkml:trace contextRef="#ctx0" brushRef="#br0">11847 4849 7910,'0'-19'0,"-1"-4"355,-3 2 1,-2 3 539,-2 1 0,-3 1-20,3 4 0,-5 2-67,-3 10-403,2 0 0,-4 11 133,5 5 0,1 12-143,0 5 0,1 8 39,2 5 0,0-2-1,5 1 0,-1-6-331,5-2 1,0-2-437,0-10 1,6-5-3,2-12 1,5-2-321,3-6 1,3-7 63,6-5 0,0-10-1352,0-7 1495,0-6 0,-5 4-97,1-7 0,-4 5 278,3 0 0,-6 6 247,-2-2 1,0 7 152,-8 1-252,0 6 1,-4 4 425,0 11 0,-2 7-132,-2 9 1,2 8 679,-7 5 1,6 4 73,-1-4 0,3 4-442,1-4 0,0 0-428,0-5 0,0 0 305,0-4-1384,0 4 0,5-16 615,4 0 0,6-8-1306,1-8 0,7-7 1712,-3-14 0,4-3 0,0-5 0</inkml:trace>
  <inkml:trace contextRef="#ctx0" brushRef="#br0">12319 4229 7910,'6'0'1673,"0"0"-565,-6 0 222,0 0 0,0 6-635,0 2 1,-1 13-17,-4 3 1,4 15-244,-3 2 1,1 13 261,-1 8 1,1 2-889,-1-30 1,0 2-1,2-1 1,0 0 216,-2 2 1,0 1 0,0-2 0,1 1-765,-1-2 0,-1 0 0,-4 30 250,5-12 0,0-4-1360,4-12 0,1-6 808,3-2 1,3-9-1273,5-8 2311,6-5 0,-4-7 0,4 0 0</inkml:trace>
  <inkml:trace contextRef="#ctx0" brushRef="#br0">12802 4800 7910,'-12'-6'2507,"0"3"-1301,-1-5 1,1 5-576,-1-1 0,1 3 139,0 1 1,-5 7-314,0 5 1,-5 7-12,2 10 0,-4 3-93,-1 5 0,2 1-314,2-1 0,3-6-3,6-2 0,5-8 83,3-4-593,3-4 0,8-6 345,5-3 0,3-9-1021,10-8 0,-3-4 526,7-8 0,-2 4-318,2 0 1,-2 2 360,2-2 0,-3-1 351,-1 6 0,-5-1 51,1 5 1,-6 1 51,2 3 1,-4 2 808,0 6-562,-6 0 293,4 6 0,-10 2 0,3 7 60,-2 2-93,-2 5 0,-5-3 0,1 7 126,2 3 0,-4-1-22,2 5 1,-2 0-58,2 4-461,3 0 0,-9 2 1,5 1 157,-2 1 1,0 0-120,-1-3 0,-3-1-74,2 0 0,-2-1 0,-1-3-181,0-4 0,-1-8 130,1-5 0,-1-2-394,1-2 1,-2-5 232,-2-3 0,0-2-427,-4-2 0,-1-2 294,-4-2 0,0 1-542,1-5 0,-1 0 390,0-5 1,0 0 565,0-4 0,-5-2 0,-2-6 0</inkml:trace>
  <inkml:trace contextRef="#ctx0" brushRef="#br0">13150 4862 7910,'0'12'0,"0"1"649,0-1 1,1 2-183,3 2 1,-1 4 420,5 4 1,-4 0-74,5-4 0,-5 4-95,4-3-580,0-4 0,6 0 0,1-9 46,2-4 1,5-5-309,-1-7 1,6-3 165,2-14-231,0 3 1,-4-13-204,0 6 1,-6-4 0,-3 6-267,-2 3 0,-7 5 93,-3 7 0,-4 1 162,-4 2 0,-4 0 419,-9 5 1,-2 1-83,-6 7 0,0 3 215,1 5 1,0 2-115,3 3 0,-1 2 638,6 6 1,-5 1-190,5 3 1,1-2 291,6 6 1,0 1-509,4 3 0,1 0-33,4 0 1,2-11-972,2-5 1,4-7 494,9-6 1,6-9-1218,6-12 0,5-6 730,0-10 0,1-8-394,3-9 0,-3-2 780,-1-1 0,1-1 0,-3 0 1</inkml:trace>
  <inkml:trace contextRef="#ctx0" brushRef="#br0">13745 4328 7910,'6'-12'0,"-5"4"1025,3-1 1,-2 8 551,-2 1 1,4 7-839,0 10 1,0 3 374,-4 9 1,0 4-493,0 9 1,-4 2-99,0 5 0,-6 6-148,2 3 1,1 3-1033,-1 1 1,-1 3 559,-3-3 0,0-4-344,-1-13 0,6-4-272,3-8 5,3-8 0,2-12-235,3-9 1,3-8 348,6-5 0,-1-7 202,0-5 1,2-1 172,3 1 0,-4-1 208,4 6 0,1 1 135,-2 6 1,1 4-179,-5 5 0,1 0 242,-1 0 1,-4 1 367,1 3 1,-5 7 251,4 6 0,-5 1-369,1-2 1,-3 2-15,-1 3 0,-1 1-28,-3-5 0,-3-1-762,-5-3 0,3-1 258,1 0 0,0-5-1016,-5-3 0,1-2-1261,0-2 1764,-1 0 0,1-2-707,-1-2 1,5-3 132,0-5 1193,5 0 0,-2-12 0,5-2 0</inkml:trace>
  <inkml:trace contextRef="#ctx0" brushRef="#br0">14030 4849 7910,'13'4'0,"-1"1"0,1-1 1685,-1-4 1,-4 0-784,1 0 1,-1 4 732,4 0 0,1 1-797,-1 0 0,1 2-450,-1 5 1,0 0-290,1 1 1,-5-1 76,0 1 0,-1 3-337,1 1 1,-2 5 202,-6-2 1,-1 4-478,-4 1 1,3-6 274,-7-3 0,5-3-186,-4-5 0,4 2 183,-4-6 1,5-6 76,-1-6 1,4-4-348,4-5 0,3-6 134,5-6 0,2-4-12,2 4 0,2-4 65,3 4 0,1-4-280,-5 4 1,3 4 137,-3 4 1,-1 6-1146,-3-1 1,-1 3 1532,1 5 0,-6 3 0,-2 5 0</inkml:trace>
  <inkml:trace contextRef="#ctx0" brushRef="#br0">14502 4874 7910,'0'19'0,"0"-1"0,0-5 0,4-1 3881,0 1-2876,0-1 0,-4 0 204,0 1 0,0-5 94,0 0-1404,0 1 130,0 3 1,-4-4-1450,0 0 0,-1-3-1434,0 3 0,0-4 2854,-3 4 0,-9-5 0,3 3 0</inkml:trace>
  <inkml:trace contextRef="#ctx0" brushRef="#br0">14527 4688 7910,'7'-5'0,"4"2"1336,-3-5 0,-1 5-591,1-1 1,-4 2 650,4 2 0,1 0-667,3 0 0,-4 0-1200,1 0 0,0 4-4,8 1 1,-2 3-213,6-4 1,-6 1-1580,1 0 0,4-3 2266,0 7 0,4-1 0,1 4 0</inkml:trace>
  <inkml:trace contextRef="#ctx0" brushRef="#br0">14874 4787 7910,'7'13'0,"-3"-1"0,-3 1 901,-1-1 1,0 0 84,0 1 1,-1-1 309,-3 1 1,-3 3 361,-5 1 1,-1 3-853,1-3 1,-1 3-645,1-3 1,1 4 68,3-5 1,-2 1-705,6-5 0,1 1 62,7-1 0,-1-4-181,5 0 1,2-5-227,7 1 0,-2-2 409,5-2 0,1-2-1622,4-2 1,0 1 2030,-1-5 0,1 0 0,0-4 0</inkml:trace>
  <inkml:trace contextRef="#ctx0" brushRef="#br0">16090 4862 7910,'-13'-20'1128,"1"3"0,0 5-449,-1 4 0,5 4 92,0 8 1,3 4-288,-3 9 1,0 8-19,-4 8 0,1-1-187,2 1 1,0-2 156,4 2 0,-3-2-189,4-6 1,0-6-296,4-3 1,5-7-306,4-5 1,3-4 318,5-4 1,3-9-720,9-7 0,-3-5 378,3-4 1,-2 3 94,-3-3 1,-4 3-3,-4 1 1,-2 0 133,-2 0 0,-5 6 15,-3 2 1,-5 5 199,-7 4 1,-6 2 74,-11 6 0,-1 0-72,-3 0 1,3 6 104,-3 2 1,3 3-46,1 1 0,4 2-793,1 3 1,9-4-17,-2 4-1139,9-3 0,-2-2 1818,6 1 0,0-1 0,0 0 0</inkml:trace>
  <inkml:trace contextRef="#ctx0" brushRef="#br0">16375 4775 7910,'1'-8'-1768,"4"-1"2926,-4 1 0,5-4 210,-6-1-62,5 6-432,-4-4-546,10 4-111,-9 1 1,5 0 149,-3 6 0,-3 1 12,3 4 0,-2-3 141,-2 7 0,4-5 533,0 4-703,0 0 1,-4 5 714,0-1-632,0 1 1,0 3-166,0 1 1,0-1-51,0-3 0,0 3-140,0 1 0,0 3-35,0-3 0,2 3-123,2-3 0,1 4 173,3-5 1,8 1 16,-4-5 1,3-4-227,-2 1 0,3-8 58,1-1 1,5-5-718,-2-8 0,0-5 384,0-2 1,-3-8-1175,4-1 1,-6 0 88,1 4 0,-2 2-351,-2 2 0,-3 3 1827,-1 6 0,0-6 0,5-1 0</inkml:trace>
  <inkml:trace contextRef="#ctx0" brushRef="#br0">16846 4924 7910,'-4'14'0,"0"2"0,-1-6 4237,1 2-2015,2-2-300,-3 2 0,10-5-1005,3-3 1,5-2-624,3-2 1,5-10-1242,8-3 1,3-7 633,5-1 1,0-2-452,0-2 0,1 0 524,-1 0 1,-5 2-129,-4 2 1,-7 3-212,-4 6 1,-8 4 141,0-1 0,-8 2 508,-1-1 1,-7 3 347,-9 5 1,-5 1 370,-8 3 0,3-1-385,-3 5 0,3 5 442,1 3 0,0 6-318,0-1 0,4 1-61,1-1 0,5 2-121,-2-2 0,7 2-116,2 2 1,5-4-578,-1-1 0,3-3-736,1 3 0,1-4-1012,3 0 1,7-6 1009,6-2 1,1-5-765,-2 1 0,0-3 308,4-1 1540,-5-5 0,9-2 0,-5-5 0</inkml:trace>
  <inkml:trace contextRef="#ctx0" brushRef="#br0">17479 4663 7172,'13'6'-369,"-1"-3"1216,0 5 1,-1 4 57,-2 5 1,-4 6 237,-5 2 1,0 4 334,0 4 0,0 7-739,0-3 1,-5 3 266,-4-3 1,3 1-473,-3-1 0,2-1-533,-1-3 1,-2-3 92,6-5 0,0 2-272,4-2 0,0-7 148,0-10 1,2-6 53,2-2 0,8-6-747,9-6 0,2-8 385,2-4 1,1-5-482,3-4 0,1-7 309,4 3 1,1 1-241,-2 3 0,3 0 324,2-5 1,-3 7-979,-2 2 1,2 3 1403,-6 1 0,0 4 0,-4 0 0,-3 2 0,-6 4 0,-5 4 0</inkml:trace>
  <inkml:trace contextRef="#ctx0" brushRef="#br0">18521 4576 7910,'6'-6'2893,"2"0"-2327,9 6 1,7 1-179,9 4 1,10 1 960,7 7 1,5-2-934,7-3 1,4 3-193,0-3 0,-4-2-1007,-4-2 1,-7-3 576,-1-1 1,-7-5-1217,-10-3 0,-6 1 71,-10-1-1557,-1-1 2908,-20 2 0,-3 2 0,-12 5 0</inkml:trace>
  <inkml:trace contextRef="#ctx0" brushRef="#br0">18893 4638 7811,'-12'13'10,"4"-1"829,-1 1 0,7 5-37,-2 2 1,2 8 70,2 1 1,0 5 165,0-1 1,0 7-465,0 2 1,0-1-474,0-4 0,0-1 58,0-3 1,0-3-1188,0-5 1,-1 3 667,-3-3 1,2 1-1398,-2-10 1,3-3-901,1-5 2656,0-5 0,0 2 0</inkml:trace>
  <inkml:trace contextRef="#ctx0" brushRef="#br0">18844 5035 7822,'-7'-12'320,"3"0"1,2 3 491,2 1 0,2 1 262,2-1 1,3 1-500,5 3 1,5 2 344,-1-2 1,10 3-397,-1 1 1,14-4-521,2 0 1,3-6 53,6 2 0,-3 1-1906,7-1 1,2-1-2114,2-3 3659,-3 0 0,0-6 0,-5-2 1</inkml:trace>
  <inkml:trace contextRef="#ctx0" brushRef="#br0">19960 4539 7910,'-11'-12'356,"3"-1"0,-3 5 365,3 0-341,-3 5 1,-2 0-109,1 12 0,4 6 610,-1 14 0,7 4 95,-3 8 1,4 5-444,1 7 0,0 4-151,0 5 0,0-1-27,0-4 0,0-3-1212,0-8 1,1-5 617,4-8 0,-3-4-1371,7-8 0,0-9 805,8-8 0,-1-5-1339,9-7 2143,3-6 0,3-17 0,0 0 0</inkml:trace>
  <inkml:trace contextRef="#ctx0" brushRef="#br0">20444 4403 7910,'0'12'0,"4"2"982,0 3 1,5-2-397,-5 5 1,0 5 657,-4 4 1,0 7-576,0 1 0,-2 2 237,-2 6 0,-4-3-476,-8 3 0,-2-4-371,-3 5 0,-4-3-182,0-2 0,1 0 184,-5-8 0,2-4-348,3-4 1,0-6 261,3-6 1,-1-6-778,6-3 0,-2-3 289,1-1 1,5-5-263,0-4 0,3-3 327,5-5 0,3-2 241,-3-6 0,4 1 430,4-1 1,3 0-235,5 0 1,1 2 188,-1 2 1,0 3-139,1 6 0,1 5 788,2 3 1,-1 2-354,6 2 0,-2 6 281,2 2 1,2 3-318,-2 2 1,2 0-250,2 4 0,0-3-668,0 2 1,0-2 409,-1-2 0,1 5-536,0-1 0,-4-3 327,-1-5 0,-4 0-1960,0 5 1,-2 3 2236,-2 1 0,1-1 0,-1-3 0</inkml:trace>
  <inkml:trace contextRef="#ctx0" brushRef="#br0">20767 5011 7910,'12'5'795,"0"2"1,-3 4-260,-1-3 0,-5 3 979,1-2 1,-3 2-73,-1 1 1,0 0-759,0 1 0,0 3-683,0 1 0,0-1 57,0-3 0,0-1-579,0 1 1,0-1 393,0 0 0,0-3-3324,0-1 1980,-5-5 1470,3 2 0,-9-5 0,4 0 0</inkml:trace>
  <inkml:trace contextRef="#ctx0" brushRef="#br0">21089 5035 11718,'0'7'1682,"0"-1"1,2-6 0,2 0-1468,4 0 1,3-2-1711,1-2 0,5 3-3128,-1-3 4623,6-3 0,-2 0 0,5-5 0</inkml:trace>
  <inkml:trace contextRef="#ctx0" brushRef="#br0">21722 4911 7910,'12'0'0,"1"0"0,0 0 1101,4 0 1,-3 0-463,2 0 1,2-1-796,-1-3 0,5 1-521,-2-5 0,4 4-2044,1-5 2721,0 7 0,5-9 0,2 4 0</inkml:trace>
  <inkml:trace contextRef="#ctx0" brushRef="#br0">22255 4887 8242,'13'0'981,"-1"0"1,5 0-576,-1 0 0,2-2-193,-1-2 1,-2 3 30,5-4 1,1-1-2099,4-3 0,-2 2 1854,-2-1 0,8 0 0,-3-4 0</inkml:trace>
  <inkml:trace contextRef="#ctx0" brushRef="#br0">23099 4477 7910,'5'13'0,"4"-1"0,-3 2 0,3 2 0,-2 5 0,1 8 0,-3 8 0,-5 9 0,-1 7 0,-3 5 0,-8 2-334,-9-3 0,-4-1 334,-4-7 0,3 1 3350,-3-1 0,3-9-2218,1-2 1,0-10-775,0 1 0,5-8-517,-1-4 1,6-5-422,-2-4 0,3-2-742,2-6 1,0-2-91,-1-2 0,1-3 980,-1-5 0,5-5-27,0 1 1,5-6 184,-1 1 0,3-4 425,1-4 1,1 2-199,3-6 0,-1 1 486,5-1 0,0 3-200,5 5 0,-5 7 82,0 6 1,2 1 765,7 6 1,-2 7-435,5 6 0,1 10-179,4 7 0,0 0-208,0 4 0,-1-2-889,1 2 1,4-7 489,0 3 0,6-3-1724,-2 3 1,-2-6 1856,2-2 0,0 2 0,5 0 0</inkml:trace>
  <inkml:trace contextRef="#ctx0" brushRef="#br0">23483 5048 7910,'9'-7'592,"-1"3"0,-4-2-133,4 2 0,-4 1 399,5 7 1,-7 9-124,3 8 0,-4 3 135,-1 5 0,0-1-441,0 5 1,-4-1-152,0 1 1,0-2-341,4-2 0,0-8 104,0 0 0,0-6-973,0-3 0,1-5 639,3-3 0,2-5-3380,2-7 3672,-3-1 0,1-20 0,1 3 0</inkml:trace>
  <inkml:trace contextRef="#ctx0" brushRef="#br0">23545 4936 8364,'0'7'2034,"6"4"0,-3-10-1598,5 4 1,-4-4-163,4-1 0,2 0-741,7 0 1,-2 0 383,5 0 1,1 0 82,4 0 0,5-6 0,2 0 0</inkml:trace>
  <inkml:trace contextRef="#ctx0" brushRef="#br0">23794 5197 11956,'12'0'2139,"0"0"0,2 0-1507,3 0 0,2-2-764,6-2 0,4-3-525,0-5 0,9-1-799,-1 1 0,3 0 1456,-2-1 0,4 1 0,2-1 0</inkml:trace>
  <inkml:trace contextRef="#ctx0" brushRef="#br0">24352 4874 7910,'-7'6'1037,"3"2"1,-2-1-439,2 1 0,-4 0 297,4 5 1,-5 1-185,5 2 1,-4-1-16,4 6 1,-2 0-464,2 3 1,3 3 10,-3 1 0,2-1-1122,2 2 1,2-3 601,2-1 0,-3-1-1561,3 1 1,3-6 1835,2-2 0,7-3 0,3-2 0</inkml:trace>
  <inkml:trace contextRef="#ctx0" brushRef="#br0">24960 4390 7910,'12'6'2512,"2"-3"-1795,2 5 0,0 2-149,4 6 0,-5-1-159,2 6 1,-2 1 117,2 7 0,-4-1-58,4 5 1,-3 0-41,-2 4 1,1 4-280,-1 1 1,-1-1 67,-3-4 0,-2 4-1493,-6 1 0,0-1 777,0-4 0,-11 5-1443,-6-1 0,-10 4 725,-6-3 1,-12 3 1215,0-3 0,-12-1 0,6-4 0</inkml:trace>
  <inkml:trace contextRef="#ctx0" brushRef="#br1">6972 9637 8046,'12'-7'850,"1"-4"-462,-1 2 1,-4 0 265,1 1-409,-1-3 1,4 10 601,1 1 0,-1 7-255,0 10 1,1 4-47,-1 8 1,-1 4-71,-2 8 0,-4-1-188,-5 5 0,0 2-161,0 7 1,-7 2 117,-5 6 1,-6 1-478,-7-1 0,-1-2 428,-3-2 0,1-7-346,-5-6 0,7-11 13,1-5 0,0-9-126,5-7 1,0-7-340,0-1 0,5-5 300,-2-5 1,3-6-271,2-5 1,0-6 142,-1 1 1,5 2 225,0-2 0,5 1-218,-1-5 0,2 0 171,2 0 0,0 6 296,0 2-97,6 4 108,1 0 0,9 2 350,1 3 0,1 4-39,-2 8 1,2 7 402,3 5 0,2 6-230,-2-1 1,1-2 255,-1 2 0,2 0-891,-2 4 1,-3-2-79,-2-2 1,-1 1-441,2-6 632,-3 1 0,5-5-1167,-2 1 0,0-7 0,6-1-217,-3-4-149,1-1 0,4-10 1513,0-2 0,5-14 0,2 0 0</inkml:trace>
  <inkml:trace contextRef="#ctx0" brushRef="#br1">7394 10257 8046,'12'0'1851,"0"0"1,1 1-1265,-1 3 0,-4-1 483,1 5 0,-5-4-451,4 5 1,-4-1-314,5 4 1,-7 1-575,2-1 1,-2 2-596,-2 2 0,0-2-180,0 3 0,0-8 364,0 0 679,0-1 0,-6 4 0,-1 1 0</inkml:trace>
  <inkml:trace contextRef="#ctx0" brushRef="#br1">7493 10071 14633,'0'-9'116,"0"1"1,5 5-2298,4-1 1,3-1 361,5 1 1819,2-1 0,6 0 0,-1-2 0</inkml:trace>
  <inkml:trace contextRef="#ctx0" brushRef="#br1">8795 10033 8046,'0'-12'0,"-4"4"1950,0 0-772,0 5-323,4-3 0,4 17-280,0 6 1,5 6-41,-5 6 1,1-1-361,-1 5 1,-2-1 74,2 1-393,-3-3 1,1-5-308,2 0 1,-3-2-200,3-2 0,-2-3-2395,-2-6 2214,0-5 830,5-2 0,2-10 0,5-2 0</inkml:trace>
  <inkml:trace contextRef="#ctx0" brushRef="#br1">8758 9798 10115,'6'-11'570,"2"3"0,3-2-610,1 6 1,6 0 113,3 4 1,7-4-2515,1-1 2440,5 1 0,-2 4 0,5 0 0</inkml:trace>
  <inkml:trace contextRef="#ctx0" brushRef="#br1">9254 9810 8408,'-5'18'218,"-1"-4"538,-2 2 1,-3-2 56,3-1-77,2 5 1,-5-5-1,3 4-137,-3-3 1,4-2 57,3 0 0,3 1-309,1-1 0,1-1-365,3-2 1,4 0-2,9-5 0,-2 5 112,6-5 0,-1 4-164,5-4 1,0 2 106,0-2 1,-2 1-73,-2 4 0,2 0-44,-2-5 1,-3 6-302,-1-2 0,-4 2 159,0-2 0,-6 3 9,-3-3 0,-3 4-225,-1 0 1,-4 4 114,0 1 1,-10-5-700,2-3 0,-4-1 384,4 4 0,-4-3-105,-1-1 1,0-5 25,5 1 716,0-3 0,-6 5 0,-2 1 0</inkml:trace>
  <inkml:trace contextRef="#ctx0" brushRef="#br1">10867 9996 8046,'0'-19'232,"0"-3"706,0 5 0,4-3-358,0 3 0,1 1 95,-5 3 0,-6 5-228,-2 0 0,-3 5 39,-2-1 1,-3 4-125,-1 4 1,-5 4 21,1 9 0,2 3-167,-1 9 0,4 3 0,0 5 0,-1 0-172,5 1 0,-3-2 114,6-3 1,4-3-528,1-5 1,2-6 243,2-2 0,7-9-230,6-4 0,0-8 185,8-4 0,4-13-767,4-4 0,0-8 281,-4 0 1,-2 3 100,-2 1 1,-3 2 457,-6 3 1,3-1-68,-2 0 0,0 10 840,-8 3-643,-1 7 1,-4 5 383,0 9 0,-4 7-198,-1 5 0,-4 2 737,1 2 0,2 0-242,2 0 0,3 0 352,1-1-1156,0-4 0,0 2-538,0-6 0,5-3-16,3-5 0,5-5 1,3-1-1452,5-4 1177,2-11 0,6-10-1823,0-6 2740,6-6 0,-9-2 0,4-7 0</inkml:trace>
  <inkml:trace contextRef="#ctx0" brushRef="#br1">11388 9289 8046,'-7'6'1812,"-4"-5"1,4 12-283,-5-1 0,0 3-774,-1 10 1,1 4 320,-1 12 0,1 5-484,-1 8 1,5 2-913,0 6 0,4 4 502,-4 0 1,5 2-1348,-1-2 0,2-8 360,2 0 0,2-7 30,2-6 0,3 1-1701,5-9 1,-2-3 315,2-9 2159,-2-11 0,5-3 0,-3-11 0,4 0 0</inkml:trace>
  <inkml:trace contextRef="#ctx0" brushRef="#br1">11822 9897 7761,'-12'-7'5096,"0"-2"-3957,-1 4 1,1 1-469,-1 4 0,-5 11-285,-2 6 0,-4 6 50,-1 6 0,-2 8-131,2 9 1,-1 1-394,9-2 1,2-2 140,7-6 1,2-11-423,6-5 1,10-11-73,2-6 0,13-10-409,0-6 1,7-6-279,-3-7 0,4-1 494,-4-3 1,0 7 234,-4-3 0,2 4 196,-2 1 1,1 6 280,-9 6 1,-1 5-138,-3-1 0,-2 9 737,-3 8 1,-3 5-79,-5 7 1,-1 5 348,-3 3 0,1 3-71,-5 1 0,4 0-375,-5 0 0,1 2-91,-4 2 0,-1 2-112,1 2 1,0 4-117,-1-4 0,-1 5 31,-2 4 1,2-3-371,-3 2 0,2-7 104,-1-5 0,2-6-24,-3-2 1,4-15-644,0-2 552,1-10 0,-1-11-285,1-7 0,1-13 185,3 0 1,1-9-460,3-3 1,2-7 271,-2-10 0,3-3-1186,1-5 1,0 0 381,0 0 1,0 5-1246,0-1 2502,0 5 0,-4-2 0,0 8 0,1 6 0,1 5 0</inkml:trace>
  <inkml:trace contextRef="#ctx0" brushRef="#br1">12244 10058 6478,'-7'9'663,"3"-1"1,-1 0-175,0 5 1,-3-1-124,4 0 1,0 5 337,4-1 1,0 1-241,0-5 0,5-1 35,4-2 1,3-4-159,5-5 0,2-7-436,6-5 1,1-6-126,3-7 1,-3-5-138,3-3 0,-3-2 153,-1 2 0,-6-1 91,-2 5 1,-5 1-346,-3 8 0,-4 2 128,-5 5 0,-5 6 44,-4 3 1,-7 3 64,-5 1 1,-2 7 569,-2 5 1,4 6 12,0 7 0,2 0 193,-2-1 1,-1 3-127,6 2 1,-1 2-150,5 7 0,5-1-209,3 0 1,3-1 126,1-3 0,6-3-844,7-5 0,1-10 384,6-2 1,1-11-496,4-2 0,4-2 2,0-11 1,4-2-218,-4-10 0,4-1 972,-4-3 0,5-3 0,-2-5 0</inkml:trace>
  <inkml:trace contextRef="#ctx0" brushRef="#br1">12864 9302 7718,'0'-13'1273,"6"1"-831,-5 0 1,5 6 133,-6 6 0,4 7-10,0 9 1,0 8 48,-4 5 1,0 9 16,0 0 1,-1 6-253,-3-3 0,1 5-97,-5-5 0,-1 6-60,-3-2 0,-5 3-406,1 2 0,-2-2 190,1-2 1,2-4-179,-5-4 1,6-2-396,1-3-771,1-9 764,11-11 0,1-9 214,8-8 1,4-4 115,5-9 1,-2 3-3,6-2 1,-2 3 319,2 5 1,1 1-79,-6 3 0,1 3 30,-5-4 0,5 5 105,-1 5 1,-1-3 114,-6 7 0,0-5 127,-5 4 1,1 0-157,-5 5 1,0-1-5,0 0 0,0 1-98,0-1 0,-6 1-142,-2-1 1,-5-1 137,-3-3 0,2 3-693,-2-2 0,2-4 115,1-1 0,1-2-94,0-2 0,3 0-679,1 0 1,5-6 584,-1-2 0,4-9 654,4-3 0,3-4 0,6-1 0</inkml:trace>
  <inkml:trace contextRef="#ctx0" brushRef="#br1">13125 9897 7718,'5'-11'764,"4"3"1,2-2-259,1 6 1,1 0 201,-1 4 0,0 0-280,1 0 1,-2 1 342,-3 3 1,2 3-297,-6 6 1,1-1 161,-1 0 1,-2 6-328,2 3 1,-4-2-212,-4 2 1,1-4-405,-5 3 1,4-5 245,-5 2 0,7-3-180,-2-2 347,-3 1-652,5-7 1,2-1 200,9-10 0,3-7-479,4-9 1,4-6 144,5-2 0,-1-1 55,1 1 0,0 2 39,0-2 1,0 5 213,-1 3 1,0 0-279,-3 9 448,2-3 1,-9 13-284,2-2 0,-6 3 482,-2 1 0,-5 0 0,8 0 0,-4 0 0</inkml:trace>
  <inkml:trace contextRef="#ctx0" brushRef="#br1">13646 9860 7718,'-4'12'867,"0"1"1,-5-5 180,5 0 0,-1 0 230,1 5 1,1-2-646,-5-3 1,5 3-810,-1-3 0,-2 3 153,2 2-1081,0-1 0,3 1 698,-4-1 0,4-4-578,-3 1 0,2-5-47,2 4 1031,0-5 0,0 2 0,0-5 0</inkml:trace>
  <inkml:trace contextRef="#ctx0" brushRef="#br1">13658 9674 8269,'0'-13'4465,"2"2"-3627,2 3 1,-1 1-277,5 3 0,0-1-195,5-4 1,-1 0-1853,0 5 1213,1-6 0,1 7 0,1-4-896,1 2 0,1 1 321,-5 4 847,1 0 0,5-6 0,1-1 0</inkml:trace>
  <inkml:trace contextRef="#ctx0" brushRef="#br1">14093 9723 7701,'0'13'0,"-2"-1"1044,-2 1 0,1-1-437,-5 0 0,0 2 716,-5 3 1,1-2-600,-1 6 0,-3-1-311,-1 5 1,-3 0-313,3 0 0,1-5 62,3 1 1,2-2-129,3 2 1,2-3 103,6-6 0,6-3-369,2-1 0,9-5 3,3 1 0,0-3-950,0-1 0,1-1 14,4-3 1,0 1-362,0-5 1,-1 3 1523,1-3 0,5 0 0,2-5 0</inkml:trace>
  <inkml:trace contextRef="#ctx0" brushRef="#br1">15705 9823 7695,'-7'-25'423,"3"0"1,-1 2-296,1 2 1,-1-1 459,5 5-9,0 6 0,0 17 442,0 10 0,0 12-540,0 5 0,-4 4-224,0 5 0,-4-4-94,4 3 1,0-2 44,4-2 0,0-6-453,0-7 1,5-6 232,3-9 0,10-5-692,7-8 1,5-10 199,8-11 1,-1-7-88,0-9 1,-1 1 75,-3-5 0,-4 5 185,-8-2 0,-5 9 349,-8 4 0,-3 9-78,-10 3 0,-3 7 245,-8 2 0,-9 5-183,-8-1 1,1 7 554,-1 1 1,5 7-221,-1 2 1,7 0 58,2 8 1,5-4-482,-2 3 1,9-1 73,4 2 0,2-3-1359,2-6 0,6 2 123,2 3 1246,3-9 0,12 9 0,4-11 0</inkml:trace>
  <inkml:trace contextRef="#ctx0" brushRef="#br1">16090 9686 7695,'18'-5'0,"-5"-1"1018,4-2 1,1-2-442,-2 6 0,1 1 245,-5 8 0,1 7-310,-1 9 1,-1 3-60,-2 5 1,0-2 94,-5 1 0,5 3 196,-5-2 0,4 4-542,-4-4 0,4-2-6,-3-6 0,3 1-64,-4-5 13,6-1 0,-4-9-156,7-3 0,-1-8 107,1-4 1,0-9-686,4-3 1,-3-4-40,2-1 0,2-1-287,-1-3 1,-1 3-687,-3-3 0,-1 3 803,1 1 1,-2 0-1081,-3 0 1878,3 1 0,-4-1 0,5 0 0</inkml:trace>
  <inkml:trace contextRef="#ctx0" brushRef="#br1">17008 9575 14860,'18'0'1224,"2"0"1,11 0-862,6 0 0,7 0-269,10 0 0,4-6-734,8-2 1,-1-5 315,-30 5 1,0 0 0,24-6-1477,-1-2 1,-12-2 974,-9 1 0,-12 5-1016,-13 3 1,-8 7 1840,-12-2 0,-11 2 0,-13 2 0</inkml:trace>
  <inkml:trace contextRef="#ctx0" brushRef="#br1">17318 9562 7695,'-21'18'0,"1"3"0,2 2 999,1 2 1,1 1-421,7 3 1,2 4 766,-1 9 0,4-2-558,-4 5 1,5-5-234,-1 1 0,2-6-373,2-2 0,0-6-341,0 2 0,0-8-2278,0-4 2039,0-4 0,6-6-1430,2-3 0,3-8 315,2-4 1513,-1-9 0,0-2 0,1-6 0</inkml:trace>
  <inkml:trace contextRef="#ctx0" brushRef="#br1">17305 9922 7695,'9'0'0,"-1"0"0,-4-4 1945,4 0 1,2-1-941,7 5 1,2-4-330,6 0 1,6-4-298,7 4 0,0-6-1316,8 2 0,-1-5-307,5-3 0,-2 2-2555,-2-2 3634,-4 2 1,-10-4 0,-2-1 0</inkml:trace>
  <inkml:trace contextRef="#ctx0" brushRef="#br1">5458 10021 8058,'0'-7'2763,"0"0"-1980,0 3 1,6 3 329,2-3 0,3 1-274,2-1 0,6 2-378,6-2 0,5 2-379,7-3 1,6 3 48,2-7 0,4 2-217,0-1 1,0-3 117,-4 3 1,-2 1-1052,-6-1 0,-1 4 561,-3-5 1,-4 7-3576,-8-3 2690,-9 4 1,-8 7 1342,-8 2 0,-8 8 0,-8 4 0</inkml:trace>
  <inkml:trace contextRef="#ctx0" brushRef="#br1">5446 10158 8058,'-11'8'455,"3"0"1,2-4 509,6 4 0,2-5-377,2 1 1,8-1 95,9 1 0,8-2-261,4 2 1,4-4-6,4-4 1,3-3-718,6-6 0,0 1 226,-1 0 0,-5-2-1052,-2-3 0,-4 3 715,0-2 1,-8 2-2466,-5 2 2875,-12 5 0,-7-4 0,-6 4 0</inkml:trace>
  <inkml:trace contextRef="#ctx0" brushRef="#br1">5558 9624 8058,'0'-12'1775,"0"-1"-977,0 1 82,-6 0 1,3 5-318,-5 3 1,-2 9-187,-6 8 0,1 6-281,-6 10 0,-4 0-189,-4 8 0,-5-1-63,1 9 1,1-3-47,-1 3 0,0-4-85,-4 5 1,4-5 179,0 5 1,10-8-60,3-1 1,6-5-16,6-7 0,2-2 248,6-2 1,2 1-75,2-5 1,4-1 154,9-3 0,3 3 84,9 1 0,-1-1 140,5-3 0,-4-2-137,4-3 0,0 3-73,4-3 0,0-1-429,1 1 1,-1-5 145,0 1 0,6 2-1481,2-2 0,-1 0 135,2-4 1240,-1 0 1,5 5-1,0 2 1</inkml:trace>
  <inkml:trace contextRef="#ctx0" brushRef="#br1">6141 8148 8058,'-18'0'-1453,"0"0"1162,-3 0 1,-1 4 1037,6 1 1,-5-1-17,4-4 0,-5 1-89,2 3 1,2-1 111,1 5 0,3-5 246,2 1 44,-6 3-666,10-6 0,-3 6 100,11-3 1,7-2-117,5 2 1,7-3 139,10-1 1,7 0-30,5 0 1,6 0-192,-1 0 1,-2-1-412,1-3 0,-5 2 173,2-2 1,0 2-421,0-3 0,-5 4 261,-4-3 1,-5-2-174,1 2 0,0-4 98,-5 4 1,-2 0-451,-9 4 0,-5 1 191,0 3 0,-5 5 55,1 7 1,-2 3 447,-2 6 1,-2 5-106,-2 4 1,-3 6 107,-5 1 1,-1 6-51,1-2 0,0 3-49,-1 2 0,1-6-18,-1-3 1,5-3-29,0-5 0,5-7-219,-1-5-356,3-12-943,1 2 1131,0-11 0,0-1-496,0-3 1,0 1-230,0-5 805,-6-1 0,-1-3 395,-5 0 0,-1-1 0,1 1 0</inkml:trace>
  <inkml:trace contextRef="#ctx0" brushRef="#br1">6165 8533 8058,'0'7'1429,"0"0"-119,0-3-633,0-3 0,6 5 459,2-6 0,3 0-512,2 0 1,5 0-421,2 0 0,5 0 43,4 0 0,-1 0-1188,5 0 0,-6 0 639,2 0 0,-3-5-1461,-1 1 0,-6 0 108,-2 4 1655,-9 0 0,-2 6 0,-6 1 0</inkml:trace>
  <inkml:trace contextRef="#ctx0" brushRef="#br1">6153 8818 8058,'-12'0'1600,"-1"0"-439,1 6-761,-1-5 1,8 4 508,5-5 1,7-1-310,9-3 0,9 1-530,8-5 0,3 0 24,1-5 0,1 1-853,-1-1 0,4 1-225,0 0 1,6 3-1992,-1 1 2761,-3 0 0,5-5 1,-4 1-1</inkml:trace>
  <inkml:trace contextRef="#ctx0" brushRef="#br1">7456 8272 8058,'-9'0'130,"1"0"1,4 0 677,-4 0-222,-1 0 0,1 2 272,0 2 1,5-1-326,-1 5 0,3-4 15,1 4 0,6-4-146,7 5 0,5-5-343,7 4 1,-1-5 109,1 1 1,4-3-205,0-1 0,6 0 89,-2 0 0,1-4-1367,-1 0 0,2-6-1035,-6 2 0,0 1 2348,-5-1 0,1-6 0,0-5 0</inkml:trace>
  <inkml:trace contextRef="#ctx0" brushRef="#br1">7778 8012 8058,'-21'-17'217,"1"1"0,5 1 306,-2 6 62,3-2 0,3 11-141,3 0 0,-2 7 19,6 10 0,0-2-71,4 6 0,0-1-42,0 5 1,0 4 62,0 0-258,0 5 0,4-2 0,2 5-110,1 1 0,-3 4 67,4 4-249,-5 2 1,6 2-100,-4-1 0,0-5 63,-1-2 0,-2 0-124,2 0 1,1-5 0,-1-5-308,-1-2 448,-1-7 0,-2-1 16,0-5 1,0-1 51,0-3 184,-6-6 1,1 0-98,-4-3 0,-2-3 288,3 3 0,-3-6-223,-1-3 0,-1-4 86,1 0 0,-1-2-499,1-1 1,-2-2-164,-2-2 0,0-2-201,-4-3 0,5-2 220,-2 2 0,3-2-85,2-2 0,5 1 163,3 4 0,2-2 415,2 5 0,11-5 0,3 3 0</inkml:trace>
  <inkml:trace contextRef="#ctx0" brushRef="#br1">8250 8148 8058,'6'6'1502,"4"-3"-884,-6 5 0,0 0-21,-4 5 0,0 4 148,0 4 0,-5 4-131,-3 4 1,-3 4-182,-2 8 1,1-2-327,-1 2 0,5-4 98,0-4 0,5 3-622,-1-3 1,3-4 31,1-4 1,0-6-227,0-6 1,5-6-920,3-3 1,3-3 688,2-1 1,-1-5-879,1-4 1719,4-7 0,-3-3 0,4-6 0</inkml:trace>
  <inkml:trace contextRef="#ctx0" brushRef="#br1">8237 8384 12363,'14'0'445,"2"0"1,5 0-1676,8 0 0,-1-4 386,5 0 844,0-6 0,10 3 0,1-5 0</inkml:trace>
  <inkml:trace contextRef="#ctx0" brushRef="#br1">8709 8124 8058,'6'6'3735,"1"0"-2566,-3-6 0,3 0-325,6 0 1,1 0-749,2 0 1,1 0 29,7 0 1,0 0-1133,9 0 0,-4-4 674,4 0 1,-1-6-3468,1 2 3799,-3 2 0,0-10 0,2 2 0</inkml:trace>
  <inkml:trace contextRef="#ctx0" brushRef="#br1">8870 8186 8058,'-13'16'425,"1"1"1,0 3 307,-1-3 1,6 6 269,3 2 0,-1 0 18,1 4 1,-1 1-422,5-1 0,0 6 173,0-2 1,0-3-314,0-1 1,0-2-1035,0 2 1,0-2 430,0 1 1,2-7-1033,2-4 0,-3-4-1105,3 0-1527,3-6 2204,0-2 1603,6-10 0,-1-8 0,0-6 0</inkml:trace>
  <inkml:trace contextRef="#ctx0" brushRef="#br1">8808 8483 8058,'-8'0'1488,"-1"0"-328,7 0-743,-4 0 0,7 0 9,4 0 1,3 0-195,8 0 1,4-1-242,4-3 1,7 1-522,2-5 0,3 1-1804,1-1 2334,0-4 0,0 6 0,1-7 0</inkml:trace>
  <inkml:trace contextRef="#ctx0" brushRef="#br1">9391 8136 8058,'0'12'904,"0"-3"-312,0-1 1,3-5 61,5 1 1,2-3-26,10-1 0,8 0-181,9 0 1,0-1-405,5-3 1,0 1 139,0-5 1,-1-1-940,-4-3 1,-5 0 536,-3-1 0,-4 5-1433,-5 0 0,-2 1 1651,-5-2 0,-6-2 0,-2 5 0</inkml:trace>
  <inkml:trace contextRef="#ctx0" brushRef="#br1">9565 8161 8058,'-9'11'455,"1"-3"1,1 7-72,-1-2 0,-2 2-152,6-3 1,-1 6 28,0 3 1,4 4 276,-3 3 1,3 3-123,1 2 0,0 3 15,0-3 0,0 7-308,0 1 1,1-5-264,3-7 0,3-4-234,5-5 1,1 2 241,-1-5 0,2-6-306,2-7 0,0-3 91,4-1 0,0-1-969,0-3 1,4-3 49,-4-5 1266,-2-1 0,6-5 0,-5-1 0</inkml:trace>
  <inkml:trace contextRef="#ctx0" brushRef="#br1">10073 8235 8058,'0'-8'645,"0"0"0,4 3 1076,0-3-1228,1 5 1,-1 3 257,0 9 0,4 7-278,-4 5 1,6 2-14,-2 2 1,-1 0-153,1 0 0,1 0-338,3-1 1,0-3-422,1 0 0,1-6-476,2 1 1,-1-6-913,6-2 1,0-5 245,3 1 1593,-4-2 0,3-2 0,-4 0 0</inkml:trace>
  <inkml:trace contextRef="#ctx0" brushRef="#br1">10358 8235 8058,'-12'-12'1112,"-6"1"-835,-3 2 1,2 4 428,-1 5 0,3 7-207,-4 5 1,-4 8 276,-3 8 1,-1 0-294,4 5 1,0 0-172,0 4 1,2-1-452,2-3 0,5-7 186,7-5 0,0-6-1240,4 2 0,3-1 727,6-3 1,0-4-2680,8-9 3145,-2 0 0,8-5 0,-6-2 0</inkml:trace>
  <inkml:trace contextRef="#ctx0" brushRef="#br1">10520 8111 8058,'7'-12'1496,"2"3"-820,-5 1 1,6 0 1282,-2-4-1329,3-1 1,2 2-208,-1 3 1,1 2-352,-1 6 1,5 0 46,-1 0 0,2 0-195,-1 0 1,-4 6 152,4 2 0,1 4-231,-2 5 1,-1 2 53,-6 6 0,0 5 46,-4 4 0,3 1-41,-4 3 1,0-1 57,-4 0 1,0 0 12,0 0 0,-1 1 49,-3-1 0,2-7-345,-2-5 1,3-2 111,1-6 1,0-5 71,0-3 77,0-7 31,0 4 0,-2-6-252,-2 0 0,-3 0 68,-5 0 1,-6 0-153,-3 0 1,-2 0 100,-2 0 1,-1 1-293,-3 3 1,-3-1-47,-5 5 601,0-5 0,-6 8 0,-1-4 0</inkml:trace>
  <inkml:trace contextRef="#ctx0" brushRef="#br1">6972 8496 8058,'8'-9'635,"0"1"1,-4 5-166,5-1 1,0 1 52,8-1 1,-2 3-343,6-3 0,-1 2-415,5 2 0,0 0-222,0 0 0,0-4 368,0 0 0,-1 0-2121,1 4 2209,-6 0 0,-1-6 0,-5 0 0</inkml:trace>
  <inkml:trace contextRef="#ctx0" brushRef="#br1">7046 8607 8058,'0'13'997,"0"-1"0,6-5-345,2-3 0,4-3-146,5-1 0,-2-1-883,6-3 1,-1-3 287,5-5 1,1-2-587,3-3 0,-7 2 213,3-6 462,-3 6 0,3-8 0,0 4 0</inkml:trace>
  <inkml:trace contextRef="#ctx0" brushRef="#br1">7195 8210 8058,'-12'0'717,"-1"0"313,1 6 0,5 5 96,3 5 1,2 12-503,2 1 0,-4 7-155,0 5 0,0 3-119,4 6 0,-1-1-384,-3 1 1,2 2 89,-2-2 0,-1-5-1059,0-11 1,1-6 52,4-7 0,2-3-2205,2-6 1176,-3-5 1979,5-7 0,-6-7 0,0-5 0</inkml:trace>
  <inkml:trace contextRef="#ctx0" brushRef="#br1">6761 8446 8058,'-12'0'1146,"-1"0"-709,6-6 0,3 5-53,8-3 0,7 3-110,6 1 1,3 0-28,-3 0 0,1 1-244,-2 3 0,-2 2 83,3 2 0,-1 3-35,-3-3 0,1 3-12,-10 2 1,4-1-190,-4 0 1,-1 5-164,-7-1 0,-5 7 184,-7-3 0,-2-1-285,-3 2 1,-2-6 161,2 2 1,2-5 142,-2-3 0,6 0 18,-2-5 0,5-1-199,4-7 1,2-8-114,6-9 0,0-4-221,0-4 0,6 2 284,2-7 1,7 7 339,2-2 0,5 3 0,-3 1 0</inkml:trace>
  <inkml:trace contextRef="#ctx0" brushRef="#br1">12257 7975 8058,'6'-18'0,"4"4"445,-6-3 1,4 4 402,-3 0-299,-1 1 1,-6 5-127,-2 3 0,-3 4 356,-5 4 1,0 3-322,-1 5 0,-5 5-194,-2-1 1,-4 6-303,-1-1 1,0 3 99,1 0 0,4 1-246,4 0 0,2-2 208,2-2 0,5 1-413,3-5 1,2-1 183,2-3 1,11-2 21,6-3 0,5 1 16,3-4 1,1 3 81,3-4 0,-3 0 296,3-4 1,-4 4-85,-5 0 0,-2 6 94,-5-2 0,-1 3-37,1 2 0,-7-1-120,-1 1 1,-5 3 25,-5 1 1,-1-1-142,-7-3 1,-1-1 49,-2 0 0,2-1-126,-3-2-1,0-2-759,0-3 0,0-3 422,5 3 1,4-8-920,0-4 0,5-3 622,-1-2 0,2-5 762,2-2 0,6-4 0,1 0 0</inkml:trace>
  <inkml:trace contextRef="#ctx0" brushRef="#br1">12467 8074 8058,'13'0'228,"-1"0"957,1 0 0,-5 4-469,0 0 1,-5 7 441,1 2 0,-3 0-248,-1 8 1,-1 1 87,-3 7 1,1-3-768,-5 3 0,4-3 1,-5-1 1,7-1-997,-2-4 0,4-3 535,4-9 0,3-2-666,5-6 0,6-6 454,3-2 1,2-13-977,2-4 1,0-6 565,-1 2 0,1-4 379,0 4 0,-1-4 333,-4 4 0,-3-3-49,-9 7 1,2-1 987,-6 9-604,0 1 986,-4 9 0,0 7-547,0 8 1,0 9 361,0 3 1,0 0-300,0 0 0,0 1-80,0 4 1,0 0-1050,0 0 0,1-5 333,3 1 0,2-6-450,2 2 1,7-1 410,-2-3 0,2 2-2047,-3-7 0,1-1 2184,-1 1 0,6-5 0,1 2 0</inkml:trace>
  <inkml:trace contextRef="#ctx0" brushRef="#br1">13212 8124 8058,'-20'0'0,"3"0"0,4 0 0,-1 1 2107,-2 3 0,1 3 72,-6 5 1,4 6-1231,-3 3 1,3 4-40,-3 4 0,6 1-386,1 3 1,6 2-498,7-7 1,2-3 52,2-4 1,8-7-1079,9-2 0,7-5-1029,1-7 1,6-7 1114,3-5 0,-3-10-1412,3-7 1,-3-4 1190,-6 4 0,2-7 1133,-2-1 0,2-1 0,7-4 0</inkml:trace>
  <inkml:trace contextRef="#ctx0" brushRef="#br1">13547 7640 8058,'-9'-21'741,"1"1"0,4 10 1439,-4 2-1558,5 5 1,-7 14 609,6 5 1,-5 12-562,0 5 0,2 4 54,-1 5 1,1-2-62,-1 5 1,-3 0 120,3 5 1,-3 4-1316,-2 0 1,-2-1 455,3-3 1,-4-2 255,8-2 1,3-11 282,1-10-2172,2-5 0,9-16 831,5-8 0,6-9-66,7-12 0,0-4 342,0 0 1,4 1 156,0 3 1,-4 5 813,-5 4 1,-5 6-422,2 2 1,-3 5 599,-2-1 1,-5 8-396,-3 5 1,-2 3 542,-2 4 1,0 4-290,0 5 1,-2-1-106,-2 1 0,1-4-530,-5-1 0,5 1 202,-1 4 0,-1-6-1616,0-2 0,1 1 116,4-2 1524,0 6 0,0-8 0,0 4 0</inkml:trace>
  <inkml:trace contextRef="#ctx0" brushRef="#br1">14539 8161 8058,'8'1'2074,"1"3"1,2-1-1150,9 5 0,4-4-382,13 5 0,4-7-94,13 3 0,3-4-906,5-1 0,-6-7-233,-2-5 0,-3-2-1072,-1-7 1,-6-1 1053,-3-7 1,-4 3 707,-4-3 0,-2 3 0,-7 1 0</inkml:trace>
  <inkml:trace contextRef="#ctx0" brushRef="#br1">15085 7677 8058,'-19'19'0,"-3"5"865,5-4 0,1 15-149,3 6 0,1 9 12,-1 8 0,-3 4-239,7-27 1,1 0 0,-7 28 125,7-5 1,-2-7-704,6-1 1,0-3 220,4-10 1,5-8-1365,4-13 0,4-7 851,8-5 1,1-6-928,11-6 0,0-11 360,5-14 1,-1-3 55,0-1 0,3-5 380,-3 1 1,2-4 510,-10 3 0,1-5 0,-1 2 0,-3-7 0,3-2 0,-7-5 0,-1 1 0,-6-3 0,2-1 0,-5 1 1117,-4 4 0,-2 14 763,-6 14-419,0 8 1,-2 27-447,-2 10 1,1 13-509,-5 13 0,0 3 218,-4 9 0,-1 2-543,1 6 1,-2-1 595,-3-3 0,4 2-264,-4-2 0,-1 3-564,2 1 0,-5-7 83,4-5 0,1-6-690,3-7 0,7-7-195,1-5 0,7-11 509,6-10 1,6-14-1012,11-6 0,-1-8 526,1-5 1,0-1 230,0-3 0,0 3 448,-1 5 1,0 3 88,-3 5 43,-3 1 522,-6 14 1,-5 4 810,-3 10 0,-3 5-727,-1 3 0,-4 5 122,0 0 1,-6-2-152,2 2 1,3 0 23,1-4 1,-2-3 256,2-2-1088,0-2 0,5-7 254,3-3 0,-1-3-617,5-1 0,5-9-593,3-4 1,5-6 631,-5 3 0,6-7 40,-1 3 0,1 2 105,-1 1 1,-3 8 339,-6 0 1,1 7-92,-1-2 0,-1 4 640,-3 4 0,-2 3 180,-6 5 0,0 6 487,0 3 0,-4-2 46,0 2 0,-5-2-494,5 1 1,-4 4-564,4-3 0,0-2 53,4 2 1,0-10-208,0 1 1,1-8 112,3 0 1,9-4-805,7-4 1,6-10 384,7-10 1,2-7-1572,10-6 1,-3-2-19,3-2 0,-3-3 1445,3-6 0,-23 22 1,-1-2 253,0 2 0,-1-1 0,1-3 1,-2-1-62,10-29 1,-5 1 29,-8-1 0,-2 8-202,-2 13 231,-5 11 1,-3 20-30,-8 14 1,1 6 86,-5 15 1,4-2 174,-4 10 0,1 4 1793,-1 5 0,-2 3 3122,6-3 0,-5 3-3336,5-4 0,0 2-938,4-2 1,0-2 18,0 2 0,0-2-915,0-2 0,4-1 273,0-3 0,5 0-810,-5-8 0,4-3-753,-4-10-1132,0-5-1290,-4-1 3020,-5-12 0,-3-1-65,-9-5 0,3-5 444,-2 1 1,-2-6 60,1 1 1,-3-2 233,3-2 1,-4-4 97,5 0 1,1 0 812,6 4 1,4 6-379,5 3 554,0-4 0,11 6-374,6-2 0,10 6 997,6 2 0,10 0-139,7-5-1260,-1 1 1,12 1 0,-3 1-219,2 2 1,-3 1-2401,-3-1 2580,-3-3 0,-6 9 0,-2-2 0,-5 3 0,-3 1 0</inkml:trace>
  <inkml:trace contextRef="#ctx0" brushRef="#br1">17727 7913 7714,'-12'0'0,"-1"-4"1297,1-1-401,5 1-144,2 4 0,6 0-191,3 0 1,9 2 34,7 2 1,5-3-465,4 3 0,1 2 26,3-2 0,3 0-802,-3-4 0,-1 0 470,1 0 1,-5-4-242,1 0 0,-3-4 174,-1 3 0,-6 0-2262,-3 1 999,-7 2 888,-4-3 0,-6 5 616,-3 0 0,-9 0 0,-6 0 0</inkml:trace>
  <inkml:trace contextRef="#ctx0" brushRef="#br1">18037 7627 7714,'0'-19'0,"0"3"0,0 2 0,0 1 0,0-3 0,0-1 0,0 1 0,0 3 0,-1 2 1357,-3 3 1,1 3-550,-5 5 1,0 1-439,-5 3 0,1 4-222,-1 9 0,1 2 74,0 6 1,-1 5-33,1 3 1,-1 5-61,1 3 1,0-1-78,-1 5 1,1 1-82,-1 3 0,5 2-45,0 3 0,5-3-29,-1 3 0,-2 1 45,2-1 0,1-2 48,8-6 1,2-4 49,5-4 1,0-3 62,1-2 1,-1-2-99,1-6 1,-5-1 19,0 1 1,0 0-154,5 0 0,-5-6 71,0-2 0,-5 1-120,1-2 0,-2 1-23,-2-5 1,0-4-548,0 1 464,0-1 1,-2-1-2,-2-3 1,1-3-187,-5-1 374,0 0 0,-5 0-409,1 0 1,-2-4 136,-2 0 0,2-6-218,-3 2 1,4-3 222,0-1 0,-3-1-360,-1 1 722,-5-6 0,-3-7 0,-7-7 0</inkml:trace>
  <inkml:trace contextRef="#ctx0" brushRef="#br1">18633 8000 7714,'-13'0'-113,"1"0"0,4 0 1067,0 0 0,-1 0-394,-3 0 1,-2 1 264,-2 3 0,2 8-328,-3 9 1,2 4-92,-2 4 0,8 4-125,-4 8 0,5-1-51,0 6 1,2-2-542,6 1 1,0-6 266,0-6 1,10-6-816,2 2 1,9-9 459,0-8 0,2-6-957,2-11 1,4-7 597,0-9 1,-2-2 757,-6-2 0,3 0 0,-5 1 0</inkml:trace>
  <inkml:trace contextRef="#ctx0" brushRef="#br1">19055 7813 9126,'7'2'1498,"-3"2"0,-3 3-410,-1 5 0,1 6-505,4 3 0,-4 4 167,3 4 0,-1 6-310,1 7 0,-3 0-377,3 0 0,-8 2 99,-4 6 0,-4-1-243,-5 1 1,-2-6-528,-6-3 1,0-4 492,0-4 1,2-4-633,2-8 1,-1-9 287,6-7 1,-5-4-602,4-1 1,2-7 510,7-5 0,-2-2 141,6-7 0,0 1 139,4-5 0,0-4 81,0 0 1,0 0 92,0 4 1,2 0-78,2 1 1,3 4 467,5 4 1,0 3-246,1 5 1,1 3 687,2 5 0,-2 1-343,2 3 1,2 4 274,-1 9 0,5-2-365,-1 6 0,-2-6-356,2 1 1,-1 2-338,5-1 1,-4 1 307,-1-2 0,-3-2-1352,4 3 1,-5-8 99,5 0 1331,-12-7 0,14 9 0,-10-4 0</inkml:trace>
  <inkml:trace contextRef="#ctx0" brushRef="#br1">19340 8322 7714,'-8'0'1074,"-1"0"0,5 0 486,-4 0-1053,5 0 1,-2 1 475,5 3-652,0 3 0,0 6-213,0-1 1,4 1-69,0-1 0,4 0-214,-4 1 1,5 1-713,-5 2 0,1-2 530,-1 2 1,-2-2-1061,2-1 1,-3-5 581,-1 0 0,2-5 824,2 1 0,-3-3 0,5-1 0</inkml:trace>
  <inkml:trace contextRef="#ctx0" brushRef="#br1">19464 8049 7714,'-8'0'1666,"-1"0"-916,7-5 204,-4 3 0,8-7-780,2 4 1,7-3-98,5 4 1,6-1-1891,-1 0 1,2 3 95,2-7 1717,0 7 0,-6-9 0,-1 4 0</inkml:trace>
  <inkml:trace contextRef="#ctx0" brushRef="#br1">19811 7913 7714,'13'7'417,"-1"-2"-207,1-5 1,-5 6 366,0 2 1,0 0 70,5 5 1,-1-4 244,1 8 1,-1 2-184,0 2 0,-3 6-300,-1 2 0,-5 2-254,1-3 1,-3 0 21,-1 5 1,-1-4-419,-3 4 0,-3-5 231,-6 1 0,1-3-765,0-1 0,-5-2 139,1-2 0,-1-5-64,5-8 0,-5-1-648,1-2 0,-1-4 200,5 3 1147,-1-8 0,1-9 0,-1-6 0</inkml:trace>
  <inkml:trace contextRef="#ctx0" brushRef="#br1">20407 8037 8524,'1'-13'1984,"3"1"1,3 4-1417,6-1 0,3 2 259,1-1 0,6-1-329,2 4 0,5 1-66,8 4 1,-1-4-151,0 0 0,0 0-1106,0 4 1,-1 1-364,-3 3 0,-8-1-938,-8 5 1,-5 1-72,-4 3 2196,-8-5 0,-12 4 0,-7-4 0</inkml:trace>
  <inkml:trace contextRef="#ctx0" brushRef="#br1">20531 8173 7714,'-19'19'-58,"2"-2"3761,9-3-2739,2-7 1,9 2 513,5-5 1,2 1-754,11-5 0,3 0-322,5 0 1,6-6-132,-2-2 0,3-2-892,1 2 1,-4-3-368,0 3 0,-1-3-723,1-2 1,1 5 1709,-5 0 0,6-1 0,-4-3 0</inkml:trace>
  <inkml:trace contextRef="#ctx0" brushRef="#br1">21412 8024 7690,'0'7'2210,"0"4"-1594,0-3 0,0-1 865,0 2 0,0 3-721,0 5 0,0 3-146,0-3 1,0 3-132,0-3 0,1 5 23,3-1 0,4-3-465,9-2 0,2-6 54,6-2 1,5-5-804,4 1 1,1-10 491,3-6 0,-1-2-675,0-6 1,-4-1 349,0-4 0,-11 2 88,-1 2 0,-11-2 209,-6 2 0,-4 2 307,-4-2 0,-9 2 538,-8-2 0,-7-2-434,-6 2 0,-3 3-13,-4 1 1,1 5 15,-6 4 1,1 2-1380,-5 6 0,-1 11 640,-2 6 0,2 6 232,-3 6 0,3 3 0,1 5 0</inkml:trace>
  <inkml:trace contextRef="#ctx0" brushRef="#br1">5260 6983 7690,'-13'-6'0,"1"3"706,0-5 1,5 4 195,3-4 6,2 5 1,5-3-418,5 6 0,2 0 3,11 0 1,1 0-173,7 0 0,2 0-242,7 0 1,-4 0-22,3 0 0,-2 0 99,6 0 0,2 0-638,-2 0 1,0 0 353,-3 0 0,-5-1-1033,0-3 0,-3 2-181,-1-2-1256,0 3 2596,-15 1 0,-7 0 0,-9 0 0</inkml:trace>
  <inkml:trace contextRef="#ctx0" brushRef="#br1">5297 7181 6484,'13'0'1653,"-1"0"-977,0 0 1,1 0 12,-1 0 0,6 0-279,3 0 1,4 0-88,3 0 0,4 0-369,5 0 1,1-6-302,-1-2 0,-1 1-982,-3-1 0,1 0 778,-5-5 0,-1 5 551,-8 0 0,4-6 0,-5-5 0</inkml:trace>
  <inkml:trace contextRef="#ctx0" brushRef="#br1">5272 6598 7690,'-12'0'1372,"-1"-5"1,5 3-979,0-2 0,1 10-172,-1 6 1,-3 3-27,2 10 0,-6-2-70,-1 10 1,-6 6-165,1 6 1,-2 4-250,-2 0 0,1 5-123,4 0 0,-1 2 308,9-6 1,-2-5-16,10-12 1,0-2 28,4-6 1,5-2 97,3-2 0,5-3-37,3-6 1,4 2 117,4 2 0,1-2-18,0 3 0,4-4 102,0 0 1,7-1-159,1 1 0,-4-5-34,4 0 1,-1-5-587,5 1 0,-1-3 294,6-1 1,-2 0-1478,1 0 1537,4 0 0,0-5 0,8-2 0</inkml:trace>
  <inkml:trace contextRef="#ctx0" brushRef="#br1">6885 6784 7800,'-12'0'0,"-1"-1"386,1-3 1,-1 2-16,1-2 1,0 1 1200,-1-1-1076,6 3 1,3-5 141,8 6 1,9 0-256,7 0 1,5 2-65,4 2 1,3-3-362,5 3 1,4-2 83,1-2 1,-5 0-853,-4 0 0,0 0 559,4 0 0,-1-6-1430,-3-2 0,2-3-7,-6-2 1688,-6 1 0,0-6 0,-3-1 0</inkml:trace>
  <inkml:trace contextRef="#ctx0" brushRef="#br1">7195 6449 7800,'-19'20'306,"2"2"166,9-6 1,-3 6-38,3-1 1,1 2-131,-1 2 1,5 4 639,-1 0 0,2 7-399,2 1 0,0 0-185,0 5 0,0 0-102,0 0 0,0 0-814,0 0 1,2-9-208,2 0 0,8-11-537,9-6 1,4-3 18,4-5 1,-2-5 1279,6-11 0,6-6 0,5-11 0</inkml:trace>
  <inkml:trace contextRef="#ctx0" brushRef="#br1">7604 6784 8487,'-12'-7'550,"0"3"522,-1 8 1,-5 7-480,-2 6 1,-4 9 28,-1-1 1,2 4-204,2 0 0,1-3-277,7 3 1,4-9-293,9-3 0,1-9-344,3-4 0,4-2-482,9-2 1,4-11 592,8-6 0,-3-6-530,3-6 1,1 3 342,-1-3 1,-4 4 335,-5 4 1,-4 1 1,0 7 0,-2-1 373,-2 10 1,-5 1-32,-3 8 0,-2 7 700,-2 9 1,0 3 527,0 5 1,0-2-641,0 2 1,0-3-250,0-1 1,0-2-36,0-2-1214,0-3 1,7-12 578,5-1 1,2-11-570,6-6 0,-3-12 166,4-9 624,-1-3 0,11-6 0,0-3 0</inkml:trace>
  <inkml:trace contextRef="#ctx0" brushRef="#br1">7989 6263 7800,'7'-7'668,"-2"-4"1,-5 11-193,0 0 1,0 11 1043,0 10 1,-4 8-752,0 4 0,-4 8 218,4 5 0,-6 9-944,2 7 1,1 7-20,3-30 1,0 0 0,0 1-1,-1 0-64,-1 2 0,0-1 1,0 1-1,1 0-57,1-2 0,0-1 1,0-4-1,2 0-1141,2 23 1,2-11 702,2-18 0,4-7-906,9-14 0,-2-5 606,5-12 1,2-10-285,7-14 1,-1-8 1118,5-5 0,-5-8 0,2-2 0</inkml:trace>
  <inkml:trace contextRef="#ctx0" brushRef="#br1">8324 6747 7800,'-7'-6'1054,"-4"5"-791,3-3 1,-3 2 579,-2 2 0,0 0-312,-4 0 0,-2 6 122,-6 2 0,0 5-359,0 3 0,1 3-272,-1 6 0,1-4-166,4 0 0,-1-2 177,9 2 0,0 1-680,8-6 1,4 1 399,0-5 0,3-4 45,10 1 1,-2-5-30,9 4 1,-5-4 553,2 4 0,1-3-93,-2 3 0,6-1 139,-1 1 1,3 2-785,0-6 1,1 0 240,0-4 1,0 4-523,0 0 0,5 0 170,3-4 526,-3-5 0,6-2 0,-4-5 0</inkml:trace>
  <inkml:trace contextRef="#ctx0" brushRef="#br1">9205 6796 7800,'5'7'0,"-3"4"589,2-2 164,3 2 0,0 0-91,5-3 0,0 2-252,1-6 1,5 0-384,2-4 0,5-3 61,4-5 1,4-3-769,9-14 0,-4 2 481,4-10 1,-5-2-1298,-4-6 0,-3 2 1496,-5-2 0,-6-3 0,-1 0 0</inkml:trace>
  <inkml:trace contextRef="#ctx0" brushRef="#br1">9527 6375 7800,'-11'5'300,"3"4"1,-2-3 466,6 3 0,-4-1-64,4 4 1,-4 6-293,3 3 0,1 4 166,4 4 1,0 7-181,0 5 1,6 10-232,2-1 1,-1 6-198,1-2 1,1 5-32,3-1 1,-1 1-133,-3-1 1,-1-8 213,-3-9 1,-2-2-31,2-2 0,-3-3-35,-1-5 1,0-1-114,0-12 1,0 5-98,0-5 74,0 1 0,-5-6 337,-4-3 1,2-2-399,-1-6 0,0 0-24,-4 0 1,-5-2-71,0-2 0,0-3-454,0-5 0,3-2 309,-2-2 1,-2-2-201,1-3 1,-3-2 239,3 2 0,-5-7 441,1-1 0,-8-5 0,-2 2 0</inkml:trace>
  <inkml:trace contextRef="#ctx0" brushRef="#br1">8436 6970 8491,'7'-5'307,"2"2"0,-3-5-240,1-2 0,1-5-312,4-2 0,1-5 121,-1 2 52,0-4 0,4-1-50,-4 0 1,2 5 125,-10-1 0,4 6-40,-4-2 0,-1 4 110,-7 0-92,-3 6 0,-7 2 118,-2 5 1,1 0-62,-6 0 1,4 5 0,-3 4 136,-2 2 1,4 7-61,1 2 1,-1 4 126,2 0 0,-1 5 66,5 0 1,-1 4-80,1-4 1,5 6-260,3-2 1,3-3 103,1-1 0,1-4 71,3-4 1,4-3-7,9-6 1,4-5-294,8-3 0,-2-7-323,6-1 1,0-6 6,4 2 0,2-7-663,2-2 0,-1 1 1132,6 4 0,-1-6 0,5-2 0</inkml:trace>
  <inkml:trace contextRef="#ctx0" brushRef="#br1">10582 6697 7800,'0'-12'0,"4"-1"234,0 1 1,0 0-29,-4-1 1,0 5 1268,0 0-1016,0 5 0,2-3 74,2 6 1,-3 2-136,3 2 1,-2 4-78,-2 9 1,0 1-78,0 2 1,4 4 148,0-4 0,0 8-251,-4 1 0,4 0 64,0-4 1,0-1-238,-4 1 0,2-1 80,2-4 0,-3-2 157,3-5-49,3-1 1,0-1-7,6-3 0,-5-5-79,0-11 1,0-2-107,5-10 0,3-5-348,1-4 0,-1-1 214,-3 1 1,-1 2-640,1-2 0,-1-1 403,0 1 0,1 6-945,-1 6 0,1 3 603,-1 2 0,-1 0-21,-3-1 0,3 5 54,-2 0 713,2 5 0,1-8 0,1 4 0</inkml:trace>
  <inkml:trace contextRef="#ctx0" brushRef="#br1">11041 6573 7884,'0'13'429,"4"-1"-134,0 0 1,2-3 582,-2-1 1,-3 2-362,3 6 1,2-2 75,-2 2 1,1 2-205,0-1 0,-4 5-437,3-1 1,-3-2 93,-1 2 1,2-1-796,2 5 0,-3-4-129,3-1 0,-2-4 532,-2 0 0,0-6-2282,0-2 2628,0-5 0,5-3 0,2-7 0</inkml:trace>
  <inkml:trace contextRef="#ctx0" brushRef="#br1">11066 6462 7800,'-13'-5'-13,"1"1"0,-1-5-81,1 0 1,5 3 1666,3-3-1060,3 7 1,1-5-244,0 2-64,0 4 0,5-4-689,3 5 1,-1 0 271,2 0 1,-1 0-1737,4 0 1947,1 5 0,5 2 0,1 5 0</inkml:trace>
  <inkml:trace contextRef="#ctx0" brushRef="#br1">11214 6635 7800,'0'20'0,"0"-4"0,0-2 870,0-2 1,0 1-343,0-1 1,2-4 345,2 1 1,4-7-346,9 2 1,-2-4-262,6-4 1,-5-3-316,5-5 1,0 0 106,3-1 0,-4-3-1105,-4-1 1,2-1 682,-1 2 0,-1 2-428,-3-3 0,-7 4-263,-1 0 927,-4 1 1,-2 1 219,-4 3 0,-6 2 359,-5 6 0,-6 0-15,1 0 0,-2 10-217,-2 2 0,4 9 533,1-1 0,4 4-211,0 1 0,-1 5-57,5 3 1,-2 3-136,10 1 0,-4-4-379,4 0 0,-1-5-185,5 1 0,7-9-206,6-3 1,1-9-949,6-4 0,1-2 689,4-2 0,0-10-421,-1-2 1,0-8 1098,-4 4 0,9-12 0,-2 2 0</inkml:trace>
  <inkml:trace contextRef="#ctx0" brushRef="#br1">11636 6524 7800,'0'8'1045,"0"0"1,-4-4-562,0 5 0,-4 0-113,4 8 1,-5-2 1039,5 6 1,-4-1-646,4 5 0,-2 0-346,2 0 1,3-5-919,-3 1 0,4-2 356,4 2 1,-2-4-418,7-9 0,0-3 446,8-5 0,-2-2-282,6-7 1,-5 0 32,5-12 0,-6 6-397,2-2 1,-4-1 374,0 2 1,-1 1 222,1 6 0,-5 0 604,0 5-428,-5-1 1,3 11 925,-6 2-716,0 9 0,4 1 1,0 4 512,-1-2 1,-2-3-92,-1 4-412,5-12 0,2 8 1,6-10 51,-1 0 0,2-3-273,2-8 1,0-5-585,4-7 1,-3-4 377,4-4 0,-2-1-907,1 0 0,3 0 510,-7 0 0,1 1-2097,-5-1 2686,0 6 0,1-5 0,-1 5 0</inkml:trace>
  <inkml:trace contextRef="#ctx0" brushRef="#br1">12765 6548 7823,'7'-31'421,"-3"2"0,-2 4-211,-2 4 1,-2 1-395,-2 7 1,-3-1 405,-5 10 1,-2 2 639,-3 6 0,-2 5-349,-6 12 1,0 1 87,1 11 1,3 4-39,0 5 0,6 3-166,-1-3 0,3-1-263,5-4 1,2-2 216,6-7-142,0 1 0,7-20-120,6-1 1,5-8-751,6-8 0,5-7 90,0-14 0,6-3-309,-2-5 1,-1 1 432,1 3 1,-7-2 76,-1 6 1,-2 0 305,-6 5 1,-2 8-44,-7 4 0,-1 8 86,-3 0 0,-3 8-98,4 4 0,-8 9 713,-1 3 1,-6 4 206,2 1 1,2-1-411,2 1 1,-1-4-973,1 0 1,-1-6 330,5 1 0,6-2-1483,2-2 1,3-1 240,2-2 1492,5-4 0,6-5 0,8 0 0</inkml:trace>
  <inkml:trace contextRef="#ctx0" brushRef="#br1">13361 6412 8159,'6'-6'3729,"-1"5"-2789,-10-3 0,0 8 259,-3 4 1,-3 1-600,2 3 1,-2-5-581,-1 9 0,4-4 64,-1 4 0,7-2-339,-2-2 1,2 2 225,2 3 0,2-4-161,2 4 1,3-3 116,5-2 1,5 0-168,-1 1 1,2-1-147,-1 1 0,0-2 126,4-3 1,1 3-71,-5-3 1,-1 2-91,-3-2 111,-1 3 1,-5-4-174,-3 5 1,-4 1-1,-5 1-474,-8 2 0,-5-1 169,-7 6 1,-1-6-868,-3 2 1654,-2 2 0,-7-5 0,1 4 0</inkml:trace>
  <inkml:trace contextRef="#ctx0" brushRef="#br1">14303 6102 7900,'-12'0'279,"0"0"-187,-1 0 743,1-6 1,5 4-297,3-7 1,4 7-259,4-2 1,4 2 835,9 2 0,3 0-508,9 0 1,2 0-474,2 0 1,3 2 106,-3 2 1,1-3-289,-1 3 1,2-2 104,-6-2 0,0 0-1168,-5 0 1,0 0-1190,-4 0 0,-2 0 382,-5 0 1915,-1 0 0,-5 5 0,-1 2 0</inkml:trace>
  <inkml:trace contextRef="#ctx0" brushRef="#br1">14427 6152 6546,'-12'12'-541,"1"0"1772,3 1 1,-2 1-446,6 2 0,-4 5 299,4 8 1,-1-2-462,5 6 1,0 5-171,0 3 0,0 4-229,0-3 0,0 0-97,0 0 1,0-4-597,0 4 1,0-5 369,0-4 1,0-3-652,0-5 1,0-6-8,0-2-1642,0-9 1666,6-2 1,1-6 731,5 0 0,1-11 0,-1-3 0</inkml:trace>
  <inkml:trace contextRef="#ctx0" brushRef="#br1">14403 6499 9354,'0'-8'1964,"0"-1"-1638,0 7 0,5-4-11,3 6 0,5 0-85,3 0 0,5 0-639,8 0 0,-1 0 326,5 0 0,1 0-1144,7 0 0,-2 0-1001,2 0 2228,-2-5 0,-7-2 0,-2-6 0</inkml:trace>
  <inkml:trace contextRef="#ctx0" brushRef="#br1">15147 6201 7828,'-12'-15'730,"-1"3"-321,-5-4 367,-1 15 0,0-4-292,2 5 1,3 5-107,2 3 0,1 9-68,3 4 1,-2 7 10,6 6 1,-4 1-4,3 3 0,1 0-83,4 4 1,0-3-276,0 7 0,0-6 99,0 1 1,0-4-572,0-3 0,6 0 147,2-5 141,3-6 0,3-5 1,1-5-179,2-1 0,5-4-842,-2 1 0,-2-7-51,-1 3 1,1-4 1294,-2-1 0,1 5 0,-5 2 0</inkml:trace>
  <inkml:trace contextRef="#ctx0" brushRef="#br1">15532 6214 7822,'4'-25'570,"0"0"0,4 6-154,-4 2 0,2 9 109,-2 4 1,-3 4-29,3 4 0,2 10 5,-2 10 1,0 4-49,-4 9 0,4-1-174,0 10 0,1-7 117,-5 3 1,0 1-100,0-2 0,-2 4-274,-2-3 0,1-1 74,-5-4 0,0-5-149,-5-3 0,2-4 88,3-5 0,-3-3-627,3-9 0,-3-2-1287,-2-6 1431,1 0 0,0-2 109,-1-2 1,5-4-7,0-9 1,3 4 214,-3-4 1,5-1-44,-1 2 0,-1-6-60,1 1 0,-1-3 22,5 0 0,0 4 333,0 4 324,0-3 1,6 5-256,2-3 1,3 9 75,2 4 1,-1 8-143,1 4 1,-1 3 532,0 2 1,5 0-259,-1 4 0,1-3-377,-5 2 1,1-1 110,-1 2 1,-1-3-1550,-3 2 1,2-2-1595,-6-2 3007,6 6 0,-9-4 0,5 4 0</inkml:trace>
  <inkml:trace contextRef="#ctx0" brushRef="#br1">15854 6623 7798,'-4'8'1669,"0"0"1,-2-1-841,2 2 0,3 2-319,-3-3 0,-2 3-71,2 1 1,0 1-410,4-1 0,-4 0-427,0 1 1,-1 1-1139,5 2 1,0-2 828,0 3 1,0-4-1354,0 0 2059,0-1 0,-5 0 0,-2 1 0</inkml:trace>
  <inkml:trace contextRef="#ctx0" brushRef="#br1">16102 6598 7800,'7'0'3264,"-1"0"-2282,-6 0-1134,0 0 87,5 0-1356,2 0 0,7 0 105,2 0 1316,-2 0 0,15 0 0,-3 0 0</inkml:trace>
  <inkml:trace contextRef="#ctx0" brushRef="#br1">16598 6524 7809,'7'0'1886,"3"-2"-1523,-6-2-291,6 3-72,-3-5 0,5 2 0,0 0 0,1 0 0,-1 4 0,1 0 0,-1 0 0,2 0 0,2 0 0,4 0 0,4 0 0</inkml:trace>
  <inkml:trace contextRef="#ctx0" brushRef="#br1">16921 6474 7809,'5'12'922,"-3"-5"1,5 3-345,-3-6 1,-1 2 30,5-2 1,-4-3-271,4 3 0,-4-2-507,5-2 1,-1 4-525,4 0 1,1 0-2106,-1-4 2797,1 0 0,-1 6 0,0 0 0</inkml:trace>
  <inkml:trace contextRef="#ctx0" brushRef="#br1">17665 6176 7803,'9'-19'-245,"-1"3"1,-1 2 448,1 1 1,4 6 674,1 3 0,-1 10-12,5 6 1,-5 12-343,-4 9 1,3 4-76,-2 4 1,-4 3-134,-1 6 1,-2 0-4,-2-1 1,-7 5-108,-6 0 0,-5 4-696,-6-5 1,-3 1 396,-1-4 0,-3-8-29,-2-4 1,7-8-224,5-9 0,6-9 174,-1-8 1,3-4-306,5-4 1,-2-3 180,6-5 1,-1-6-213,0-3 0,4-6 142,-3-2 0,3-2 435,1 2 0,0 2-172,0-6 1,0 0 228,0-5 0,1 11 294,3 2 0,-1 9-264,5-1 0,0 5 419,5 3 0,-1 7-258,1 10 1,0 6 144,4 10 1,-2 1-109,6 0 1,-5 0-309,5 0 0,-4 4-361,3 0-1,-1-1-562,2-3 1,-3-4 54,-6 0 1,1-5 384,-1 5 1,-1-6-1433,-2 2 1868,2-9 0,-4 3 0,5-4 0</inkml:trace>
  <inkml:trace contextRef="#ctx0" brushRef="#br1">17901 6759 7803,'7'-7'272,"2"0"1,-3 5 222,1-2 1,-3-1 987,4 5-980,1 0 0,-1 0 0,0 2 312,2 2 1,-5-1-31,-1 5-526,3 0 1,-5 5 0,2-1-128,-3 0 0,-1 2 74,0 3-390,0-3 1,0 3 0,0-4-492,0-1-1796,0 1 599,0-1 1872,0-5 0,0 4 0,0-4 0</inkml:trace>
  <inkml:trace contextRef="#ctx0" brushRef="#br1">18050 6598 8861,'5'-7'2190,"-3"-4"-1731,9 10 0,-4-9-427,5 6 1,0 0 42,1 4 0,-1 0-1075,1 0 0,3 1 288,1 3 712,-1-2 0,-3 9 0,-1-4 0</inkml:trace>
  <inkml:trace contextRef="#ctx0" brushRef="#br1">18199 6809 7803,'7'0'1525,"-2"0"-56,-5 0 1228,0 0-2076,6 0-983,0 5 0,8-3 310,3 2 1,-3-3-1135,2-1 0,2 0 759,-1 0 1,5 0-1886,-2 0 2312,-2 0 0,6-5 0,-5-2 0</inkml:trace>
  <inkml:trace contextRef="#ctx0" brushRef="#br1">18521 6635 7350,'0'-7'1072,"0"2"1,0 6 0,0 3-318,0 5 1,0 6 160,0 1-688,0 6 1,0-2 0,0 4 47,0 1 0,0 0-670,0 0 373,0 0 0,0 2 0,0-1-806,0-2 1,0-8 156,0 1-867,0-3 1537,0-2 0,6-5 0,1-1 0</inkml:trace>
  <inkml:trace contextRef="#ctx0" brushRef="#br1">18918 6214 7708,'13'-7'186,"-1"3"0,2 2 344,2 2 1,2 2 237,3 2 0,1 3-303,-5 5 1,3 6 153,-3 3 0,3 6-250,-3 2 0,4 6 60,-5-2 1,1 2-49,-5 3 1,-4-5-144,1 0 1,-7-6-665,3 2 1,-5-4 366,-5-4 1,-1 2-822,-7-2 1,1 1 466,-1-1 1,-5 1-878,-2-6 0,0 5 571,0-5 0,0 1-684,0-5 1403,2-5 0,0 4 0,-1-4 0</inkml:trace>
  <inkml:trace contextRef="#ctx0" brushRef="#br1">19464 6139 7686,'12'-4'618,"1"0"0,5 0-446,2 4 0,9 5 1025,4 4 0,5 2-539,3 1 1,-2-4-302,2 1 1,-2-7-775,-2 2 0,3-4 308,-3-4 1,2-3-1484,-10-5 1,4 4 241,-4-1 1350,-1 1 0,-8-4 0,-2-1 0</inkml:trace>
  <inkml:trace contextRef="#ctx0" brushRef="#br1">19725 6263 8206,'-13'0'2529,"1"6"-1848,-1 2 0,5 4-75,0 5 0,0-2-208,-5 6 0,2 4-64,3 3 1,-3 3-128,3-2 0,1-2-101,-2 6 1,2-4 88,-1 4 1,-3-5-157,3 1 0,-2 1-69,2-1 0,-2 0 73,6-4 0,-4 0-49,4-1 0,0-3 109,4 0-29,0-1 0,1 0 4,3-4 1,3-7 95,5-5 0,2-3-82,3-1 0,1 0 155,2 0 1,4 0-570,-4 0 0,5 0 167,4 0 0,-1 0-1192,5 0 0,-4 1 661,4 4 0,0-4-1022,4 3 0,0-2 252,1-2 1456,-1 0 0,6-6 0,1-1 0</inkml:trace>
  <inkml:trace contextRef="#ctx0" brushRef="#br1">20481 6325 7686,'0'-8'0,"0"0"2080,0 5-837,0-3-63,6 17 1,-3 3-400,5 11 0,0 0-90,4 0 0,-3 1-659,-1 3 1,0-3 33,5 3 0,-1-3-275,1-1 1,-2 2 189,-3-2 1,3 3-1663,-3-8 1,-1-2 828,1-1 0,-1-3-1978,1-2 2830,3-5 0,-4-7 0,6-7 0</inkml:trace>
  <inkml:trace contextRef="#ctx0" brushRef="#br1">20853 6338 7686,'-1'-11'576,"-3"2"0,1 4-173,-5 5 0,-6 1-147,-7 3 0,-3 9 464,-5 7 1,-9 15-263,-7 6 0,-3 6-379,-2 3 1,26-24 0,0 1 137,1 0 1,0 0 0,-19 25-210,4-6 0,7-3 170,2-6 1,5-7-2021,8-5 1214,5-6 628,11-12 0,11-7 0,3-7 0</inkml:trace>
  <inkml:trace contextRef="#ctx0" brushRef="#br1">21002 6300 7688,'13'-12'656,"-1"0"0,1-1-244,-1 1 1,4 4 130,1-1 1,1 1-180,-2-4 0,4 3-59,5 1 0,-1 4-279,1-4 1,-4 5 79,0-1 0,-1 2-47,5 2 1,-6 6 72,-2 2 0,-3 3 237,-2 2 1,-4 0-136,1 4 1,-7-3 201,2 2 0,-2 2-51,-2-1 0,1-1-81,3-3 0,-2 0-157,2 4-6,-3-3 0,3 4 1,1-5-80,-3 4 1,4-2 18,-2 6 1,1-5-51,0 5 0,-4-2 2,3 2 0,-3 2-37,-1-2 1,0 1 6,0-1 0,0 5-178,0-5 1,-4 5-8,0-6 1,-4 2 76,4-1 1,-6 1-62,2-5 0,1 3 35,-1-3 0,1-1-256,-1-3 0,-3-5 137,2 0 0,-2-1-322,-1 2 0,-2 0-273,-2-5 0,-4 5-400,-5-5 0,-6 5-742,-7 0 1987,-10-4 0,-14 6 0,-7-4 0</inkml:trace>
  <inkml:trace contextRef="#ctx0" brushRef="#br1">22218 6685 8946,'0'12'377,"0"1"0,-5 5-283,-4 2 1,-2 4-402,-1 0 1,-2 5 164,-3 0 0,4 0-595,-4-4 1,3-6-219,2-2 955,0-9 0,-1-2 0,1-6 0</inkml:trace>
  <inkml:trace contextRef="#ctx0" brushRef="#br1">22541 6524 7692,'4'12'0,"0"0"0,4 1 1602,-4-1-902,6 1 1,-3-2 66,5-3 0,6 2-687,3-6 1,2 0 8,2-4 1,7-6-1017,5-2 1,2-4 556,6-5 0,-5-2-1845,1-6 1988,-2 0 1,-2-5 0,0-2 0</inkml:trace>
  <inkml:trace contextRef="#ctx0" brushRef="#br1">23000 6102 7692,'-13'0'-612,"1"0"0,-1 0 1509,1 0 1,0 3-285,-1 5 0,1 2 117,-1 10 1,1 11-289,0 6 0,3 10 3,1 2 0,4 6-430,-4 7 0,3-4 2,-3 0 0,5-1 96,-1 1 1,-1 1-282,1-5 1,-5-1 97,5-3 0,-1-6-56,1-3 1,2 1-255,-2-5 1,-1-3 198,0-9 0,0-1-112,1-4 1,2 2 55,-2-5 1,-3-1-144,-1-3 0,1-5 217,-1 0-358,0-5 0,-5 1-37,1-8 0,-1-3 180,1-5 1,0-1-40,-1 1 417,1-6 0,-1-7 0,1-6 0</inkml:trace>
  <inkml:trace contextRef="#ctx0" brushRef="#br1">23409 6387 7692,'-6'13'603,"4"0"-422,-7 4 0,1 2 521,-4 6 0,1 5-229,2 3 0,0 3 407,5 1 0,0 6-395,4 3 1,0-4-596,0 0 1,4-5-308,0-4 1,10-3-504,-2-5 0,5-7-521,-1-6 0,3-5 288,6-7 1153,5-5 0,2-13 0,5-8 0</inkml:trace>
  <inkml:trace contextRef="#ctx0" brushRef="#br1">23930 6226 7692,'-1'17'567,"-4"-1"1,0 6-285,-3-1 1,-3 8 841,2 4 0,2 3-102,-1 1 1,4 8 150,-4 1 1,4 5-708,-5-6 0,5-1-150,-4 2 1,0-2-806,-5 1 1,-5-2 375,-2-6 1,-4-1-197,-1-3 0,1-4 256,-1-8 1,0-5-602,0-7 0,5-4-553,-1-5 0,3-5 564,1-4 1,1-7-84,8-5 1,2-2 264,2-2 0,3-10 326,1-2 1,1-3-63,3 3 0,4 0 421,9 0 1,-3 5-199,2 3 0,2 10 184,-1 6 0,1 6 1114,-2 7 0,-1 2-628,6 2 0,-6 4 233,2 9 1,1 2-418,-2 6 0,5-4-797,-5-1 0,2-5 235,-1 2 1,1-3-1790,2-2 1,2-4 432,-5 1 1405,0-7 0,-5 9 0,0-4 0</inkml:trace>
  <inkml:trace contextRef="#ctx0" brushRef="#br1">24029 6759 7692,'0'9'1066,"0"-1"0,0 0 321,0 4 1,0 1-743,0-1 0,0 1 126,0-1 0,2 2-307,2 2 1,-3-2-1033,3 3 1,-2-3 409,-2-2 0,1-1-2534,3-3 267,-2 3 2425,3-9 0,1-2 0,0-7 0</inkml:trace>
  <inkml:trace contextRef="#ctx0" brushRef="#br1">24141 6536 7692,'-6'7'2918,"5"4"-1989,-5-10 1,8 5-457,2-6 0,4 0-704,9 0 0,1 0 223,2 0 0,4-4-3689,-4 0 3697,4-6 0,1-2 0,0-8 0</inkml:trace>
  <inkml:trace contextRef="#ctx0" brushRef="#br1">24426 6362 7692,'7'6'0,"4"-5"0,-4 10 824,5-2 0,-3 2 441,-1 1 1,0 6-648,5 3 1,-5 2 97,0 2 0,-1 0-296,1-1 1,2 5-98,-6 0 0,0 2-103,-4-2 0,-1 1-336,-3 3 0,-3-1-209,-6-3 0,-3-3-346,-1 3 0,-1 0-101,2-5 0,3-1-2688,1-11 1323,0-5 2137,10-2 0,-9-16 0,4-2 0</inkml:trace>
  <inkml:trace contextRef="#ctx0" brushRef="#br1">24848 6548 7680,'18'0'0,"-4"0"1088,2 0 1,-1 0-172,2 0 1,4-1 39,8-3 1,-3 1-293,3-5 0,2 4-265,2-5 0,3 7-1140,2-2 1,-3-2 490,-2 2 0,-2 0-1668,-6 4 0,-2 0 461,-2 0 1456,-3 0 0,-6 0 0,0 0 0</inkml:trace>
  <inkml:trace contextRef="#ctx0" brushRef="#br1">25096 6672 7680,'-5'13'3711,"3"-1"-2934,-3-5 0,12-1 102,5-6 0,6 0-393,7 0 1,5-4-908,3-1 0,2-4 319,-2 0 1,2-2-1795,-1-1 0,1-4 384,3-1 1512,-7 0 0,0 0 0,-7-3 0</inkml:trace>
  <inkml:trace contextRef="#ctx0" brushRef="#br1">26138 6338 7650,'-16'24'858,"-1"1"0,-4 4-446,5 0 0,-1 1 437,5-1 1,-1-1-25,1 5 1,5-5 186,3 0 0,4-5-348,4-3 0,9-6-276,7-2 1,5-1-446,4-6 1,3-1 88,5-4 1,-3-2-860,4-2 0,-5-4 555,4-9 0,-1 2-210,-7-5 0,0-1 78,-5-4 0,-6 4-426,-5 1 1,-6 0 610,-7 0 0,-7-4 51,-6 4 1,-6 2-11,-10 1 1,-8-1-27,-9 2 1,-7-2-941,-5 1 0,-4 9 339,-4 0 805,-3 5 0,32 3 0,-1 0 0,0 1 0,-1 1 0,-2 1 0,-1 2 0,-2 2 0,0 0 0</inkml:trace>
  <inkml:trace contextRef="#ctx0" brushRef="#br1">20320 2121 7396,'0'7'566,"-6"-2"-275,5-5 286,-4 0-260,5 0-38,0-5 0,0 2-86,0-5 0,1 4 45,3-5 0,3 1-46,5-4 1,1-1 23,-1 1 0,5-2-219,-1-3 1,10 2 117,-1-5 0,13-5-100,-1-4 1,14-6-304,2 2 0,3-2 203,2-3 1,-2 3 58,2 1 1,-3 0-49,-5 5 1,-10 1 5,-3 8 1,-10 2-445,-2 5 1,-1 1-1589,-8 0 2100,1-1 0,-5 6 0,1 2 0</inkml:trace>
  <inkml:trace contextRef="#ctx0" brushRef="#br1">21040 1426 7859,'-7'-8'447,"2"0"4,4-1-160,1-3 0,6 0-20,2-1 0,7 5 77,2 0 1,9 4-91,-1-5 1,8 7-25,0-3 0,4 4-173,4 1 1,-3 6 54,-1 2 0,-1 3-266,-7 1 0,-5 5 106,-3-1 1,-7 6-594,-2-1 0,-5 2 31,-7 2 0,-1 6-224,-3 2 1,-10-2 237,-11 2 1,-3 1 591,-9 3 0,1 1-339,-9 4 1,-1-4 0,-3 5 0</inkml:trace>
  <inkml:trace contextRef="#ctx0" brushRef="#br1">25977 1116 7858,'-7'-1'-125,"3"-3"466,-3 2 90,6-9-314,-5 4 0,6-5 367,0 0-214,0-1 1,0 1 50,0-1 1,-1 1-123,-3 0 0,2 3 454,-2 1-227,3 0-361,-5 1 66,-1 1 1,-5 8-214,-1 2 0,1 3-7,0 5 0,3 7 27,1 6 1,0 1-70,-5 8 0,5-7 66,0 2 1,5-3 27,-1-1 0,3-4 41,1-1 0,0-9 103,0 2 0,5-9-96,3 0 1,9-8-192,4-4 0,2-5-43,2-3 1,-5-5-166,1-8 1,3 3-6,0-3 1,4-3 109,-7-1 1,1-3 167,-2-1 0,2-1-79,-5-4 1,-2 4 259,-7-4 1,2 0-146,-6 0 1,0-2 381,-4 7 0,0-2 37,0 10 1,0 5 641,0 3-339,0 11 0,-1-1-236,-3 11 1,2 2-64,-2 2 1,3 3-69,1 5 1,-1 6-8,-4 3 1,3 8-45,-7 4 1,1-2-146,-4 2 1,-1 1-231,1 3 1,0 1-408,-1 4 0,1-4-672,-1 4 0,1-4 601,-1-1 1,2 1-437,3-1 1,-1-1 494,4-3 1,1-4 568,4-9 0,0-2 0,0-5 0,0-1 0</inkml:trace>
  <inkml:trace contextRef="#ctx0" brushRef="#br1">26237 1104 7858,'0'14'-326,"0"2"1,0-2 861,0 2 0,0-2-114,0-1 1,0 3-60,0 1 1,0-1-406,0-3 0,7-6 101,6-3 0,0-3-162,8-1 0,0-1 76,4-3 1,-2-5-114,-2-7 0,2 1 83,-2-6 1,-3 4 0,-2-3 0,-2 5 142,-2-2 0,-1 3-22,-2 2 1,-4-1 345,-5 1-229,-5 0 0,-6 1 5,-6 2 0,-1 0-45,2 5 1,1-1-139,-6 5 0,2 0 64,-2 0 1,2 6-116,2 2 0,2 7 37,-6 2 0,6 4 13,-1-5 1,-1 6-481,5-1 1,-4 2 197,8 2 1,3 0-694,1 0 0,2-2 418,2-2 1,7-9 554,5-8 0,12-2 0,8-13 0,5-3 0</inkml:trace>
  <inkml:trace contextRef="#ctx0" brushRef="#br1">26709 1067 8813,'-2'12'751,"-2"0"1,-4 1-405,-9-1 0,-2 6-72,-6 3 1,2 2-226,2 2 1,3-2 134,6-2 0,-3 1-546,2-5 393,4-6-242,9 0 1,5-11 68,3 0 0,5-6-168,3-6 0,0-2 47,4-2 0,-5 2-4,2-3 0,-3 5-4,-2 4 1,1-3 120,-1 2 0,0 4 73,1 1 0,-5 2-47,0 2 0,-4 0 187,5 0 0,-7 6-105,3 2 0,-3 4 115,2 5 1,-2-1 59,2 9 1,-3-1 155,-1 9 0,0-4-126,0 4 1,0 4-119,0 4 1,-1 1-22,-3-5 0,-3 0 51,-5 0 0,-1 1-138,1-1 1,-2-7 80,-3-5 0,4-2 230,-4-6 1,2-1-96,-2-3 0,4-6-94,-4-3 1,3-3 22,2-1 0,4-4 2,-1 0 0,1-7 49,-4-2 1,1 0-37,2-8 0,0 4-15,5-3 1,-1-1-6,5-4 1,0 2-154,0 2 0,2-2 52,2 2 0,0 3-36,9 2 1,-4-2 58,8 1 1,2-3 29,2 3 1,2-4-11,2 5 1,1-5-3,3 5 0,-3-5-239,3 4 0,0 1 81,-4 3 0,3 1-665,-8 0 0,4 3-1220,0 1 2025,-4 5 0,3-8 0,-4 4 0</inkml:trace>
  <inkml:trace contextRef="#ctx0" brushRef="#br1">27366 905 7858,'0'-12'0,"2"0"4,2-1 1,-3 1 98,3-1 1,-2 1 271,-2 0 0,1 1 211,3 2-163,-2-2 1,3 8-85,-5-5 0,-1 5-218,-3-1 1,-2 8 36,-2 5 0,-3 7-109,2 5 0,-3 4 86,-4 4 0,2 1 42,-3 3 1,3 3-341,2-3 1,1 1 112,3-1 0,-3 2-230,2-6 1,4 0 165,1-4 1,2-5-745,2 1 1,6-7 371,2-2 1,9-1 125,3-7 0,5-1-788,4-7 1148,-3-3 0,10-5 0,-4-1 0</inkml:trace>
  <inkml:trace contextRef="#ctx0" brushRef="#br1">27838 719 7858,'7'-5'355,"-2"3"0,-4-3 834,4 5-808,-4-6 0,9 6-70,-6 0 1,1 3-86,-1 10 0,-2-2-60,2 9 1,-1 1 58,1 4 1,-3 5-250,3 3 1,-4-1-99,-4 1 0,1 0-112,-5 4 0,-4 0-15,-5 1 0,-3-3 111,3-1 0,-4-6-16,5-7 0,-5-3 45,5-6 1,-2-1 46,1-2 1,7-4-36,-2-5 0,2-1-157,-2-3 1,0-3 136,-1-6 1,5 1 53,0 0 0,3-1 49,-3 1 0,5-2-57,-1-2 0,3 0 101,1-4 0,0 0-72,0 0 1,0-2 180,0 5 1,0 1-105,0 3 1,1 2 476,3 3-197,3 2 0,10 6 40,-1 0 0,1 2-94,-5 2 0,5 7-94,-1 5 0,2 1-123,-1-5 0,-2 5 125,6-1 0,-5 1 19,5-5 0,-4 1 16,3-1 0,-3 1-43,3-1 0,-4 0-50,0 1-111,-2-1 0,-2 1 0,1-1 0</inkml:trace>
  <inkml:trace contextRef="#ctx0" brushRef="#br1">28135 1129 7858,'2'7'-384,"2"-3"0,-3-2 996,3 3 0,-2-3-165,-2 7 1,1-7 234,3 2-629,-2 3 133,3 0-548,-5 6 0,0-1 247,0 0 0,0-3-484,0-1-198,0-5-526,0 8 1323,0-10 0,0 5 0,0-6 0</inkml:trace>
  <inkml:trace contextRef="#ctx0" brushRef="#br1">28173 943 7858,'0'-13'421,"1"5"711,3 0-640,-3-1 1,6-2-110,-2 3 1,-3-2-895,7 6 1,-1 0 397,4 4 0,1 0 113,-1 0 0,0 6 0,1 1 0</inkml:trace>
  <inkml:trace contextRef="#ctx0" brushRef="#br1">28718 1215 7293,'13'-5'935,"-1"4"1,-5-4-455,-3 10 0,-2 1-252,-2 7 0,0 5-64,0 2 0,-6 8-428,-2 1 0,-7 5 210,-2-1 0,1-2-867,3-2 1,2-4 152,3-5-278,-3 4 1045,10-16 0,-5 3 0,6-11 0</inkml:trace>
  <inkml:trace contextRef="#ctx0" brushRef="#br1">28979 843 7858,'0'-7'887,"0"-4"1,1 9 67,3-7 0,-1 7-348,5-2 0,2 1-101,7-1 0,2 2-184,6-2 0,5-1-110,3 0 1,7-3-484,2 4 1,4-4 267,0 4 1,1-6-920,-2 2 0,-2-2 529,-6 2 0,-5-2-1101,-3 6 1,-4 0-14,-5 4 1507,-7-6 0,-2 5 0,-4-4 0</inkml:trace>
  <inkml:trace contextRef="#ctx0" brushRef="#br1">29252 819 7858,'-18'12'0,"8"2"0,-2 2 0,4-1 749,-1 6 0,2 1-283,3 7 1,3-1 476,-3 5 0,2 0-482,2 4 1,2 0-259,2 0 1,-3 1-436,3-1 0,-2-4 215,-2 0 1,4-5-265,0 0 1,0-5 222,-4-3-1097,6-5 1,1 2-296,5-9 1450,0-2 0,1-12 0,-1-1 0</inkml:trace>
  <inkml:trace contextRef="#ctx0" brushRef="#br1">29227 1129 8430,'12'0'1195,"1"0"1,1 0-608,2 0 0,5 0-1114,8 0 0,3-5 378,5 1 1,5-5-1253,4 0 1400,-3-2 0,5-1 0,-4 0 0</inkml:trace>
  <inkml:trace contextRef="#ctx0" brushRef="#br1">30058 719 9083,'6'7'2798,"-1"4"-2167,4-2 1,2 3-149,-3 4 1,4 5-147,5 8 1,-3 8-110,2 9 0,-4 3-560,-3 5 0,-4 1 143,-5 3 1,-7 1-564,-5-5 0,-7-2 491,-10-6 0,1-2-383,-5-3 0,4-2 137,-4 2 1,1-3-269,-1-5 1,2-3 176,2-5 1,2-6 597,-2-2 0,-1-2 0,1-2 0,2 0 0,0-3 0</inkml:trace>
  <inkml:trace contextRef="#ctx0" brushRef="#br1">24215 868 7881,'4'-12'0,"1"-1"0,4 1 527,-1 0 1,-1-1 267,2 1 866,-1 5-311,4-4-520,1 9-612,-6-3 1,-3 6 9,-8 3 1,-9 7-238,-7 6 0,-4 5 103,-1-1 0,-6 2-339,-7 2 1,1 4 222,-4 0 0,2 4-590,2-4 0,-6 5 252,-2-1 0,2-2 164,2-2 0,3-3 368,5-1 1,7-6-83,6-3 0,6-2 150,1-1-160,6-6 0,9-2 105,2-5 0,3 1-45,5 4 1,2-4 114,3 3 0,3 3 120,9 1 0,-1-1-255,5 1 1,-6 1-99,2 3 1,2 0 86,-2 1 0,0-1-315,-5 1 1,1-1 116,0 0 1,0 5-220,0 0 1,1-1 125,3-4 1,-3 2-2056,3 3 2237,3-3 0,-1 9 0,7-4 0</inkml:trace>
  <inkml:trace contextRef="#ctx0" brushRef="#br1">23645 1513 7890,'0'-12'434,"0"-1"1,0 5 1760,0 0-924,0-1 674,0-3-871,0 0-121,0 5-337,0 1-374,0 6 0,4 6 50,0 2 1,7 3-78,1 1 1,2 2-179,7 3 0,-5-2 98,5 6 1,1-5-329,7 5 0,-3-2 113,3 2 1,3-3-590,1-6 1,-1 5-51,1-1 0,-4 1-1158,4-5 1140,-6 1 0,4-1-359,-7 0 1,1-3 488,0-1 0,-6-5-567,-2 1 1174,2 3 0,-5-6 0,4 5 0</inkml:trace>
  <inkml:trace contextRef="#ctx0" brushRef="#br1">3002 11509 7694,'6'9'1477,"2"-1"0,4-5-949,5 1 0,9-3-934,11-1 0,13 4 112,12 0 1,-28-1 0,2-1-193,5-2 1,1 0 0,-1 0 0,1 0 363,3 0 0,1 0 0,2 0 0,1 0-196,1 0 0,0 0 0,4 0 0,1 0 202,0 0 0,1 0 1,0 0-1,0 0-295,2 0 1,0 0 0,-1 0 0,0 0 373,1 0 0,0 0 1,3 0-1,2 0 38,3 0 1,0 0 0,2 0-1,-1 0 96,1 0 0,1 0 1,0 0-1,1 0-301,-22 0 1,0 0-1,1 0 1,1-1 0,1 1-1,1-1 294,4 0 0,1-1 1,-1 1-1,-2 1 0,0-1 1,-1 1-153,4-2 0,-1 1 1,1 0-1,0 0 0,1 0 1,-1 1 132,3 0 1,1 0 0,0 0 0,4 0 0,1 0 0,-1 0-25,0 0 1,-1 0 0,1 0 0,3-1-1,0 0 1,-1-1-8,-3 1 1,-2-1 0,2 1 0,4-1-1,1 1 1,1 0-159,-17 0 0,1 2 0,0-1 0,0 0 0,2 0 0,1 0 0,0 0 0,0 0 113,0 0 0,0 0 1,0 0-1,0 0 1,2 0-1,0 0 1,0 0-1,0 0-119,-2 0 1,-1 0-1,1 0 1,0 0-1,2 0 1,1 0-1,-1 0 1,1 0 122,1 0 1,0 0-1,0 0 1,0 0-1,2 0 1,-1 0-1,1 0 1,-1 0-37,0 0 1,0 0 0,0 0 0,0 0-1,2 0 1,0 0 0,0 0 0,0 0-52,0 0 1,-2 0 0,1-1 0,1 2 0,0 0 0,0 0 0,1 0 0,-1 0 74,1 0 0,0 0 0,0 0 0,1 0 0,1 0 0,1 0 0,1 0 0,-2 0-35,1-1 0,-1 0 0,0 0 0,0 0 0,3 0 0,-1 0 0,1 0 1,0 0 39,-3 0 0,0 0 0,0 0 0,0 0 0,2 0 1,0 0-1,1 0 0,-1 0-5,-12 0 1,0 0 0,0 0 0,0 0 0,1 0 0,1 0 0,0 0 0,0 0 0,1-1 0,-1 1 19,0-1 0,-1 0 1,1 0-1,0 0 0,0 1 1,1-1-1,1 1 1,-1-1-1,1 1 0,-1-1 22,-2 0 1,0-1 0,-1 0 0,1 0 0,0 1 0,2 0 0,-1 0 0,1 0 0,0 1 0,0-1-12,0-1 0,1 0 0,-1 1 0,0-1 1,1 0-1,1 1 0,-1-1 0,1 1 0,0 0 1,0-1 22,-2 1 0,1-1 0,-1 0 0,0 1 0,1-1 0,0 1 0,2-1 0,-1 1 0,0-1 0,0 1-1,-2 0 0,1 0 1,-1 0-1,0 1 1,1-1-1,1 1 0,0-1 1,0 1-1,1-1 1,-1 0-6,1 0 0,0-1 1,-1 0-1,1 1 0,0-1 1,1 1-1,0 0 1,1 1-1,-1-1 0,-1 0-47,-1-1 1,0 1-1,0-1 1,0 0 0,0 1-1,2 0 1,1 0 0,-1 1-1,1-1 1,-1 1 19,-2-1 0,0 0 0,0 1 0,-1-1 0,2 0 0,0 0 0,1-1 0,-1 1 0,1-1 0,0 1-13,0-1 1,1 1 0,-1-1 0,1 0-1,0 1 1,1-1 0,1-1 0,0 1-1,-1 0 1,1 0-6,-1-1 1,0 1 0,0-1 0,0 1-1,1-1 1,1 1 0,0-1 0,1 1 0,0-1-1,-1 1-22,-1-1 1,0 1 0,0-1 0,0 1 0,0-1-1,1 1 1,0-1 0,0 0 0,1 1 0,0-1 18,-11 0 1,2 0 0,-1 0 0,0 1 0,1-1 0,-1 0 0,1 0 0,-1 1-1,1 0 1,-1-1 0,1 1 0,-1-1-19,1 0 1,-1-1-1,0 1 1,0-1 0,0 0-1,1 1 1,0 0-1,0 1 1,1-1 0,-1 1-1,0 0 1,0-1 54,-1 0 1,-1 1 0,1-1 0,-1 0 0,1 0 0,-1 1 0,2-1 0,-1 0-1,1 0 1,-1 0 0,1 0 0,-1 0-22,1 0 1,0 0-1,0 0 1,0 1-1,0-1 1,0 0 0,1 0-1,0 0 1,0 1-1,0-1 1,0 0 0,-1 1 75,1-1 0,-2 1 0,1 0 0,0 0 1,0 0-1,0 0 0,1 0 0,0 0 1,0 0-1,0 0 0,0 0 0,0 0-37,-3 0 1,1-1 0,-1 1 0,1 0 0,-1 0 0,1 0 0,0 1 0,1-1-1,-1 1 1,1 0 0,-1-1 0,1 1 15,0 0 1,0-1 0,0 1-1,0-1 1,0 1 0,0 0 0,1 0-1,0 0 1,0 1 0,0 0-1,0 0 1,0-1-5,0 0 1,0 1 0,-1-1 0,1 0 0,0 1 0,-1-1-1,2 0 1,-1 0 0,0 0 0,1 0 0,-1 0 0,0 0-17,-1 1 1,0-1 0,0 0 0,0 1-1,0-1 1,0 0 0,1 1 0,-1-1-1,1 0 1,0 0 0,0 1 0,0-1-27,1 1 1,0 0-1,0 0 1,0 0 0,0 0-1,0 0 1,1 0 0,-1 0-1,0 0 1,1 0 0,-1 0-1,0 0-39,0 0 0,-1 0 0,0 0 1,0 0-1,1 0 0,-1 0 1,1 0-1,-1 0 0,1 0 1,0 0-1,-1 0 0,0 0-54,0 0 1,-1 0 0,0 0 0,0 0-1,-1 0 1,1 0 0,0 0 0,-1 0-1,1 0 1,-1 0 0,1 0 0,-1 0 39,2 0 1,0 0-1,0 0 1,-1 0 0,1 0-1,-1 0 1,9 1 0,0 0-1,0 0 1,-1 0 0,0 1-55,1-1 0,0 1 0,0 0 0,-1-1 1,1 1-1,-3-1 0,0 1 0,0-1 1,0 0-1,0 1 41,1-1 0,-1 1 0,0 0 0,0-1 0,0 1 1,-1 0-1,-1-1 0,0 1 0,0-1 0,0 1 27,1 1 0,0-1 0,0 1 0,-1-1 0,0 1 0,-4-1 0,-1 1 0,-1-1 0,0 1 0,0-1-10,0 1 0,-1-1 0,0 0 0,0 1 0,0 0 0,11 0 0,0 0 0,0 1 0,-1-1 0,0 1 1,-1 0 0,0 1 0,0-1-1,-2 0 1,0-1 0,-1 1 0,0 0-3,-3 1 1,1 0 0,-2 1 0,0-1 0,-4-1 0,0 0-1,-2 0 1,1 0-43,15 3 0,1 0 0,-2 0 0,-5-1 1,-1 1-1,0-1 81,-1 1 0,0-1 0,-1 2 0,-2 1 0,0 0 0,0 0 0,-3 0 0</inkml:trace>
  <inkml:trace contextRef="#ctx0" brushRef="#br1">1303 12241 7765,'-13'0'0,"1"0"0,-5 0 877,1 0 0,-5 4-106,4 0 0,-3 6 70,3-2 1,-5 5-462,2 3 0,-4-1-177,-1 6 1,0 0 59,1 4 1,0-1-48,4 1 0,3-4-265,9-1 1,-2-4 113,6 0 0,4-2-288,4-2 1,10-1-43,-2-2 1,10 0-211,3-5 1,1 2 198,7-2 1,-5 2 85,1 2 1,-3 3 105,-1-3 0,-4 3-71,-1 2 1,-5 0 352,2 4 0,-7-3-110,-2 2 1,-5 2 309,1-1 1,-6 3-102,-6-3 0,0 4 9,-9-5 0,-1 5-388,2-5 0,-6 1 66,1-5 1,3-1-282,2-2 0,2 0 167,1-5 1,1 0-1155,0-4 1,5-5 550,3-3 0,2-5 733,2-3 0,-5-4 0,-2-4 0</inkml:trace>
  <inkml:trace contextRef="#ctx0" brushRef="#br1">1513 12576 7765,'-12'12'0,"1"5"1584,3-1 1,-2 5-749,6-4 0,-4 3 428,4-3 1,-2 5-591,2-1 1,3 2-212,-4 2 1,5-2-429,5-2 0,-3-3-470,7-6 0,-1-1-554,4-2 0,5-5 689,-1-8 0,6-5-1352,-1-7 0,2-4 661,2-4 1,0-3 108,0-1 1,-2 0 374,-2-5 1,1 5 506,-5-1 0,-1 5 0,-3 3 0,-5 7 0,0 6 178,-5 5 0,2-1 131,-5 8 1,-1 8 1013,-3 9 0,1 3-548,-5 0 1,4 3 433,-5 2 1,3-3-600,-3 3 0,2-3-197,3-1 1,3-1-143,-3 1 1,2 0-1195,2 0 1,2-6-1543,2-2 0,3 1 2465,5-2 0,1 1 0,-1-5 0</inkml:trace>
  <inkml:trace contextRef="#ctx0" brushRef="#br1">2171 12613 7765,'-1'17'1101,"-4"-1"1,4 6-465,-3-1 1,-2 2 675,2 2 1,-1 3-620,1 5 1,1 3-28,-5 13 1,3 5-400,-3 12 0,4-29 1,0 2-391,-2 4 0,0 1 0,-1 2 0,0 1 230,-1 5 0,-1 0 0,0-2 0,0-1-566,-1 1 0,0-1 1,0-3-1,2-1-5,1-5 1,1-1 0,-5 24-1644,3-21 1182,2-18 0,6-26 316,0-15 1,0-5-556,0-15 0,6 1 132,2-10 1031,3 1 0,-1-9 0,2 0 0,3 1 0</inkml:trace>
  <inkml:trace contextRef="#ctx0" brushRef="#br1">2146 12750 7765,'13'-13'0,"-1"6"1069,0 3 1,5-3-466,-1-1 1,2 3 566,-1 0 0,-2 4-362,6 1 1,-6 0-130,1 0 0,-2 1-529,-1 4 1,-2 3 76,-3 8 1,-3 4-211,-5 4 0,0 1 123,0 0 1,-6 5-589,-7 3 0,-5 3 346,-7 1 1,1 1-1417,-1-1 1,4-5 188,0-4 0,6-7 20,-1-4 0,2-9-157,2-4 1465,5-8 0,1-14 0,6-8 0</inkml:trace>
  <inkml:trace contextRef="#ctx0" brushRef="#br1">2556 12750 7765,'-6'24'402,"-2"1"1,1 1-202,-1 3 0,1-1 1303,-2 5 1,-2 6-354,3 6 0,-7-1-12,-2 2 1,1-1-548,3 5 0,1 1-213,0 2 1,-1 3-1007,1 1 1,-1 0 575,1-3 0,0-2-997,-1 6 1,2-7 675,3-1 0,-2-12-1072,6-9 561,0-14 1,4-7-209,0-16 1,6-8-134,2-17 1,3-3 287,1-14 936,1 3 0,2-11 0,-3 1 0,-2-7 0</inkml:trace>
  <inkml:trace contextRef="#ctx0" brushRef="#br1">2531 12737 7765,'0'-7'2123,"4"0"-1485,0 3 0,6 3 331,-2-3 1,-1 2-388,1 2 0,0 0-128,5 0 1,-1 2-53,1 2 1,-5 3-77,0 5 0,-5 5-175,1-1 0,-3 6 52,-1-1 1,-1 2-650,-3 2 1,-3 1 382,-5 3 0,-5-2-1546,0 1 0,5-3-129,4-4-1092,5-3 1050,-2-11 1780,10-13 0,7-13 0,8-13 0</inkml:trace>
  <inkml:trace contextRef="#ctx0" brushRef="#br1">2890 12824 7765,'0'23'392,"0"-2"0,-4-3 579,0-6 0,0 5 1066,4 0-997,0-1-220,0-4 1,1-5-302,4-3 1,1-8-472,7-4 0,-1-3 27,1-1 0,0-6-1109,4-3 1,-3 2-400,2-2 0,-6 6 794,-2-2 0,-5 4-539,1 0 736,-2 1 1,-4 1 654,-2 3 1,-7 2-186,-6 6 0,0 0 706,0 0 1,2 6-290,-6 2 1,5-1 151,-5 1 0,6-1-1069,-2 1 0,3 2 364,2-6 0,4 1-2752,-1 0 2157,7-4 0,2 3-24,8-8 727,3-8 0,12-8 0,4-5 0</inkml:trace>
  <inkml:trace contextRef="#ctx0" brushRef="#br1">3163 12650 7765,'11'2'823,"-2"2"1,2-1-319,-3 5 0,-1-4 766,1 4 1,-5 1 30,1 3-647,3 0 1,-6 1-240,3-1 1,-2 1-39,-2-1 0,4 0-1236,0 1 758,0-1 0,0 1-613,0-1 0,5-4 500,-5 1 0,6-7-617,-2 2 1,3 2 279,1-2 0,1 2 152,-1-2 1,-1-2 254,-3 7 1,3-5 212,-2 4 0,2-4 235,1 5 0,-4-7-280,1 2 0,-1 2 46,4-2 1,1 0-40,-1-4 1,1 0-446,-1 0 0,6-5 190,3-4 0,2-3-2,2-4 1,0 0 104,-1-4 1,1 5 3,0-2 1,-2-1 434,-2 2 0,-3-1-226,-6 5 0,1 1 624,-1 2 0,-5 2-356,-3 3 1,-4 3-6,-4-3 0,-4 2-12,-9 2 0,-2 7-308,-6 6 0,-4 0 16,0 8 1,-4 0-76,4 4 0,0-1-250,5 1 1,3 0 130,0 0 0,7 0-752,2-1 0,1-3 399,7 0 0,1-10-907,7 1 0,4-4 218,9 1 1184,2-4 0,6-10 0,0-2 0</inkml:trace>
  <inkml:trace contextRef="#ctx0" brushRef="#br1">1116 13506 7765,'-12'0'0,"4"0"1619,0 0-331,-1 0-702,2 6 1,2-4 112,5 7 1,11-7-264,5 3 1,13-4 173,9-1 0,4 0-213,8 0 1,2-4-147,6 0 0,0-5-388,8 5 0,-29 2 0,1-1 150,0 1 1,2 0-1,6-1 1,1 0-44,4 0 0,1-2 1,4-3-1,2 1-562,8 1 0,1-1 0,-1-4 1,1-3 212,-19 6 0,1 0 0,-1 0 0,0-2 0,0-1 0,1 0 190,0 1 1,1 1 0,0-1 0,-3 0 0,0 1-1,-1-1-156,21-3 1,-1 1 0,-2 2-1,0 1-119,-6 0 0,0 1 0,-2 1 0,-1 1 246,0-1 1,-2 1 0,-5 2-1,-1 0 85,-1 0 1,-1 0 0,-1 2 0,-1 0-210,-4-2 1,0-1 0,-2 2 0,-1-2-257,31-7 0,-16 3 371,-10 1 0,-8 5 227,-8-1 0,-7-1 0,-6 1 0,-5-1 0</inkml:trace>
  <inkml:trace contextRef="#ctx0" brushRef="#br1">5272 12067 11974,'13'2'1245,"-1"2"1,6-1-809,3 5 1,8-5-370,4 1 0,8-3 40,5-1 0,-1 0-925,5 0 0,-9-1 555,4-3 1,-10-2-512,-6-2 0,-8-3-3327,-5 3 2528,-8 2 1572,-2 1 0,-17-1 0,-3-1 0</inkml:trace>
  <inkml:trace contextRef="#ctx0" brushRef="#br1">5508 12055 7765,'-12'0'616,"-1"6"0,1 2 174,-1 8 1,5 0-346,0 4 1,5 8 851,-1 9 0,3 6-616,1 6 0,-2 1-153,-2 0 1,3-1-149,-3 1 0,-2-5-925,2 1 1,0-8 404,4 0 1,0-7-1173,0-6 0,0-6-652,0-2-153,0-9 2117,5-2 0,-3-6 0,3 0 0</inkml:trace>
  <inkml:trace contextRef="#ctx0" brushRef="#br1">5434 12514 8275,'12'-6'305,"0"1"435,1-3 1,3 1-257,1 3 1,5 2 654,-1-2 0,2-1-515,2 0 1,0 0-556,-1 1 0,0 2-490,-3-2 1,1-1-1465,-6 1-105,6 0 1,-14 6 1092,1 7 1,-13 0 896,-9 12 0,-10 5 0,-9 6 0</inkml:trace>
  <inkml:trace contextRef="#ctx0" brushRef="#br1">5322 12824 7765,'-11'12'967,"3"1"1,2-5-398,6 0 0,1-4 592,4 5 1,7-6-558,9 1 0,4-3-176,3-1 0,6-1-92,7-3 0,8-8-204,9-4 1,4-7-198,-29 10 1,1 1 0,30-14-290,-28 9 0,-1 0 0,-3 3 0,0 0-731,2-3 1,-1 0-1,-1 1 1,-1-1 201,0-1 1,0-1 705,26-13 0,-27 12 0,0-1 0,27-17 0</inkml:trace>
  <inkml:trace contextRef="#ctx0" brushRef="#br1">6649 11931 9536,'-7'-5'2297,"0"3"-1811,3-2 1,2 4 257,-7 4 0,1 3-132,-4 5 0,-6 12 55,-3 5 1,-2 12-240,-2 9 1,-6 10-487,15-25 0,-1 1 0,-1 3 0,-1 0-141,-1 2 1,-1 1-1,-1 1 1,0-1-116,-3 2 1,0-1 0,1-1 0,0-1-92,1 0 0,0 1 1,-1-3-1,0 0 249,1 3 1,1-1 0,0-5 0,1-1-1095,0 1 0,1-1 0,-18 24 77,5-5 0,4-5-530,9-3 1703,-4-9 0,12-7 0,-3-8 0,1-5 0,-1-6 0</inkml:trace>
  <inkml:trace contextRef="#ctx0" brushRef="#br1">6575 12638 7765,'0'-7'628,"0"0"458,0 3-201,5 3 1,4-6 95,7 3 0,1 2-455,8-2 1,3-3-205,14-1 1,6-4-107,6-5 0,6 2-510,2-6 1,-5 1 357,1-5 1,-11 4-997,-6 0 1,-9 8-1263,-7 0 273,-6 1 0,-15 10 1921,-8-2 0,-8 8 0,-13 3 0</inkml:trace>
  <inkml:trace contextRef="#ctx0" brushRef="#br1">6860 12601 7765,'-12'18'702,"-1"1"-375,1 6 0,1 1 414,3 3 1,2 3-244,6 5 0,0 1 96,0 4 0,-1-2-223,-3 5 1,1-5-269,-5 1 0,3 1-272,-3-5 0,4 2-345,-4-10 0,4-2-1576,-5-6 1631,7-3 1,-3-13-766,10-5 1,2-7 1223,5-9 0,0-4 0,1-4 0</inkml:trace>
  <inkml:trace contextRef="#ctx0" brushRef="#br1">6811 12886 7765,'8'-1'1143,"0"-3"-53,0 2 0,9-3-483,-1 5 1,2-5-8,-1 1 1,2 0-305,6 4 0,1-4-208,3 0 0,3-4-1442,5 4 1,6-6 315,2 2 1038,9-3 0,3-7 0,5-2 0</inkml:trace>
  <inkml:trace contextRef="#ctx0" brushRef="#br1">8349 12663 7765,'12'12'0,"-4"1"0,1-1 0,-5 2 1194,4 2 1,-4 4-325,5 4 0,-7 3-79,2 2 1,-2-2-773,-2 6 0,0-7 36,0-1 1,-4-1-954,0-8 1,-1 5 548,5-5 0,-4-3-1344,0-5 1049,0-5 644,-1 2 0,3-16 0,-3-3 0</inkml:trace>
  <inkml:trace contextRef="#ctx0" brushRef="#br1">8349 12402 7765,'12'-11'470,"1"3"0,-1 1 702,0 3 0,2 3-453,3-3 1,-2-2-312,6 2 1,3 0-1301,5 4 0,4-4 572,-4-1 0,4-3-2306,-4 4 2626,6 0 0,-3-2 0,5 0 0</inkml:trace>
  <inkml:trace contextRef="#ctx0" brushRef="#br1">8994 12526 7765,'-4'13'541,"0"-1"1,-5 1-272,5-1 1,-5 0 1223,0 1 0,2 1-634,-1 2 0,1-2-353,-1 2 0,2 2-441,6-1 0,0-1 93,0-3 0,7-1-296,6 1 1,1-5 163,6 0 1,1-5-95,4 1 1,0-3 127,-1-1 1,-3 2-136,0 2 0,-2-3-81,2 3 1,-3-1 62,-6 1 1,-1-1-32,-3 5 0,2 1 102,-6 3 0,-1 2-192,-7 2 0,-2-2 64,-2 3 1,-7-4-539,2 0 0,-2-1 271,3 1 1,-5-1-1068,1 0 0,-6 1 1483,1-1 0,-2 1 0,-2-1 0</inkml:trace>
  <inkml:trace contextRef="#ctx0" brushRef="#br1">10755 12700 7765,'0'-12'289,"0"-2"-61,0-3 1,0 2 318,0-6 1,-4 6-160,0-1 1,-10 1 104,2-2 0,-5 7-129,1-2 0,-2 8-109,-3 0 0,-2 9 126,2 8 1,2 10-79,-2 10 0,6 4-107,-1 5 1,2-2 19,1 5 0,2-10-326,3-2 1,-2-7 137,6-5 0,2-5-446,6-8 0,4-9 242,8-11 1,8-12-332,5-9 0,7-10-3,1-6 1,-5 0-400,1 0 1,-6 1 741,-2 6 1,0 5-17,0 4 0,-7 15 492,-6 2 0,-1 13-248,-7 7 0,0 14 724,-4 15 0,0 3-371,0 1 0,0 2 189,0 2 0,0-3-228,0 4 1,4-9 18,1-4 0,4-4-1169,-1-5 1,4-2 497,0-5 0,6-6-1526,3-3 1,1-3 1802,-2-1 0,9-5 0,-3-2 0</inkml:trace>
  <inkml:trace contextRef="#ctx0" brushRef="#br1">11673 12477 7765,'-8'7'740,"0"-3"0,5 3-256,-1 1 0,10 3 68,6 1 1,13-3-149,12-1 1,7 0 208,10 5 0,-2-7-205,6-1 1,1-11-651,8-6 0,-5-6-785,0-7 0,-6-5 666,-6-3 1,-6 1-1301,-3-1 0,-5 0 277,-7-4 1384,-6 5 0,-10-4 0,-1 4 0</inkml:trace>
  <inkml:trace contextRef="#ctx0" brushRef="#br1">12281 11993 8128,'-7'6'1336,"3"2"1,3 14-512,1 7 0,0 14-242,0 10 1,0 11-768,0-26 0,0 2 1,0 0-1,0 0 422,0 1 1,0 1-1,-1 1 1,1-1-59,-2 0 0,-1-1 0,0 0 1,0-1-286,-3 2 0,-1-1 0,-7 26 142,-2 0 0,2-18 94,-3-3 1,4-8-102,0-5 0,6-8-444,3-8 316,3-9 0,-1-3 163,-2-5-1050,3 0-1,-5-6 765,6-7 0,0-6-940,0-10 0,2-3 552,2-5 0,1-2-250,4-2 1,2-3 858,-3-6 0,3-5 0,1-1 0</inkml:trace>
  <inkml:trace contextRef="#ctx0" brushRef="#br1">12579 12378 7765,'19'5'0,"3"2"891,-5 5 1,-1-3-368,-3-1 1,-2 2 508,-3 6 0,2-1-317,-6 6 1,0-2-130,-4 2 0,-5 2-243,-4-2 0,2-2-116,-1 2 1,4-6-873,-4 2 0,5-4 466,-1 0 0,2-5-3394,2 0 1941,0-5 1631,0 3 0,-5-17 0,-2-3 0</inkml:trace>
  <inkml:trace contextRef="#ctx0" brushRef="#br1">12740 12142 7765,'20'-7'0,"-2"1"0,-6 6 0,2-4 0,2 0 0,-1 0 0,6 4 0,-6-1 629,2-3 0,1 2 899,-2-2 1,1 3-3855,-5 1 1717,1 0 0,-1 4-957,0 0 1566,-5 6 0,-1-4 0,-6 7 0</inkml:trace>
  <inkml:trace contextRef="#ctx0" brushRef="#br1">12914 12390 7765,'0'18'1647,"0"1"-1230,0 6 0,-1 0 286,-4 0 0,4-5-254,-3 1 0,3-2 723,1 2 0,0 1-497,0-6 0,5 0-233,3-8 1,5-3-563,3-5 1,-1 0 143,6 0 0,0-11-781,4-5 1,5-8 557,3-5 1,-1 2-481,1-6 1,-3 1 245,-1-1 1,-1 7 30,-12 5 1,2 6-206,-1-1 635,-9 7 1,3 5 643,-11 8 1,0 5-441,0 7 1,-6 3 468,-2 6 0,-7 1-289,-2 3 1,2-1-34,7 5 0,-2-10-48,6 2 0,-1-4-463,1-1 1,2-2-963,-2-5-183,3-1 0,6-5-846,4-3 0,2-4 341,1-4 1782,0-3 0,6-11 0,2-1 0</inkml:trace>
  <inkml:trace contextRef="#ctx0" brushRef="#br1">13584 12378 7765,'0'12'0,"1"0"1310,3 1 1,-2 3-561,2 1 0,-3 5 847,-1-1 1,0 2-794,0 2 1,-4 0-341,0-1 1,0 0-472,4-4 0,0 0-390,0-4 1,0-2-2422,0 3 2314,5-9 1,-2-3-1520,5-5 1,1-6 90,3-7 1932,-5 1 0,10-17 0,-4 3 0</inkml:trace>
  <inkml:trace contextRef="#ctx0" brushRef="#br1">13696 12241 7765,'0'-12'698,"0"-1"0,0 5-197,0 0 0,4 4 238,0-5 1,5 5-296,0-4 1,3 4-356,5-4 1,1-1-668,2-3 0,5-1-759,0 1 0,1-4 1337,7-1 0,0-5 0,4 3 0</inkml:trace>
  <inkml:trace contextRef="#ctx0" brushRef="#br1">14229 11832 7765,'-6'25'964,"1"-1"-713,-3 1 0,-2 0 719,6 0 1,-4 9-416,3 4 1,-3 7 861,4 0 1,0 0-673,4 0 0,0 1 284,0 3-1,1-1-634,3-2 1,-2 1-456,2-6 0,3 0-1057,1-3 0,-1-5 746,1 0 0,1-3-1533,3-1 0,-4-1 848,1-12 1,-5-5-75,4-7 0,-5-8 568,1-4 1,-3-7 133,-1-2 0,-1-5 429,-3 1 0,2-2 0,-14-2 0,2 0 0</inkml:trace>
  <inkml:trace contextRef="#ctx0" brushRef="#br1">14093 12353 7765,'-13'0'0,"1"0"0,3 0 0,1 0 1578,0 0 1,-3 1-308,3 3 0,3-1 64,10 5 0,1-5-443,7 1 1,5-2-414,2-2 1,9 0-889,5 0 1,-1-2 318,4-2 0,-7-3-1419,7-5 0,-8-1 951,0 1 0,2 0-592,-2-1 1,-6 1-1170,-7-1-336,-2 6 2655,-7 2 0,-3 6 0,-8 3 0,-3 3-129,-5 6 0,4 5 100,-1 2 1,7 0 921,-3 0 1,4-3-574,1 3 0,0-3 538,0 4 1,6-6-123,2 1 1,7-6-63,2-2 1,6-5-373,2 1 0,0-2-99,4-2 1,1-10-454,-1-2 1,4-9 213,-4 0 0,4-2-699,-4-2 1,-2 0 322,-6 0 0,-3 5-573,-6-1 789,-5 6 0,-7-2-11,-8 9 1,-8 3 949,-5 5 0,-7 9-449,-1 4 0,0 6 592,5-3 0,-4 6-348,3-1 1,-2 3-114,6 0 0,3 1-134,1 0 1,5 0-1052,4 0 1,2-1 64,6 1 1,2-4-381,2 0 1,0-2 160,8 1 1,-1 0 338,10-4 0,-3-2 575,7 3 0,-3-4 0,8 0 0</inkml:trace>
  <inkml:trace contextRef="#ctx0" brushRef="#br1">15804 12402 7765,'-12'13'0,"0"-1"0,5 5 664,3-1 1,2 6 39,2-1 1,7 1 109,6-1 0,3 1-81,5-6 0,4-1-274,-1-6 1,5-4-390,4-5 0,3-3 73,-3-5 1,3-7-140,1-14 1,1-3 64,-1-5 0,-6 0-640,-2 0 1,-8 4 144,-4 0 1,-9 5-255,-4-1 0,-4 8 218,-4 5 1,-4 3 56,-9 5 0,-4-1 379,-8 4 1,-1 3-61,-3 6 0,-3 3 682,3 5 0,3 7-322,1 6 1,3 1 135,1 7 0,6 1 177,2 3 0,3 4-243,2 0 0,5 1-521,3-5 0,9-3 224,8-5 0,5-2-1064,6-15 0,3-4 548,2-12 0,2-6-1102,7-10 1,3-2 204,0-11 1052,1 0 0,0-10 0,2-1 0</inkml:trace>
  <inkml:trace contextRef="#ctx0" brushRef="#br1">16462 12241 7765,'12'13'713,"-3"3"-535,-1 1 0,0 5 763,5-2 0,3 4 18,1 1 0,1 3-458,-2 1 0,2 0-60,3-4 1,2-4-127,-2 0 0,2-8-1119,2 0 0,1-6 566,3-7 1,-3-2-1272,3-2 1,-3-4 826,-1-9 1,0-8-340,0-8 1,-4 2 657,-1-2 0,-6 1 363,-2-1 0,-1 3 0,-6 5 0,-1 0 0,-4 0 0,-2 2 471,-2 2 1,-4 7-381,-9 6 1,-2 7 1261,-6 1 1,-5 6-492,-3 11 1,-3 8-56,-1 8 1,-2 7-392,-2 1 1,4 5 251,0-5 1,-1 6-204,5-2 1,-1 4-131,1 0 0,8-5-1069,8-2 0,9-11 528,4-6 1,5-11-1542,8-10 0,6-5 821,14-8 1,2-10 925,7-14 0,-1-8 0,0-3 0</inkml:trace>
  <inkml:trace contextRef="#ctx0" brushRef="#br1">17430 11881 7765,'0'20'0,"-2"3"1109,-2-2 1,1 8-488,-5 4 0,4 3 335,-4 1 0,1 7-411,-2 6 1,-2 1 864,3 6 0,3-6-680,0-1 0,4-2-279,1-6 0,0-2-1501,0-7 1,6-4 663,2-9 1,3-3-647,1-9-258,6 3 1,-4-11-476,3 0 0,-9-1 900,-4-8 1,-3 0 172,-1-8 1,-5 3 690,-3-2 0,-3-2 0,-2 2 0,-5-8 0,-2-1 0,-4 0 0,-1-3 0,0-3 0,1 2 0,-5-5 0,0 1 0,4 4 823,4 4 0,8 2 350,0 6-43,1 1 1,12 9-418,0 2 1,12 4-155,13 1 1,5 0-31,7 0 1,6 0-142,3 0 1,6 0-794,2 0 1,0-5 177,-5-4 1,-3-2-1327,-1-1 0,-5-1 847,1 1 1,-9 1-1739,-7 3 2444,-6 2 0,-8 2 0,-2 0 0,-4 0 0</inkml:trace>
  <inkml:trace contextRef="#ctx0" brushRef="#br1">17690 12266 7765,'-5'25'748,"3"0"-562,-2-1 1,3 0 964,1-4 1,0-2-258,0-5 0,5-1-17,3 1 1,9-7-552,4-1 1,3-10-111,5-3 0,3-4-700,5-5 0,-1-6 372,-3-6 0,2 0-1012,-6 4 0,0-1 696,-5-3 0,-2 8-1606,-5 1 1403,-6-1 0,-11 7 400,0-2 1,-5 7 315,-4 5 1,-7 3-129,-5 1 1,-2 11 832,-2 5 0,0 2-412,0 3 1,0 1 737,1 7 0,-1-1-402,0 5 1,4-6-23,1 2 0,4 1-559,0-1 0,8 0-525,3-4 0,4-6-357,1-2 0,1-7 541,4-2 1,6-5-475,5 1 0,6-10 247,-1-6 1,2-2-2175,2-7 2609,5 1 0,-3-5 0,3 0 0</inkml:trace>
  <inkml:trace contextRef="#ctx0" brushRef="#br1">18186 12216 7765,'0'13'1158,"0"-1"-869,0 1 1,-1-1 1244,-3 0 0,1 6-381,-5 3 0,4-2-62,-5 2 1,7-2-837,-3 2 0,4-3-27,1-6 1,0 1-935,0-1 0,1-5 500,4-3 0,3-3-234,8-1 0,0-5 317,4-3 1,0-3-906,0-2 1,4-1 253,-4-2 1,2 2 386,-1-2 0,-3 2 420,-6 1 662,1 6 106,-1 2 1,-5 6-435,-3 3 0,-2 3 135,-2 6 0,-2 1-145,-2 2 1,1-2-180,-5 2 1,4-2-576,-4-1-1226,5-1-162,-3 0 0,8-5 843,2-3 1,3-2-650,5-2 1591,6-6 0,1-6 0,6-7 0</inkml:trace>
  <inkml:trace contextRef="#ctx0" brushRef="#br1">18794 12129 7765,'7'-5'0,"0"4"2096,-3-4-1478,-3 4 1,4 1 631,-10 0 0,-1 6-602,-7 2 1,-3 4 316,-1 5 1,-4-2-434,5 6 1,-1-6-293,5 1 0,1-2-497,3-1 0,2 0 236,6 4 0,1-8-415,4 4 1,6-3 355,5 2 0,6 0-229,-1 1 0,-2-1 84,2 1 0,-6-1 347,2 0 0,-4 1-7,0-1 0,-6 1 292,-3-1 0,-3 4 402,-1 1 0,-4 0-277,0-5 1,-6-1-695,2-3 1,-3 2 198,-1-6 1,-1 4-3366,1-4 1744,-1 1-2656,6-5 1710,2 0 1046,16-6 1484,3-6 0,16-13 0,2-7 0</inkml:trace>
  <inkml:trace contextRef="#ctx0" brushRef="#br1">19079 12353 7765,'0'12'1495,"0"1"1,5-1-407,-1 0 1,4-3-78,-4-1 0,0 0 222,-4 5 1,4-1-620,1 0 1,-1 1 837,-4-1-986,0 1 1,0-5-2959,0 0 1550,0-5-943,0 2 0,0-6 186,0-3 0,0-3-122,0-5 0,0-1 1380,0 1 1,4-5 439,0 1 0,0-6 0,-4 1 0,4-2 0,0-2 0,5 0 214,-5 0 1,4-4-236,-4 0 0,6 0 1034,-2 5 0,3 0 2,2 3 1,-1 5 77,0 8 0,1-2-936,-1 6 1,2 0-59,2 4 0,-2 0-1092,3 0 0,-3 0 664,-2 0 1,0 1-1443,1 3 1771,-6-2 0,4 9 0,-4-5 0</inkml:trace>
  <inkml:trace contextRef="#ctx0" brushRef="#br1">19328 12303 7765,'-6'25'0,"3"-6"1026,-5-2 1,4 1-418,-4-2 1,5 1 431,-1-5 1,-2-4 664,2 1-732,0-7 1,9 4-970,4-6 0,3 0 21,5 0 1,-2-6-1049,6-2 0,-1-3 681,5-1 0,0-1-918,0 1 0,-2-5 524,-2 1 0,1-1 110,-6 5 0,-3 0 110,-5-1 530,-5 1 0,-2 3 860,-5 1 0,-10 5-608,2-1 0,-9 8 812,0 5 0,-2 3-450,-2 5 1,5-4-43,-1 4 1,6-3-197,-2-2 0,5 1-835,3-1-73,-2 0 1,10-3-528,-3-1 1,4-5-615,4 1 1,7-4 765,6-4 1,3-3 244,-3-6 1,5 1 646,-1 0 0,1-1 0,-2 1 0,4 1 0,-4 2 0,2-2 390,-1 3 1,-3 3 11,-6 1 1,1 2 940,-1 2 512,1 0 1,-6 3-902,-3 5 1,-3 0 378,-1 9 0,-5-3-671,-4-2 1,2 3-286,-1-2 1,5 2 79,-1-7-702,3 3 0,2-4 24,3-3 1,7-2-101,6-2 0,9-2-1032,-1-2 1,7 1 581,-3-5 0,5 0-385,-1-5 0,-1 2 560,1 3 1,-5-2 97,0 6 1,-5 0 118,-3 4 0,-3-4 379,3 0 0,-4 0 0,1 4 0</inkml:trace>
  <inkml:trace contextRef="#ctx0" brushRef="#br1">20853 12663 7686,'7'-6'2523,"-1"-1"-4460,-6-5 1937,0 5 0,-11-4 0,-3 4 0</inkml:trace>
  <inkml:trace contextRef="#ctx0" brushRef="#br1">3933 14126 7689,'0'-12'189,"0"-1"686,-6 1-148,5 5 10,-10 2 1,9 12-257,-2 5 1,3 6 80,1 7 1,0 5-188,0 3 1,0 4-72,0 5 1,0 3-65,0 9 0,0-2-490,0 6 1,0 4 204,0 4 0,-2-30 0,0 0 84,0-1 0,-1 0 0,-1 1 0,-1 0-341,0-1 1,2 0 0,-4 28 96,-2-5 0,2-7 68,-1-1 0,3-13-229,5-12 115,0-6 1,0-13-116,0-6 1,5-7-144,3-10 0,3-7-21,2-10 1,3-5-70,1-3 599,0-5 0,-8 3 0,4-5 0,2-1 0</inkml:trace>
  <inkml:trace contextRef="#ctx0" brushRef="#br1">3895 14300 7689,'14'-25'0,"7"0"731,-9 0 0,5 5-243,-1-1 0,4 6 119,4-2 0,1 4-242,0 0 0,-4 6-132,-1 3 0,0 6-270,0 6 0,-2 2 78,-5 10 1,-5 1 4,0 4 1,-5-1 123,1 1 0,-8 6-229,-4 2 1,-5 3 23,-3 1 1,-2-1-247,-3-3 0,-2 1-84,2-5 1,3 0-675,2-4 74,-4-6 0,6-2-108,-2-9 14,8-3 1059,2-10 0,1-2 0,-2-5 0</inkml:trace>
  <inkml:trace contextRef="#ctx0" brushRef="#br1">4317 14325 7689,'12'4'569,"1"0"0,-2 1-160,-3 0 0,3-3-130,-3 7 1,2 3 107,-2 5 1,-2 5 260,-6-2 1,1 8-295,3 1 0,-2 0-126,2-4 0,-3-1-724,-1 1 1,0-1 277,0-4-2461,0-2 2054,0-11 1,0-3 624,0-8 0,-5-8 0,-2-8 0</inkml:trace>
  <inkml:trace contextRef="#ctx0" brushRef="#br1">4392 14101 8211,'8'-1'1270,"0"-3"1,-4 3-409,4-4-1053,1 4 0,7 2 120,1 4 0,3-4-1331,-3 3 0,6 2 101,2-2 1301,0 5 0,11-2 0,-4 6 0</inkml:trace>
  <inkml:trace contextRef="#ctx0" brushRef="#br1">4813 14225 7689,'0'18'0,"-4"0"771,0 3 1,-10 2-42,2-2 0,-3 3 130,2 0 1,-3 1-164,-1 0 1,-3 0-288,3 0 1,6-1 188,7 1 1,-2-6-237,2-2 1,4-3-504,4-2 1,10 1 174,-2-1 1,4-5-906,-4-3 1,5-3 31,-1-1 0,2 0-558,-1 0 0,-2 0 218,5 0 0,-4-5 1178,0-3 0,-2-9 0,-2-2 0</inkml:trace>
  <inkml:trace contextRef="#ctx0" brushRef="#br1">5247 13891 7689,'-5'-7'0,"2"-4"937,-5 2 0,4 4 166,-4 1-215,5 2 1,-7 11-393,6 7 1,0 9-116,4 12 1,-2 10 28,-2 3 0,3 9-247,-3 3 1,2 1-112,2 8 0,0-11 48,0 2 1,0-4-1155,0 0 0,6-10 713,2-11 1,3-2-1408,2-10 1,-1-5 772,0-11 0,5-9-548,0-9 1523,-1-13 0,2 7 0,1-8 0</inkml:trace>
  <inkml:trace contextRef="#ctx0" brushRef="#br1">5545 14263 7689,'-1'-11'0,"-3"2"0,1 0 905,-5 5 1,-5-1-219,-3 5 0,-8 2-124,-1 2 0,1 7-50,-5 6 0,1 9-127,-1-1 0,3 3-11,-3 1 0,8-2-120,5 2 0,3-1-150,5-3 0,3 6 52,5-11 0,7 1-317,5-9 0,6 1 27,7-1 1,0-4-218,-1 1 1,1-7-14,0 3 0,0-4 148,0-1 0,-1 0-1047,1 0 1,-1-1 32,-4-4 1229,4 4 0,-5-4 0,6 5 0</inkml:trace>
  <inkml:trace contextRef="#ctx0" brushRef="#br1">7021 14424 7689,'-1'-12'363,"-3"-1"1,-3 5 49,-5 0 1,-1 1-103,1-2 1,-5 0 259,1 5 1,-6 1-164,1 7 0,-2 3 96,-2 5 1,4 5-147,0-1 1,8 6-136,0-1 1,2 1-131,7-1 0,0-3-213,4-6-161,0-5 1,10-1 240,2-6 0,10-7-513,3-6 1,1-6 226,7-10 1,-1-1-94,1-3 0,-3-2 121,-5 6 0,-2 2 256,-2 6 0,3 0 243,-4 9 1,-2 4-157,-1 12 0,-5 8 471,-4 9 1,2 6-241,-6 2 1,0 4 108,-4-4 0,0 4-53,0-4 1,0-4-1399,0-4 698,0-6-889,6 3 0,1-11 337,5-3 0,1-10-570,-1-6 1490,0 0 0,1-12 0,-1 5 0</inkml:trace>
  <inkml:trace contextRef="#ctx0" brushRef="#br1">7344 14288 7873,'0'8'603,"0"0"0,0-4-180,0 4 1,0 1 703,0 3 0,0 1-526,0-1 0,0 2-107,0 2 1,0-2-135,0 3 1,0-4-1019,0 0 206,5-1 1,2-1-318,6-3 1,-1-3 246,1-10 0,0-1 202,4-7 1,-3-3-318,2-1 0,2-5 172,-1 1 1,-1 3 516,-3 2 0,-1 2-107,0 2 0,-3 3 1041,-1 1-203,-5 5 1,2-1-373,-5 8 1,0 3 39,0 6 1,-1 3-130,-3 1 0,2 5 93,-2-2 0,-1-2-121,1-1 0,-2 1-343,2-2 1,3-3-170,-4-5-28,4-5 0,7 2-301,2-5 1,3-5 306,1-3 0,5-5-309,-1-3 1,6 2 212,-1-3 0,-2 5 10,2 4 1,-4 2 10,3 6 1,-5 3 377,2 5 0,-2 6 188,2 11 1,-4 1 300,4 3 1,-3 3 203,-2 5 1,-1 4-360,-3 0 0,-2 5 199,-6-5 1,-1 5-180,-4-5 0,-1 6-47,-7-2 1,-5 2-142,-2-1 1,-4-4-189,-1-4 0,-1-5 127,-3 0 0,3-7-71,-3-1 1,4-11-182,5-10 1,-2-3 78,5-1 0,0-7-138,5-5 1,5-6 54,3-7 1,3-5-423,1-3 1,7-7 248,5-2 0,7 1-313,10 4 0,-1 1 212,5 3 1,0-2-94,4 7 0,6-6-454,2 6 0,5-6 483,4 6 0,2-3-468,6 2 0,-4 3 75,0-3 819,-11 3 0,7 5 0,-9 1 0,1-2 0,-5-2 0,-5-1 0</inkml:trace>
  <inkml:trace contextRef="#ctx0" brushRef="#br1">9664 13878 7689,'0'-20'18,"0"-1"1,4 6-19,0-2 0,6 9 702,-2 4 1,4 9-205,5 8 0,-3 12 226,2 12 0,-2 7-293,-2 10 1,-5 2-74,-3 6 1,-2 4 73,-2 0 0,-6 1-378,-2-5 1,-8 0-16,-5 0 0,-4-3 48,-4-5 0,3-8-357,-3-13 1,3-2 266,1-6 1,-4-8-198,0-4 1,1-6 98,8-7 1,-2-2-495,5-2 0,-3-4 100,3-9 0,5-2 424,3-6 1,5-1-106,-4-3 1,4-2-1,-4-7 0,5 1 230,-1 0 1,2 5-98,2 3 0,2 3 607,2 1 0,4 10-307,9 3 1,2 8-96,6-1 1,5 10 208,3 3 0,2 8 451,-2 5 1,2-2-751,-1 2 1,0-4 8,-1 3 0,-1-3-1212,-3 3 0,-3-3 635,3 4 1,-4-6-1215,-5 1 1,2-2 790,-5-1 1,1-2 918,-2-3 0,-2-3 0,4-5 0</inkml:trace>
  <inkml:trace contextRef="#ctx0" brushRef="#br1">10011 14424 7593,'8'0'762,"1"0"0,-5 1-166,4 3 1,-5 5-42,1 7 1,-3 4-25,-1 4 1,0 3-166,0 1 1,0 4-418,0 5 0,0-4 103,0 1 1,0-3-1130,0 2 1,0-4 679,0-8 1,6 1 396,2-6 0,3 7 0,2-4 0</inkml:trace>
  <inkml:trace contextRef="#ctx0" brushRef="#br1">10991 14238 7689,'0'-18'-508,"-4"4"355,0-2 1,-2-2 885,2 1 0,3 1-245,-3 3 1,-3 1 173,-1-1 1,-5 7-275,-3 1 0,0 4 18,-4 1 0,-5 10-48,-4 2 0,-4 10-128,4 3 0,-1 1 16,1 7 1,7 0-27,-3 5 0,8-1 64,1 0 1,8 0-90,3 0 1,4 1-245,1-1 1,6-1 82,2-3 1,8-4-191,5-9 1,2-3 16,2-9 0,4 2-103,0-6 0,1-1-194,-1-8 0,-2 3 166,2-7 0,1-3-1045,-1-5 0,-4 0 596,-5 0 1,-5 2-1007,2-6 1725,-3 6 0,-2-8 0,1 3 0</inkml:trace>
  <inkml:trace contextRef="#ctx0" brushRef="#br1">10743 14474 7689,'0'19'0,"0"-5"0,0-6 811,0 0 1,0 0-70,0 1 1,10-7 68,2 3 0,9-5-688,-1-5 0,5 3-7,4-7 0,2-3-272,2-5 0,1 0 188,-5 0 1,0 2-845,-4-6 0,-2 2 442,-2-2 1,-7 2-2082,-6 2 2451,-5 4 0,8-11 0,-4 5 0</inkml:trace>
  <inkml:trace contextRef="#ctx0" brushRef="#br1">10817 13878 7689,'-6'-12'184,"-5"4"232,2-1 1188,4 1-1093,-6-4 0,9 10 83,-2 6 0,3 13-236,1 8 1,4 1 403,0 7 0,6 6-251,-2 6 0,3-1-79,1 2 0,-2 3-856,3 5 1,-4 8 346,8-4 1,-3 4-1048,-2-8 1,0-1 688,1-3 0,-1-2-1169,1-2 1,-1-5 725,0-8 0,2-4 878,3-8 0,-1-1 0,1-7 0,-6-4 0</inkml:trace>
  <inkml:trace contextRef="#ctx0" brushRef="#br1">11562 14027 7689,'-13'0'1072,"7"0"-136,0 0-572,23 6 1,-1-1 480,17 3 0,4 2-345,5-6 0,6 0-99,2-4 1,3-1-673,5-3 1,2-5-195,-7-7 1,2-3-832,-1-6 1,-10 4 733,-2 1 0,-15 4-1084,-10 0 1646,-9 2 0,-8-4 0,-7-1 0</inkml:trace>
  <inkml:trace contextRef="#ctx0" brushRef="#br1">11798 14052 7689,'-7'32'0,"-3"3"513,6-2 0,0 3-122,4 1 0,0 6 576,0 3 0,0 2-259,0 2 0,4-6 16,0-3 0,0 2-850,-4-2 0,0-5 133,0-7 0,0-9-805,0-3 1,6-5 551,2-3 1,-1 0-365,1-5 0,-1-1-275,1-7 0,2-3 885,-6-5 0,0-1 0,-4 1 0</inkml:trace>
  <inkml:trace contextRef="#ctx0" brushRef="#br1">11698 14498 7510,'13'-4'695,"-1"0"1,0 0-108,1 4 0,10-4 24,6 0 1,7-2-230,5 2 1,4 1-1058,4-5 1,1 4 221,-1-4 117,1-1 1,0-3 0,-1 0 0</inkml:trace>
  <inkml:trace contextRef="#ctx0" brushRef="#br1">12604 14771 7689,'-17'13'0,"1"-1"0,-1 0 894,5 1 0,1 1-350,3 2 0,-5 3-1565,1 6 1,-1 0 1020,-3 0 0,-9 5 0,-1 2 0</inkml:trace>
  <inkml:trace contextRef="#ctx0" brushRef="#br1">14365 14052 7689,'0'12'809,"0"1"1,6-2-288,2-3 0,9-3-170,3-5 1,5-1-407,4-3 0,4-4 86,9-9 0,-4 2-157,4-6 0,-5 6-363,-4-1 0,-3 2-492,-5 1 1,-6 2-249,-2 3 1228,-9 3 0,-2 5 0,-6 0 0</inkml:trace>
  <inkml:trace contextRef="#ctx0" brushRef="#br1">14589 14039 7689,'-6'13'0,"-2"-1"0,1 1 480,-1-1 0,0 2-118,-5 2 1,2 5 202,3 8 1,-3 4-196,3 8 0,-2 4-26,2 4 0,-2 1-63,6-1 0,-4-3-39,3-1 1,1-9-379,4 1 1,0-9 177,0-3 1,0-2-816,0-6 0,0-1 78,0-3-2225,0-7 2920,6 0 0,1-12 0,5 0 0</inkml:trace>
  <inkml:trace contextRef="#ctx0" brushRef="#br1">14477 14486 7689,'12'0'825,"1"0"0,-1 0-257,1 0 0,0 0-184,4 0 0,2 0 24,6 0 1,5-6-106,4-2 1,3-3-891,4-1 1,2-5 419,2 1 0,2-6-1344,-5 1 0,-2 2 1511,-7-2 0,2 6 0,-3-3 0</inkml:trace>
  <inkml:trace contextRef="#ctx0" brushRef="#br1">15308 14027 7689,'-12'0'0,"-1"1"0,1 4 0,0-3 619,-1 7 1,-3-1-200,-1 4 0,-1 2 514,2 3 1,2 6-282,-3 6 1,5 5-69,4-1 1,-2 7-313,6 2 0,0 0-65,4 0 0,5-4-665,4 4 0,2-9 371,1-4 0,2-3-356,2-1 1,-2-6 255,3-2 0,2-5-1339,2-4 0,-2-4 33,2-8 1492,-1-8 0,5-13 0,0-7 0</inkml:trace>
  <inkml:trace contextRef="#ctx0" brushRef="#br1">15668 13990 13031,'0'14'1720,"0"2"0,1 9-1024,3 8 1,-2 3-292,2 1 0,-3 6-166,-1 2 0,0 4-279,0 0 1,-5-1-322,-3-2 1,1-3-286,-2-6 0,1-6 462,-4-2 0,-1-8-561,1-4 0,-2-9 257,-2-4 0,2-3-349,-3-1 0,4-9 358,0-4 1,1-3-10,-1-1 0,2 2 124,3-6 0,-2 5 43,6-5 1,-4 5 413,4-5 0,0 6-132,4-2 0,1 9 510,3 4 1,-1 3-354,5 1 1,1 0 817,3 0 0,0 1-452,1 3 1,1-1 196,2 5 1,-2 0-375,2 5 1,2-2-164,-1-3 1,4 2-1025,-5-6 1,6 1 546,-1-1 0,-2-2-1754,2 2 0,-6-1 2087,1 1 0,4 3 0,-1 5 0</inkml:trace>
  <inkml:trace contextRef="#ctx0" brushRef="#br1">16040 14449 7679,'7'0'1113,"-1"-6"0,-5 5-8,3-3-468,-3 2 0,5 8-229,-6 2 1,0 7-344,0 2 1,-1 5 67,-4-1 1,4 3-694,-3 5 1,-2-7-36,2 3 1,0-4-1456,4-1-316,0-2 2366,0-11 0,6-1 0,1-6 0</inkml:trace>
  <inkml:trace contextRef="#ctx0" brushRef="#br1">16387 14139 7689,'13'-6'0,"-1"5"833,1-3 0,-1 2 226,1 2 1,3 6-549,1 2 1,3 3-254,-3 1 1,1 5-39,-2 0 0,-2 5-626,3-2 1,-5 4 300,-4 1 0,2 3-745,-6 1 1,-1 6 303,-7-2 0,-5 3-45,-7 1 0,-5-4-319,-8 0 0,2 0 180,-6 4 470,0 1 0,-5-1 1,1 0-1</inkml:trace>
  <inkml:trace contextRef="#ctx0" brushRef="#br1">14043 14077 7689,'4'-17'210,"0"1"0,4-1 80,-3 5 0,3-1-95,-4 1 1,0 4 306,-4-1 0,4 5 245,0-4-474,1 5-78,-5-2 1,-2 5-76,-2 0 0,0 1-28,-9 3 1,2 3-72,-9 5 0,-1 6-5,-4 3 1,-4 2 55,0 2 0,-4 0-29,4 0 0,-1 0 35,1-1 0,3 1-157,-3 0 1,3 0 85,1 0 0,6-5-40,2 1 1,9-2 119,4 2-47,2-3 1,9-7 371,6-3 0,6 2-159,10-6 0,3 0-155,5-4 0,-4-4 26,0 0 1,0-6-412,4 2 0,-5 2 195,-3 2 0,-7-1-1006,-1 1 1,-6 0-1008,1 4 788,-7 0 0,-5 1 1317,-8 3 0,-14 3 0,-9 5 0</inkml:trace>
  <inkml:trace contextRef="#ctx0" brushRef="#br1">13708 14511 7689,'-12'12'314,"-1"1"1,2-5 188,3 0 161,2-5 1,6 4-229,0-3 1,7-3 48,6 3 0,6-2-132,10-2 1,3 0-1,5 0 0,0-4-721,0-1 1,-1 0 299,-3 1 1,3 1-1121,-3-5 1,-3 5 670,-1-1 1,-4 1-1339,-4-1 1855,-3 3 0,0-10 0,1 4 0</inkml:trace>
  <inkml:trace contextRef="#ctx0" brushRef="#br1">13063 13965 7689,'-13'-12'0,"5"3"865,0 1 1,5 0-476,-1-5 0,10 7 926,6 1 1,7 4-595,10 1 1,3 0-372,5 0 1,-4 0-229,0 0 1,-1 0-85,1 0 0,2 0-1025,-7 0 1,0 0 630,-7 0 1,-1 1-1130,-7 4 1,1-3 642,-10 7 0,-3-1-501,-9 4 1342,-6 1 0,-11-1 0,0 0 0</inkml:trace>
  <inkml:trace contextRef="#ctx0" brushRef="#br1">13162 14039 7689,'-12'0'72,"-1"0"78,-5 0 1,6 2 413,0 2 1,1 8-28,6 9 0,1 4 78,4 4 1,0 4-84,0 8 0,0 7-158,0 6 0,-1 1-308,-3-1 1,1-3 141,-5 3 0,4-7-499,-5-2 1,7-6 236,-3-2 1,4-10-577,1-6 1,1-10-137,4 2 1,-3-9-485,7 0 1,-1-4 343,4-4 0,2-7 906,3-6 0,-4-5 0,5 3 0</inkml:trace>
  <inkml:trace contextRef="#ctx0" brushRef="#br1">13050 14399 7689,'-5'-7'-1031,"4"0"2039,-4 3 0,5 1-397,5-5 0,3 4 67,8-4 1,4 4-271,4-5 1,11 1-256,2-4 0,10-1 22,3 1 1,-3 0-1290,6-1 1,-4 2 1113,4 3 0,-2-9 0,-1 3 0</inkml:trace>
  <inkml:trace contextRef="#ctx0" brushRef="#br1">13807 14424 7689,'8'0'941,"1"0"-436,-7 0 0,5 0 196,-2 0-289,-4 0 0,9 5-163,-6 4 0,1 6-223,-1 1 1,-1 6 136,5-1 1,-4 7-172,5 1 1,-5 4-380,4-4 1,-4 4-506,5-4 1,-3 4 891,3-4 0,2 0 0,-4-5 0</inkml:trace>
  <inkml:trace contextRef="#ctx0" brushRef="#br1">17752 13977 7720,'0'-8'679,"0"0"-412,-5 0 1,2-3-174,-5 2 255,-1 4 1,-7 5-93,-1 0 0,-5 1-235,1 3 1,-2 7 94,-2 6 1,-4 5-91,0-1 0,-1 2 114,1 2 0,3 0-116,-3-1 1,4 0-41,4-3 1,8 2 91,4-2 0,7-2-6,-3 2 1,11-5-1,6 5 0,6-6-101,7 2 0,1-5 136,3-4 1,-1 3-395,5-3 0,-6-2 147,2-2 0,-2 2-600,-3-2 0,0 0 42,-3-4 0,-8 1-946,-4 3 1645,-7-2 0,-7 9 0,-9-4 0</inkml:trace>
  <inkml:trace contextRef="#ctx0" brushRef="#br1">17343 14486 7720,'-17'12'-401,"1"1"1501,5-6-676,5 4 0,13-10 255,5 3 1,6-2-262,7-2 1,10 0 17,2 0 1,8-2-309,1-2 1,-2 1-215,1-5 0,1 0-943,3-5 0,1 1 636,0 0 1,-5-5-2318,1 0 2710,-12 1 0,13-2 0,-8-1 0</inkml:trace>
  <inkml:trace contextRef="#ctx0" brushRef="#br1">18286 14039 7272,'5'13'2411,"-2"-6"-1446,5-3 1,2-3 302,6-1 1,4 0-617,4 0 1,8 0-629,5 0 1,2-5 56,6-4 0,1-6-367,3-1 1,-4-1-385,-4 5 0,-4-1-648,-4 1 0,-9 0-1540,-12-1 2858,-5 6 0,-18-4 0,-3 4 0</inkml:trace>
  <inkml:trace contextRef="#ctx0" brushRef="#br1">18509 14002 7783,'-13'6'-49,"1"-3"24,0 5 1,-1 1 587,1 8 1,4-2-155,-1 6 1,6 1 519,-1 7 1,3 1-429,1 3 0,0 3 503,0-3 0,0 4-377,0 5 1,0-4-197,0 4 0,-1-5-415,-4-4 0,4-3-314,-3-5 1,3 0 326,1 0 0,0-6 381,0-3-180,0-7 1,5-4-231,3-5 0,3-11 0,2-3 0</inkml:trace>
  <inkml:trace contextRef="#ctx0" brushRef="#br1">18434 14436 7783,'-7'-5'0,"1"2"1141,1-5-741,4 5 1,1-2 442,8 5 1,9 0-314,4 0 0,8 0 177,4 0 1,2 0-484,3 0 1,0 0-349,4 0 0,0 0-454,4 0 0,-8 0 448,-5 0 0,-9 0-2751,1 0 1493,-9 0 1388,-3 5 0,-19 2 0,-8 5 0</inkml:trace>
  <inkml:trace contextRef="#ctx0" brushRef="#br1">18472 14734 7783,'-32'12'0,"7"5"1204,9-1-535,7 1-145,4-5 0,12-5 46,5-3 0,11-4 101,11-4 1,7 0-234,4-8 0,2 2-160,-1-6 1,3 2-501,1 1 1,-2 1 206,2 0 0,-2-1-2304,-7 1 2212,1-1 0,1 1 0,1 0 1</inkml:trace>
  <inkml:trace contextRef="#ctx0" brushRef="#br1">4416 15577 7720,'13'6'1682,"-1"-5"-1117,1 3 0,-1-2-159,0-2 1,5 0-93,-1 0 0,6-4-231,-1-1 1,3-4-149,0 1 1,4 1-775,-3-2 0,2 5 584,-6-4 1,-3 5-2309,-2-1 2563,-2-3 0,-7 6 0,-1-5 0</inkml:trace>
  <inkml:trace contextRef="#ctx0" brushRef="#br1">4590 15565 7720,'0'25'0,"-1"-2"301,-4-2 1,4 4-45,-3-1 1,3 1 477,1 4 0,1 3-57,3 1 1,-3 3-288,4 1 0,-4-1-413,-1-3 1,0 1 78,0-5 1,0 2-736,0-2 1,0-9 476,0 1 0,-1-6-705,-4-3 1,4-3 357,-3-1 1,-3-5-691,-1 1 1238,-3-3 0,-2-1 0,1 0 0</inkml:trace>
  <inkml:trace contextRef="#ctx0" brushRef="#br1">4354 16135 7900,'9'0'726,"-1"0"1,-4 5-74,4-1 1,1 1-73,3-1 0,0-2-204,1 2 1,1-1 29,2 1 1,3-3-155,6 3 1,0-6-592,0-3 0,1-4 274,3 0 1,-3-3-1349,3-4 0,-3 0-1202,-1-4 2614,0-1 0,-6-4 0,-1 0 0</inkml:trace>
  <inkml:trace contextRef="#ctx0" brushRef="#br1">4813 15987 7720,'13'7'0,"-1"4"405,1-3 1,3 1-69,1 0 1,3-4 638,-3-5 0,6 0-403,2 0 1,1-1-323,7-3 1,0-5-54,5-7 1,-1-3-872,0-6 1,-1-4 467,-3 0 1,-3 0-2440,-5 4 2560,-6 0 1,5 1 0,-5-1 0</inkml:trace>
  <inkml:trace contextRef="#ctx0" brushRef="#br1">5185 15639 7720,'-8'2'500,"0"2"0,5 3-139,-1 5 1,3 1 389,1-1 1,0 6-269,0 3 1,0 7 146,0 6 1,1-3-230,3 2 0,2 0-41,2 5 0,2-3-169,-6-1 1,0 1-114,-4-2 1,0 0-263,0 5 0,0-8 185,0 7 0,0-8-502,0 0 0,-4-3 289,0-1 1,-6 0-551,2 0 1,-7-6 304,-2-2 0,-4-4-190,5 0 1,-6-6 178,1-3 0,-1-3-1,1-1 1,-2-1-296,2-3 1,-2-3 763,-2-6 0,0-5 0,0-1 0</inkml:trace>
  <inkml:trace contextRef="#ctx0" brushRef="#br1">5893 15701 7720,'6'-5'0,"0"2"675,-6-5 1,0 4 223,0-5-284,0 7 1,5-4-209,4 6 0,7 6 452,5 2 1,8-1-444,4 1 1,3-1-225,1 1 0,0 2-1034,0-6 1,-3 0 572,-1-4 0,-6-1-1207,2-3 0,-4-2 691,-4-2 0,-5 1 785,-8 3 0,-2-3 0,-6-5 0</inkml:trace>
  <inkml:trace contextRef="#ctx0" brushRef="#br1">6116 15751 7720,'-8'5'245,"-1"4"0,2 3-34,-1 5 0,-2-1 211,6 9 1,0-2 169,4 11 0,0 4 173,0 8 1,0-4-318,0 0 1,0-1-125,0-4 1,2 3-931,2-7 0,-3-8 269,3-4-692,3-6 0,0-8 593,5-3 0,-1-5-1266,-2-8 1702,2 1 0,-4-15 0,5 3 0</inkml:trace>
  <inkml:trace contextRef="#ctx0" brushRef="#br1">6054 16061 7720,'7'0'305,"4"0"0,-4 0 573,5 0 1,2 4-116,2 0 1,0 0-295,4-4 0,5 0-633,4 0 1,5-1 156,-1-3 1,3-4-1355,2-9 1,-1 2 313,0-6 1047,-5 6 0,4-8 0,-5 3 0</inkml:trace>
  <inkml:trace contextRef="#ctx0" brushRef="#br1">6711 15639 7720,'-7'0'1148,"2"6"0,5-3-216,0 5 0,0-4-439,0 4 1,-1 1-153,-4 3 0,4 0-177,-3 1 1,-2 5-144,2 2 0,-4 9 97,4 4 1,-4 5-96,3 3 1,0 3 13,1 6 1,2-5 106,-2 1 1,7-8-552,1-1 1,7-1 186,2-7 1,0-7-683,8-9 1,0-7-34,4-6 0,3-2-287,1-7 0,0-6 1222,-4-14 0,0-8 0,0-7 0</inkml:trace>
  <inkml:trace contextRef="#ctx0" brushRef="#br1">7059 15677 7720,'7'6'854,"-2"1"-559,-5-3 0,4-1 499,0 6 0,5 0-309,-5 8 1,0 2 649,-4 6 0,4 1-413,0 3 0,0-2-154,-4 7 1,0-1-889,0 4 0,-4 0 245,0 0 0,-10-1-595,2-3 1,-5-1 515,1-3 1,1-7-316,-6 3 0,4-13 46,-3 0 0,3-7-723,-4-1 1,6-8 454,-1-5 1,2-2 168,2-1 0,5-5 398,3 1 1,2-6-47,2 1 0,0 3 398,0 2 0,2 3-226,2 5 1,3 1 709,5 3 1,2 3-374,2-4 1,-2 4 222,3 1 1,-2 4 32,1 0 0,-2 6 159,3-2 1,1-1-694,-2 1 1,5 1 2,-5 3 1,5-4-1126,-4 1 0,0-3 656,0 3 1,-3 2-1219,2-3 1,-2-1 1622,-1 1 0,-1-5 0,0 2 0</inkml:trace>
  <inkml:trace contextRef="#ctx0" brushRef="#br1">7468 16073 7720,'0'-12'0,"0"0"0,0-1 1372,0 1-706,0 5 0,0 3 113,0 8 1,4 8-284,0 9 0,0 2-164,-4 2 0,5 1-232,-1 3 1,0-2 110,-4 1 0,1-1-662,3-3 0,-2-3 369,2 0 1,-1-6-1333,1 2 1,-1-5 144,5-4 1269,-5-2 0,8-6 0,-5 0 0</inkml:trace>
  <inkml:trace contextRef="#ctx0" brushRef="#br1">7815 15776 8624,'13'0'989,"-1"0"1,-4 0-482,1 0 1,-1 5 183,4 4 0,1 2-231,-1 1 1,1 0-18,-1 1 1,0 3-541,1 1 1,-6 5 124,-3-1 0,-3 2-704,-1 2 0,-1 4 483,-3 0 0,-5 4-703,-7-4 0,-3 5 376,-6-1 1,1-2-66,4-3 0,-4-3 3,4-4 1,0 1-88,0-5 0,0-2 668,0-7 0,-4 3 0,5-4 0</inkml:trace>
  <inkml:trace contextRef="#ctx0" brushRef="#br1">8374 16024 7720,'-13'0'-1738,"6"-6"3091,-4 5 1,11-5-551,0 6 0,7 0 289,10 0 0,3-1-531,9-3 0,3 3-332,5-4 1,-1-1-684,-3-3 0,3 0 384,-3 0 0,3-6-473,1 3 0,-5-3 422,-3 2 1,-9 5-3498,-3 0 3618,-9 5 0,-8-3 0,-7 6 0</inkml:trace>
  <inkml:trace contextRef="#ctx0" brushRef="#br1">8436 16086 7720,'0'12'621,"0"1"0,5-2-30,3-3 0,5 2-191,3-6 1,4 0-62,4-4 1,1 0-142,0 0 1,5-6-133,4-2 1,-3-3 79,2-1 0,-5-1-664,1 1 0,-4-2-124,-5-2 1,2 2-576,-5-3 0,-2 3 1217,-7 2 0,3 0 0,-4-1 0</inkml:trace>
  <inkml:trace contextRef="#ctx0" brushRef="#br1">8609 15627 7797,'0'8'801,"0"0"0,0 2-395,0 7 1,0 3 274,0 9 0,0 4-280,0 9 1,0-2-94,0 5 0,0 5-254,0 3 0,0 1 88,0-4 0,0-5-660,0 1 1,0-10 418,0 1 1,0-4-940,0 0 1,2-7-872,2-5 132,3-6 1777,5 3 0,1-11 0,-1-2 0</inkml:trace>
  <inkml:trace contextRef="#ctx0" brushRef="#br1">9143 15801 10194,'18'0'1187,"2"0"1,5 0-698,4 0 1,4 0-38,9 0 1,-2 0-751,5 0 0,-4-5 236,5 1 0,-6-5-834,1 0 1,-9-2 576,-7-1 1,-7 4-2511,-10-1 2002,-3 7 1,-10-4 825,-3 6 0,-9 6 0,-2 1 0</inkml:trace>
  <inkml:trace contextRef="#ctx0" brushRef="#br1">9378 15825 7720,'-19'6'-255,"3"2"213,7 9 0,0-2 750,5 6 1,-1 1-37,5 7 0,0 2 72,0 6 0,0-3-295,0-1 1,0-6-124,0 2 0,-1-1-683,-3 1 1,3-7 270,-4 2 1,3-7-1319,-2-1 1,2-2 825,-2-1 0,1-6-857,-1-3 1435,3-3 0,-5-1 0,6 0 0</inkml:trace>
  <inkml:trace contextRef="#ctx0" brushRef="#br1">9267 16185 7720,'4'-12'401,"0"-1"1,4 5-67,-4 0 0,6 1 327,-2-1 0,5 1-162,3 3 0,2 1-74,3-5 0,2 5-1013,-2-1 0,2-2 436,2 2 1,-5 0-330,-4 4 1,-2 0 380,-2 0 1,-5 1-1159,-3 3 0,-4 7 185,-4 6 1072,-3-1 0,-16 8 0,-3 2 0</inkml:trace>
  <inkml:trace contextRef="#ctx0" brushRef="#br1">9279 16359 7720,'-12'12'0,"5"0"394,1 1 0,9-6 578,5-3 1,2-3-278,11-1 0,-1-5-417,5-3 0,6-4-353,2 0 0,-2-4-264,2-1 1,1-5-534,3 1 0,3-1-439,-3 2 0,2-4 1311,-11 3 0,7-2 0,-3-2 0</inkml:trace>
  <inkml:trace contextRef="#ctx0" brushRef="#br1">9937 16247 7720,'0'19'663,"0"-2"1,0-3-360,0-2 1,0 0 540,0 1 1,0-1-350,0 1 0,0 3 189,0 1 0,-4-1-667,-1-3 1,0 3-650,1 1 0,2-1-1389,-2-3 0,-3 3 2020,-1 1 0,-3 5 0,-1-3 0</inkml:trace>
  <inkml:trace contextRef="#ctx0" brushRef="#br1">11388 15887 7720,'0'-12'1147,"0"0"-670,0 5-266,0 1 0,0 19 502,0 7 1,2 11-246,2 10 0,1 9-201,3 7 1,-2 5-530,-6 5 1,0 3 274,0-31 1,0 0 0,0 1-1,-1 0-186,-1 2 1,-1-1 0,1-2 0,-2-1 89,-9 28 1,1-6-822,-1-15 1,6-6-16,3-6-359,3-17 814,1 1 1,0-19 463,0-2 0,-6-8 0,0-7 0</inkml:trace>
  <inkml:trace contextRef="#ctx0" brushRef="#br1">11438 16011 7720,'11'-12'319,"-3"0"1,4 1-191,1 2 0,1-2 860,6 3 0,1 3-435,4 0 1,0 3-247,-1-2 1,0 2 138,-3-2-397,2 8 0,-11 4-25,1 9 1,-8-2-112,-9 6 1,-4 4-321,-9 4 0,-6 5 296,-6-1 0,-1 1-391,1 0 1,-2 0 196,-2-5 0,7-2-1195,5-6 550,6-3 269,-3-11 0,14-8 680,8-12 0,9-9 0,12-7 0,5-11 0,2 2 0</inkml:trace>
  <inkml:trace contextRef="#ctx0" brushRef="#br1">11798 16049 7720,'12'0'0,"0"0"347,1 0 1,-5 0 559,0 0-378,1 5 0,-3 3 293,-1 9 1,-4-2-329,-1 6 0,0-2-52,0 2 1,-6 2-192,-2-2 1,1-2-837,-1 2 1,4-6 326,-4 1-2920,5-2 1749,-3-1 1429,1-6 0,3-13 0,-3-8 0</inkml:trace>
  <inkml:trace contextRef="#ctx0" brushRef="#br1">11872 15801 8049,'5'-13'887,"-3"6"0,5-2-513,-3 5 1,-1-5 517,5 5 0,0 0-402,5 4 1,-1 0-528,0 0 0,2 0 79,3 0 1,-2 0-1265,6 0 1,-2 1 267,2 3 954,2 3 0,-4 6 0,6-1 0</inkml:trace>
  <inkml:trace contextRef="#ctx0" brushRef="#br1">12219 15949 7514,'-12'7'-68,"4"0"334,-1-3 0,1-1-104,-4 5 1,-1 1 807,1 3 0,4 6-262,-1 3 0,2 3-135,-1 5 1,3-2-640,5 1 1,0-1 105,0-3 0,5 0-912,3-3 1,5-9 574,3-8 1,8-3-473,5-1 0,4-11 55,-4-5 714,0-12 0,1-3 0,2-7 0</inkml:trace>
  <inkml:trace contextRef="#ctx0" brushRef="#br1">12653 15528 7720,'-6'5'0,"-5"-2"611,2 5 0,0 2-194,0 6 1,-2 5 810,3 8 1,-3 4-562,-1 8 0,-1 9 322,1 8 0,-1 3-717,1 1 1,1-2-599,3-2 1,-2 0-42,6-8 1,1-6-180,7-15 1,3-3-106,6-14 0,6-2-877,6-10 0,1-7 117,7-5 0,-4-12 1411,4-9 0,0-8 0,4-3 0</inkml:trace>
  <inkml:trace contextRef="#ctx0" brushRef="#br1">12939 15875 7720,'-8'-4'991,"-1"0"0,1 0-407,-4 4 0,-5 0 209,1 0 1,-7 5-306,3 3 0,-5 5-122,-4 3 0,3-1-227,-3 6 0,4 4-108,4 4 0,3 1 130,6-1 0,5-4-114,3 0 0,5-2-19,8-6 1,4-2 73,12-7 0,4 2-195,0-6 0,6 0 26,-2-4 1,3-4-459,1 0 1,-4-2-397,0 2 0,-4-1-733,4-4 0,-5 2 1654,0 3 0,-1-3 0,-3-5 0</inkml:trace>
  <inkml:trace contextRef="#ctx0" brushRef="#br1">14142 15664 7720,'7'-12'172,"4"-1"42,-3 1 0,-1 5 624,1 3 1,-1 4-349,2 4 0,0 8-182,-5 9 0,1 8-97,-5 4 0,-2 4 315,-2 5 0,-3-2-238,-5 5 0,-6 1-131,-3 3 1,-6-1-408,-2-2 0,-4-3 282,4-6 0,-2-5-347,2-4 0,7-8 148,-3-8 1,9-5-474,-1-7 1,8 0 266,0 0 1,5-10-84,-4-2 0,5-5 181,-1 1 0,3-3 200,1-6 0,0 0 188,0 0 1,0 5-269,0-1 1,0 2 634,0-2 1,5 3-263,4 6 1,6 5 553,1 3 0,6 2-317,-1 2 0,1 6 140,-1 2 0,2 9-259,-2 3 0,2 4-163,2 0 0,-1 0-970,-4-3 1,2 1 545,-5-6 0,3 5-614,-3-5 1,0 1 73,-5-5 791,0 1 0,1-1 0,-1 0 0</inkml:trace>
  <inkml:trace contextRef="#ctx0" brushRef="#br1">14378 16073 7720,'16'-1'0,"1"-3"0,-1 3 861,-3-4 1,3 0 7,1 1 1,1 0 141,-2 4 0,-6 0-361,2 0 1,-3 5-247,-1 3 1,-1 3-165,-3 2 1,-3 5-42,4 2 0,-10 4-118,-3 1 0,1-1 70,-1 1 1,0 0-625,-5 0 1,-2 0-319,3-1 1,-3 0-2491,6-3 274,4-4 2282,-1-10 0,6-11 190,0-8 535,6-14 0,1-1 0,5-10 0</inkml:trace>
  <inkml:trace contextRef="#ctx0" brushRef="#br1">14427 15838 7720,'13'0'-239,"-1"0"0,1-4 1404,-1 0 1,2-1-510,2 5 0,-2-4 140,3 0 1,1 0-430,-2 4 0,5 0-342,-5 0 1,5-4-1547,-4 0 0,5 0 1521,-2 4 0,4 0 0,1 0 0</inkml:trace>
  <inkml:trace contextRef="#ctx0" brushRef="#br1">15767 15825 7720,'-5'-18'271,"2"6"-72,-5 0 0,4-1 238,-5 5 0,1 2-91,-4 2 1,-2 3-4,-3 1 1,2 1-85,-6 3 0,1 5-25,-5 7 0,0 4-23,0 4 1,1 5 12,-1 0 0,4 6-117,0-2 1,10 4 90,-1 4 1,8-2-245,0 2 0,6 2 70,3-2 1,8-1-360,0-7 0,7-6 221,1-7 1,-2-5-225,2 2 0,0-9-168,4-4 0,-5-2-381,1-2 0,-6-2-848,2-2 1735,-4 3 0,5-16 0,2 3 0</inkml:trace>
  <inkml:trace contextRef="#ctx0" brushRef="#br1">15432 16160 7720,'13'0'1384,"-1"0"0,5-4-875,-1 0 1,6 0-526,-1 4 1,6 0 51,2 0 0,6-4-939,-2 0 0,7-5 253,1 5 650,-5-5 0,5-4 0,-2-6 0</inkml:trace>
  <inkml:trace contextRef="#ctx0" brushRef="#br1">16350 15615 6483,'0'-7'1234,"0"1"0,6 6-704,2 0 1,4 0-273,5 0 0,2 0-59,6 0 0,0 0-158,0 0 1,4-4 129,0 0 0,5-4-678,-1 3 0,-3-4 379,-1 1 1,-8 2-2227,-4 2 1211,-4-3 1143,-6 6 0,-1-10 0,-6 4 0</inkml:trace>
  <inkml:trace contextRef="#ctx0" brushRef="#br1">16512 15602 7720,'-9'13'-359,"1"-1"1,4 2 1071,-4 2 1,1 4-220,-2 4 0,4 3 17,5 1 1,0 4-137,0 5 1,0 6-100,0 3 0,0 0-78,0 0 1,0 1-234,0-6 0,0 0-290,0-3 0,0-7-319,0-2 1,0-8-351,0-5 0,5-3 457,4-5 1,-4-4 536,-1-8 0,3-3 0,0-5 0</inkml:trace>
  <inkml:trace contextRef="#ctx0" brushRef="#br1">16487 16073 7720,'8'0'490,"0"0"1,-4 0 13,5 0 0,-1 0-110,4 0 1,5 0-160,-1 0 0,6-4-236,-1 0 1,-2 0-238,2 4 1,-2 0-882,2 0 1,-3 0 646,-6 0 0,-1 6 472,-2 2 0,-9 3 0,-7 1 0</inkml:trace>
  <inkml:trace contextRef="#ctx0" brushRef="#br1">16412 16359 7219,'0'7'1046,"0"-2"0,10-6-617,2-3 1,10 1-220,3-5 1,6 3-115,6-3 1,0 0-583,0-5 1,0 2 344,1 3 1,-1-3-1775,0 3 1915,0-3 0,0-2 0,1 1 0</inkml:trace>
  <inkml:trace contextRef="#ctx0" brushRef="#br1">17616 16011 7941,'1'9'261,"3"-1"-229,-2-5 0,13 2 724,-3-5 1,10 0-349,3 0 0,11-1-327,9-3 1,4-3-861,0-6 0,-3 5 449,-1 0 1,-5 4-1153,1-5 1482,-7 7 0,-10-9 0,-6 4 0</inkml:trace>
  <inkml:trace contextRef="#ctx0" brushRef="#br1">18720 15627 7720,'-13'0'1744,"1"5"-1076,5-3 0,3 3-258,8-5 1,8 2 227,9 2 0,8-3-312,4 3 1,7-2-243,1-2 0,2-4-176,-1-1 1,-3-3 120,7 4 1,-7-4-952,-2 4 0,-6-5-9,-6 5-1736,-5-5 2667,-8 2 0,-6-6 0,-6 1 0</inkml:trace>
  <inkml:trace contextRef="#ctx0" brushRef="#br1">18980 15590 7720,'-12'12'168,"-1"1"0,2 4 339,3 4 1,1 5-238,3 7 0,3 5-72,-3 7 1,1 3 767,-1-2 1,1 2-416,-5 2 0,5-6-811,-1-3 0,-2-8 223,2-4 0,0-4-819,4-4 760,0-4 0,1-10-1200,3-3 1,3-8 72,6-4 1223,-1-3 0,1-12 0,-1-4 0</inkml:trace>
  <inkml:trace contextRef="#ctx0" brushRef="#br1">18955 15925 7720,'-6'-6'824,"0"5"-111,6-10 0,0 9 1,6-2-270,2 8 0,7-2-27,1 2 1,7 1-138,-3-1 0,5 1-1025,4-5 0,-1-2 519,5-2 0,-4-4-393,4-9 1,2 2 618,3-6 0,2 1 0,-9-5 0</inkml:trace>
  <inkml:trace contextRef="#ctx0" brushRef="#br1">19675 15466 7720,'-8'8'759,"-1"0"1,1-4-331,-4 5 1,-1 4 697,1 8 0,-1 4-516,1 4 1,0 3-30,-1 5 1,2 4-188,3 0 0,1 5-6,3-5 0,3 1-435,-4-5 0,5-1 69,5-3 1,1-4-645,7-9 0,1 2 457,2-5 1,-1-2-1478,6-7 0,0-2 297,4-6 0,-1-3-790,1-5 2134,0-6 0,0-11 0,0 0 0</inkml:trace>
  <inkml:trace contextRef="#ctx0" brushRef="#br1">20171 15441 9175,'0'18'654,"0"-3"-721,0 6 1,0-5 2,0 5 1,0 0 1556,0 3 0,0 7-676,0 2 0,0-2 164,0 3 0,-1-1-478,-3 4 0,1 4-286,-5 0 1,3 1-524,-3-5 1,-1-1-618,-8-3 0,3 1-203,-2-5 1,1-7 647,-2-9 1,3-2-249,-2-7 0,0-4 172,0-4 1,2-10 124,-2 2 0,3-9 214,5 0 1,-2-2 172,6-2 0,-1 0 18,1 0 0,2-2-95,-2 2 1,4-1 457,4 9 0,3 1-211,5 3 1,1 7 299,-1 1 0,1 4-172,-1 1 1,0 4 675,1 0 1,-1 10-160,1-2 0,3 4-32,1-4 1,-1 0-896,-3 1 0,3-1 171,1 1 0,3-5-1532,-3 0 0,4-5 875,-5 1 0,1-3-1829,-5-1 2469,1 0 0,-1 6 0,0 1 0</inkml:trace>
  <inkml:trace contextRef="#ctx0" brushRef="#br1">20469 15838 8632,'0'8'1574,"0"0"1,0-4-954,0 5 0,0-1 468,0 4 0,0 2-526,0 3 0,0 2-149,0 6 1,0 4-156,0 0 0,-6 4-69,-2-4 0,-2 4-1252,2-4 0,-3 1-369,3-1 0,2-4-2733,2 0 1980,-3-1 1437,6-10 747,1-1 0,7-19 0,5-8 0</inkml:trace>
  <inkml:trace contextRef="#ctx0" brushRef="#br1">20853 15739 7640,'7'0'2446,"0"0"-1746,-3 0 0,-1 0 8,5 0 0,-3 1-286,3 3 0,-4 4 199,4 9 0,-1 4-325,1 8 1,2 2-221,-6 6 0,4 1-117,-3-1 1,-1 0 77,-4 0 1,0 0-309,0 1 0,-3-1 243,-5 0 0,-3 4-596,-14 1 0,1-1 222,-9-4 1,-5-1-1422,-8-3 0,-6 6 1823,-2-6 0,22-14 0,-1 0 0,2-3 0,-1 0 0</inkml:trace>
  <inkml:trace contextRef="#ctx0" brushRef="#br1">21387 15937 8355,'-7'0'2337,"-4"0"-1031,10 0-635,-5 0 0,7 0-183,4 0 0,3 0-69,8 0 1,4-4-89,4 0 0,7-2 105,2 2 1,4 1-122,4-5 0,-1 4-189,6-4 1,-2 5-128,2-1 1,-4-2-252,-5 2 0,-1 0-893,-3 4 0,-1 0 607,-3 0 1,-8-1-1063,-1-4 0,-4 4-231,-4-3-206,0 3 2037,-5 1 0,-7 0 0,-7 0 0</inkml:trace>
  <inkml:trace contextRef="#ctx0" brushRef="#br1">21461 16073 8355,'-5'7'628,"3"4"1,-3-8-151,5 5 0,5-5 272,4 1 1,7-2-177,5-2 1,4 0 56,4 0 1,2-2-474,7-2 1,3 1-23,0-5 0,1 0-942,-5-5 1,0 5 619,0 0 1,-1 0-1829,-3-5 1,-4 1 2013,-8-1 0,2 1 0,-3 0 0</inkml:trace>
  <inkml:trace contextRef="#ctx0" brushRef="#br1">21784 15751 8355,'0'-12'1095,"0"-1"1,1 2-227,3 3 1,3 2-318,6 6 1,5 0 36,2 0 0,5 6-147,4 2 0,-1 3-245,5 2 1,-2 3-71,2 1 0,-2 3-186,-6-3 1,-1 5-35,1-1 0,-1-2 172,-4 2 1,-3-1 147,-9 5 1,2-3-237,-6 3 1,-1-3-168,-7 7 0,-9-2-84,-8 2 1,-2-1-123,-2 5 0,0-4-76,1 4 0,-3-5-42,-2 0 1,3-5-649,-3-3 1,4-5 1147,5 2 0,-9-3 0,3-2 0</inkml:trace>
  <inkml:trace contextRef="#ctx0" brushRef="#br1">22826 15739 8355,'5'-7'0,"-2"-3"949,5 6 0,-3 0-295,3 4 1,1-4 457,8 0 1,2-1-471,6 5 0,5 0-506,4 0 1,7 0-353,4 0 1,-1 0-341,2 0 0,-6-4-264,1 0 1,-3-6 269,-5 2-2853,-3 3 3403,-16-1 0,-9 12 0,-12 1 0</inkml:trace>
  <inkml:trace contextRef="#ctx0" brushRef="#br1">23037 15763 8355,'-13'5'706,"1"-1"-392,0 5 0,1 0 542,2 7 1,0 3-290,4 6 1,1 4 401,4 0 0,0 10-394,0-2 0,0 4-260,0 1 1,2-4-398,2 3 1,-1-6 170,5-2 0,-4-5-1114,4 0 1,-4-5 677,5-3 1,-1-9-3072,4 2 3418,1-9 0,-1 1 0,1-5 0</inkml:trace>
  <inkml:trace contextRef="#ctx0" brushRef="#br1">22925 16123 8355,'4'-8'1321,"0"0"1,6 5-329,-2-1 1,9-2-362,4 2 1,3-4-490,5 4 0,3-5 57,5 5 0,6-5-1007,2 0 1,2-2-266,-1-1 1,-3 4 1071,-6-1 0,-6 1 0,0-4 0</inkml:trace>
  <inkml:trace contextRef="#ctx0" brushRef="#br1">23806 15652 8355,'-12'0'862,"-1"0"1,1 4-733,-1 0 1,1 7 429,-1 1 0,1 4 499,0 8 1,-1 1-229,1 12 0,4-1-336,-1 10 0,7-1-332,-3 5 0,4-5 61,1 1 1,1-6-1220,4 1 0,1-8 707,7-4 1,5-8-1202,2-5 0,4-7 441,1-5 1,0-8-667,-1-5 1714,1-7 0,5-9 0,2-7 0</inkml:trace>
  <inkml:trace contextRef="#ctx0" brushRef="#br1">24240 15602 8355,'0'13'419,"0"-1"0,0 0-72,0 1 0,0 3 922,0 1 1,0 5-538,0-1 0,1 3 323,4 5 1,-4-1-427,3 5 0,-2-1-106,-2 1 1,-6 3-526,-2-3 1,-3 1 105,-2-1 0,-3 2-861,-1-6 0,-5 2 546,1-6 0,4-3-1075,0-10 1,-1-5 475,2-3 1,0-4-225,8-4 0,-2-7 414,6-5 0,0-6 255,4 1 1,0-5 536,0 1 1,0-1-218,0 9 1,2 1 91,2 3 0,-2 2-130,7 3 1,-1-2 904,4 6 0,1 2-373,-1 6 0,1-2 399,-1 7 0,2 0-345,2 8 1,0-3-209,4 2 0,0-2-1342,0-2 0,4 1 649,-4-1 0,4 1-1379,1-1 1777,-1 0 0,1 6 0,0 2 0</inkml:trace>
  <inkml:trace contextRef="#ctx0" brushRef="#br1">24587 15987 8572,'13'0'782,"-5"0"-479,0 0 1,-5 5-9,1 3 0,-2 3 502,-2 2 1,0 5-268,0 2 0,0 4-378,0 1 1,0-1 44,0 1 0,-4 0-468,-1 0 1,1-4-123,4-1 1,0-5-447,0 2 1,0-3-1257,0-2 1074,6 0 1021,1-5 0,5-1 0,0-6 0</inkml:trace>
  <inkml:trace contextRef="#ctx0" brushRef="#br1">24960 15664 9604,'5'-7'1064,"-2"2"333,5 5 1,-4 1-614,5 3 0,-1 3-219,4 6 0,5 0-292,-1 4 1,2 2-366,-1 6 0,-3 0-323,2 0 0,-3 5 382,-5 3 0,1 1-643,-4 0 1,-1 1 347,-4-2 1,-6 5-218,-2 3 0,-4-7 129,-5 4 0,-1-9-675,-3-1 1,-2-1 205,2-3 0,2-4 885,-2-4 0,1-2 0,-5-2 0</inkml:trace>
  <inkml:trace contextRef="#ctx0" brushRef="#br1">26138 15664 8355,'0'-25'0,"0"6"554,0 3 1,0-2-62,0 1 0,-1 1 303,-3 3 1,1 6-337,-5 3 1,-5 3-191,-3 1 1,-8 1-131,-1 3 0,-1 5 122,-7 7 0,0-1-293,-4 6 0,0 1 123,-1 7 1,3-3-205,1 3 1,1-4 84,9-5 0,-4 4 69,7-3 1,9 1 16,4-2 0,5 0 77,3-4 1,7-2 177,5 2 0,10-2-125,7-1 0,10-5-36,-2 0 1,8-5 30,1 1 0,-2-3-372,2-1 1,-5 0 124,4 0 0,-5-1-701,2-3 0,-9-2-143,-4-2 0,-4-2-1960,-5 6 112,-2-5 2755,-11 7 0,-12-3 0,-9 5 0</inkml:trace>
  <inkml:trace contextRef="#ctx0" brushRef="#br1">25778 16135 8355,'-12'7'1610,"5"0"-756,3-3 0,4-2 118,4 2 1,6-3-293,10-1 0,2 0 23,12 0 0,3-1-607,4-3 0,0 1 95,-3-5 1,-1 1-987,0-1 1,-1-3 566,-3 2 0,-3 4-1651,-5 1 1,-6 2-139,-2 2 2017,-3 0 0,-7-5 0,-2-2 0</inkml:trace>
  <inkml:trace contextRef="#ctx0" brushRef="#br1">26026 15974 8355,'-12'6'0,"0"1"651,-1 5 0,5 0-162,0 1 1,5 5 823,-1 2 1,2 4-614,2 1 0,0-5-118,0 1 0,5 0-124,-1 3 0,1 4-939,-1-3 1,-1 2 110,5-6 0,-5 2-141,1 2 0,2-4-3094,-2 0 3605,6-6 0,-9 8 0,4-3 0</inkml:trace>
  <inkml:trace contextRef="#ctx0" brushRef="#br1">26969 15515 8355,'-12'0'-31,"-1"0"1,2 2 1782,3 2-1017,3-3 0,7 5 372,7-6 1,14 0-417,14 0 0,13 0-197,0 0 1,6-2-182,-2-2 0,0 1-218,-5-5 1,-1 5-372,-2-1 1,-3-3-524,-6-1 1,-7 1-7,-5-1 0,-6 5-1079,-6-1 0,-6 1 1884,-3-1 0,-8 3 0,-3-5 0</inkml:trace>
  <inkml:trace contextRef="#ctx0" brushRef="#br1">27193 15540 8355,'-13'13'0,"-3"3"630,-1 1 0,2 1-135,7-2 1,-2 1 836,6 7 0,-4 0-477,3 9 0,1 0-153,4 4 0,0 6-218,0 2 1,0-2-28,0-2 0,0-2-947,0-2 0,-4 0 384,0 1 0,0-8-2011,4-5 1769,0-6 1,1-8-1704,3-3 1,-1-2-448,5-6 2498,-5 0 0,8-11 0,-4-3 0</inkml:trace>
  <inkml:trace contextRef="#ctx0" brushRef="#br1">27069 15987 8355,'0'-9'838,"0"1"0,0 0-177,0-5 1,5 5-213,3 0 1,9 1 73,4-1 1,3-3-99,5 2 1,4 3-576,9-3 1,-4 5 221,4-4 1,-7 4-838,3-5 0,-9 7-140,4-2 1,-7 1-1748,-5-1 2652,2 2 0,-4-9 0,6 4 0</inkml:trace>
  <inkml:trace contextRef="#ctx0" brushRef="#br1">27850 15565 8355,'-4'-12'0,"0"-1"0,0-3 0,4-1 0,-2 5 0,-2 3 0,3 7 0,-6-2 0,3 8 0,-3 8 0,-6 9 0,1 8 0,0 4 0,-2 7 1131,-3 1 1,4 6 1563,-4-2 1,3 2-1786,2-1 1,-1 5-918,1-6 1,5 5-513,3-9 0,4-4-667,4-4 1,3-6 294,5-3 1,8-10-616,4-10 1,3-2 1505,6-2 0,0-6 0,4-1 0</inkml:trace>
  <inkml:trace contextRef="#ctx0" brushRef="#br1">28458 15379 8355,'12'4'656,"1"0"1,-1 6-188,1-2 0,-5 4-120,0 5 1,-1 4 725,1 8 1,-1-2-407,-3 6 0,-2 0 2,2 5 0,-8 3-232,-5 0 0,-2 1-385,-1-5 1,-6 0-47,-3 0 1,2 3-151,-2-3 0,2-2 7,-2-10 1,-2-1 239,2 1 1,-1-5-889,2-4 0,-2-8-145,5-4 82,0-2 1,5-4 299,0-2 0,3-8-108,1-9 0,5-2 79,-1-2 1,1-1 249,-1-3 0,2 1 411,-7-5 1,7 6-173,-3-2 0,4 4 207,1 4 0,0 3-155,0 6 0,1 1 974,4 3 0,3 2-465,8 6 1,-1 6 743,6 2 0,0 7-369,4 2 0,-1 3-313,1-3 1,-4 5-919,0-1 0,-2-2 326,2 2 1,1-5-497,-6 5 1,1-5 401,-5 5 0,1-5-3503,-1 5 3652,0 0 0,1 4 0,-1-1 0</inkml:trace>
  <inkml:trace contextRef="#ctx0" brushRef="#br1">28706 15887 8615,'7'6'2586,"0"-3"-1822,-3 5 0,-3-4-182,3 4 1,-1 1-145,1 3 0,-2 5-367,2-1 0,1 5 122,0-5 0,0 6-910,-1-1 1,-2-2-211,2 2 0,-2-2-735,3 2 1,-4-3 1661,3-6 0,3 1 0,0-1 0</inkml:trace>
  <inkml:trace contextRef="#ctx0" brushRef="#br1">29301 16036 8355,'7'13'165,"-2"-1"0,-4 0 263,-1 1 0,0 5-308,0 2 0,-4 8-72,0 1 1,-6 4-2216,2-4 2167,-3 5 0,-7-7 0,-2 3 0</inkml:trace>
  <inkml:trace contextRef="#ctx0" brushRef="#br1">29947 15429 8355,'5'24'0,"-4"1"963,4 0 1,-3 4-319,2 0 1,-2 5 123,2-1 1,-8 5-284,-4 3 0,-3-1-382,-2 5 0,-5-3 108,-2 3 0,-5-4-581,-4 5 0,3-7-1,-3-2 0,4-6-255,4-6 0,-2-5-4,2-4 0,7-8 240,2-4 0,4-8-491,-1-4 0,2-4 303,3-5 0,3 2 130,-3-6 0,2 1 447,2-5 0,5-4 0,-1 0 0,4 1 0,-4 8 0,4 2 0,-3 5 0,3 1 358,-4 0 0,1 5-221,0 3 0,0 4 1211,3 4 0,3 3-566,-2 5 1,2 2-11,1 2 0,2-1-270,2 6 1,2 0-334,3 4 0,2-5-378,-2 1 0,3-4-455,0 3 1,4-5-1160,-3 2 1,2-3 1822,-6-2 0,-3 0 0,0 1 0</inkml:trace>
  <inkml:trace contextRef="#ctx0" brushRef="#br1">30170 15949 8355,'12'0'920,"1"0"0,-5 0 724,0 0-741,0 0 1,5 2 235,-1 2 1,-1-1-457,-2 5 0,0 0-335,-5 5 1,5-5-87,-5 0 0,1 2-505,-1 6 1,-2-2 170,2 3 0,-7 1-225,-1-2 1,-7 6 205,-1-1 0,-1-2-211,-3 2 0,2-2 145,1 2 0,7-3 46,1-6 0,4 0 173,1 1 0,7-2-112,5-3 0,8-2-1197,9-6 0,8 0 602,8 0 1,4-7-2813,0-6 3186,1 1 0,-1-11 0,1 3 0</inkml:trace>
  <inkml:trace contextRef="#ctx0" brushRef="#br1">31100 15615 8355,'13'1'548,"-1"3"1,2 3 34,2 5 1,2 2 350,3 3 0,1-1 172,-5 9 1,3-2-428,-3 11 1,2-6-318,-6 6 1,2-6-101,-7 6 0,-3-3-441,0 2 1,-5 3 19,-5-3 1,-7-1-101,-9 1 1,-8 4-643,-4 5 1,-8 4 623,-4 0 0,18-22 0,0 0 0,-1 1 1,-1 0-1</inkml:trace>
  <inkml:trace contextRef="#ctx0" brushRef="#br1">2394 17128 8187,'-5'-13'2437,"3"6"-2029,-3 2 1,5 6 106,0 3 0,1 9-77,3 7 0,-2 9-339,2 4 0,1 3 35,0 1 0,-1 6-137,-4 3 1,0 6-17,0 2 0,0 0 194,0-5 1,0-9-256,0-3 0,0-9-82,0-3 114,5-12 0,-2-8 83,5-10 0,0-3-65,5-8 0,-1-1 4,1-8 1,-1 2-147,0-10 1,1 4 26,-1-4 1,1 1 96,-1-1 0,1-1-11,-1 5 0,-4 0 9,0 4 0,-5 6 18,1 2-40,3 3 1,-4 7 170,5 3 1,-5 8 24,1 5 1,-1 6 123,1 1 1,-1 11 28,5-3 1,-5 4-147,1-3 1,1 0-13,0-1 0,0 4-4,-1-3 1,-2 1 169,2-10 1,1-3-64,-1-5 0,2-5 484,-2 1-634,3-3 1,5-12 73,1-5 1,-1-6-832,1-3 1,3-1 403,1-3 1,1 1-967,-2-5 1,-2 6 573,2-2 1,-2 4-416,-1 4 0,-2 3-140,-3 6 1228,3-1 0,-10 7 0,5 0 0</inkml:trace>
  <inkml:trace contextRef="#ctx0" brushRef="#br1">3015 17500 8355,'-7'1'264,"2"3"-2,4-2 0,1 4 1068,0-1 60,0-4-75,0 5-823,0-6 0,6 0-147,2 0 0,4-6-298,5-2 0,-3-7 86,2-2 1,2-4-455,-1 5 0,-1-6 22,-3 1 1,-1 2-238,0-2 1,-3 6 221,-1-2 1,-5 4-128,1 0 0,-4 6 65,-4 3 0,-3 3 110,-6 1 0,0 1 224,-4 3 0,3 7-88,-2 6 1,-2 6 400,1 2 1,1 0-34,3 4 0,1-2 93,0 2 1,0-2-201,4 2 1,-1-3-103,4-1 0,3-6-259,6-3 0,3-3 102,5-5 0,6-2-105,3-6 1,2-2 26,2-2 0,4-3-543,0-5 1,5-5 62,-1 1 1,-1-2 685,1 1 0,0-2 0,4-6 0</inkml:trace>
  <inkml:trace contextRef="#ctx0" brushRef="#br1">4119 17314 8355,'-5'-17'599,"1"1"1,-4 3 407,4 5-295,0 5 1,4 5-218,0 10 1,0 6 405,0 7 0,0 6-255,0 7 0,0-1-45,0 4 1,0-2-629,0-2 0,0-1 93,0-3 1,0-4 4,0-9 0,1-2 122,3-5 0,0-8-278,9-5 0,-2-7 110,10-9 0,-2-9-809,2-8 1,2-3 220,-2-1 1,-2 0 72,2 0 0,-6 6 176,1 6 1,-2 6-79,-2 7 500,1 5 0,-2 7-100,-3 8 1,-2 9 154,-6 3 0,0 4-36,0 1 0,0-1 477,0 1 1,4-6-245,0-2 0,0-3 1086,-4-2-960,6-5 0,1-3-142,5-8 1,0-7-848,1-6 1,-1-5 356,1 2 0,3-4 198,1 0 1,-1-1 8,-3 0 1,-1 6-1733,0 2 1,1 5 116,-1 3 1,1 0-1625,-1 5 3178,0-1 0,1 5 0,-1 0 0</inkml:trace>
  <inkml:trace contextRef="#ctx0" brushRef="#br1">4813 17351 8355,'-1'21'0,"-3"-1"0,2 1 742,-2 4 0,-1 0-207,1-1 0,-6 1 426,2 0 0,1-2-393,-1-2 0,5 1-651,-1-5 1,1 3-147,-1-3 8,2-1-1827,-3-3 1330,5-6-1676,5-2 2394,-3-16 0,9 3 0,-4-10 0</inkml:trace>
  <inkml:trace contextRef="#ctx0" brushRef="#br1">4776 17152 8355,'-7'0'3984,"2"0"1,5 2-2067,0 2-1366,0-3 1,1 5-862,3-6 0,3 0 274,5 0 1,2-2-2042,3-2 0,1 2 576,2-7 1500,4 1 0,-5-4 0,6-1 0</inkml:trace>
  <inkml:trace contextRef="#ctx0" brushRef="#br1">5099 17066 8355,'-11'20'129,"2"1"1,2-3 1547,3 7 0,-1-2-764,-3 10 1,-2-4 242,6 4 0,-5-1-491,5 1 0,0 1-485,4-5 1,0 0 81,0-4 0,0-6-1508,0-2 0,6-5 19,2-3 0,7-5-587,2-8 1,5-9 1813,-2-7 0,4-9 0,1-3 0</inkml:trace>
  <inkml:trace contextRef="#ctx0" brushRef="#br1">5384 16880 11030,'0'13'1715,"0"4"0,-1 4-1101,-4 8 1,3 4 485,-7 8 1,5 9-435,-4 7 1,4 0-424,-4 1 0,3-2-944,-3 2 1,5 0 489,-1-8 1,3-9-2986,1-12 2434,5-3 0,2-8-3423,6-6 2331,5-5 1854,-5-12 0,11-8 0,-5-6 0</inkml:trace>
  <inkml:trace contextRef="#ctx0" brushRef="#br1">6463 16966 8355,'0'-24'1184,"0"-1"-185,0 0-8,0 6 1,0 8-382,0 11 1,0 13 129,0 16 1,0 9-227,0 11 0,0 6 258,0 3 0,0 3-468,0 1 1,-4 1 104,0 3 0,-2-2-1084,2 2 0,3-5 532,-3-8 0,2-4-1062,2-12 940,0-11 0,6-10-542,2-16 1,3-5 284,2-7 0,-1-6-61,0-3 0,1-2 127,-1-2 1,-4 0 236,1 0 1,-1 0 568,4 1 0,-3 3-368,-1 0 0,-5 6 1008,1-2-597,3 4 300,-6 6 1,9 4-314,-6 11 1,0 2 54,-4 11 0,0-1 53,0 5 0,0 0 28,0 0 1,4 0-946,0-1 1,0 0 321,-4-4 1,5 4-1668,-1-3 0,5-4 929,0 0 1,6-9-2276,1-4 3120,12-2 0,-2-13 0,11-3 0</inkml:trace>
  <inkml:trace contextRef="#ctx0" brushRef="#br1">7021 17463 8355,'-8'-12'0,"0"4"0,1 1 1240,-1 3 1,-3 3-194,2-3 1,-2 4-31,-1 4 0,0 4-261,-1 9 0,2-2-256,3 5 0,-2 1-569,6 4 1,-4 0 107,4 0 0,0-6-806,4-3 1,1 1 550,3-5 1,7-2 260,6-10 0,3-1-162,-3-4 0,5-1-588,-1-7 0,1-1-292,-2-2 0,2 2 109,-5-2 1,-1 2-105,-3 1 198,-1 6 1432,1-4 0,-6 11-295,-3 0 0,-3 2 744,-1 6 1,0 0-424,0 5 0,-4-1-14,0 1-1137,0-1 546,4-5 1,5-2-1483,3-5 0,5-7 731,3-5 0,0-6-716,4-7 1,4-1 883,0-3 1,8 0 523,-7-8 0,3 0-145,-4-13 0,5-1 145,0-7 0,0 3 10,-4 6 0,-6 9-120,-2 2 0,-3 15 1598,-2 2-539,-5 6 485,-2 8 0,-5 3-612,0 8 1,0-1-45,0 5 0,0 6-207,0 7 1,0-2 130,0 2 0,0 1-145,0 7 1,-4 2-207,0 7 1,0-1-153,4 0 0,-4 0 79,0 0 1,-2 5-538,2-1 1,3 1-89,-3-5 0,2-6-350,2-2 0,0-4-461,0-4 83,6-3 1,1-11-176,5-3 0,-4-4 581,1-4 0,-1-5-381,4-7 1,-1 2 60,-2-2 989,2-4 0,-5 1 0,7-6 0</inkml:trace>
  <inkml:trace contextRef="#ctx0" brushRef="#br1">7294 17363 8355,'0'-19'0,"0"0"163,0 2 1,0 3 114,0-2 1,0 2 1050,0 2 67,0 5 79,0 1-915,0 23 1,0 2-222,0 14 0,0 4-109,0 1 1,0-1 47,0 4 1,0-4-91,0-4 0,0-2 11,0-6 1,0-1-177,0 1 1,6-7-111,2-6 0,-1-5 99,1-7 0,2-2-520,6-7 0,-2-4 292,3-12 1,1-6-360,-2-2 0,2-5 260,-1 1 0,-3-3-312,2 7 1,-2-3-179,-2-2 0,-3 3-334,-1 2 1,-1 4 111,1 8 1,2 3 1026,-6 6 0,5-1 0,-7 1 0,3-1 0</inkml:trace>
  <inkml:trace contextRef="#ctx0" brushRef="#br1">7580 17388 8355,'0'12'0,"0"1"0,0-1 667,0 1 0,0-1-187,0 1 1,0-5 279,0 0 1,1-4-280,3 4 0,3-5-214,5 1 0,5-2-86,0-2 0,5-2-130,-2-2 0,4-4-373,1-9 0,-2 2 292,-2-5 0,2-1-456,-2-4 1,1-2 225,-2 2 0,-2-3-20,-5 7 1,-5 2 83,0-1 0,-5 4 312,1 0 0,-4 3-174,-4 5 1,-7-1 155,-5 4 1,-7 1 3,3 4 0,1 0-30,-2 0 1,2 6-37,-2 2 0,-1 9 5,5 3 0,1 4 147,3 0 1,1 3-77,0 2 1,-1 2-50,1 6 1,5-3-129,3-1 1,2 0 115,2 4 0,2-10-261,2-2 1,4-10 156,9-2 0,-2-5-415,5-4 0,0-2 177,0 2 0,4-8-742,-3-5 1,6-2-25,2-1 1057,0-6 0,1 4 0,2-4 0</inkml:trace>
  <inkml:trace contextRef="#ctx0" brushRef="#br1">8845 17438 8355,'0'-13'-287,"0"1"0,0 4 938,0-1 1,0 1 110,0-4 0,0 3-279,0 1 1,0 0 122,0-5 1,0 1-158,0 0 0,0 3 112,0 1 1,0 4-105,0-4 1,-5 5-77,-4-1 1,-3 8-149,-5 4 1,4 9 15,-4 3 1,-1 9-133,2 4 0,-1 3 91,5 2 1,1-5-496,2 0 1,4-6 119,5 2-265,0-8 0,5-5 205,4-7 0,7-9-840,5-9 1,2-7 288,2-5 1,1-6 19,3-2 1,-5-4 624,5 4 1,-12 4-63,4 4 0,-6 12 41,-2 0 0,-1 6-62,0 3 1,-5 7 554,-2 6 0,-4 9-252,-1 7 1,4 1 664,0-1 0,0-3-399,-4 3 0,0-7-255,0-1 1,6-3-1396,2-2 0,3-1 686,2-10 1,3-1-1132,1-4 1742,5-6 0,-9-1 0,5-5 0</inkml:trace>
  <inkml:trace contextRef="#ctx0" brushRef="#br1">9490 17152 8355,'-8'-11'524,"0"3"0,3-1 560,-3 4-739,0 1 1,-5 4 519,1 0 0,-4 3-285,-1 5 0,-1 6-109,2 11 0,2 5-209,-3 3 1,2 3-6,-1 1 1,2 5-79,-3-1 0,5 2-166,4-2 1,-2-7 112,6 4 0,0-11-161,4-2 0,1-7-544,3-10 0,3-2 331,5-6 1,6-2-908,3-2 1,4-4 495,4-9 1,1 4-899,3-4 0,2-1 179,-6 2 1378,0-6 0,-5 8 0,1-4 0</inkml:trace>
  <inkml:trace contextRef="#ctx0" brushRef="#br1">9689 17276 7742,'5'-6'87,"-2"-1"135,5 3 0,-5 1 40,1-5 1,-1 5 714,1-1-323,-3-3-44,10 5-230,-9-9 0,3 9 569,-5-7 507,0 7-444,0-9-478,0 9 0,-1-3-196,-3 5 1,-2 2 99,-2 7 1,-7 0-129,2 12 0,-2-3-185,3 7 1,-1-3 62,1 7 1,4-2-152,-1 2 1,7-3-467,-2 3 1,2-2 315,2-3 1,0 0 38,0-4 1,6-2 40,2-5 1,3-5-1694,1 0 1,6-5 742,3 1 1,1-8-627,-1-4 1,2-5-597,-2-3 2205,-3 2 0,11-9 0,-3 3 0</inkml:trace>
  <inkml:trace contextRef="#ctx0" brushRef="#br1">9912 17338 8355,'-8'9'-1056,"-1"-1"1,7 0 2481,-3 5 1,0-1-566,1 0 0,0 1 1474,4-1-1679,5-5 1,6-1-533,6-6 0,3-2-113,-3-2 1,5-3-151,-1-5 1,2-6-124,2-3 0,0-2-379,0-2 0,-5 0-197,1 0 1,-6 1 319,2-1 0,-5 4-170,-4 1 340,-2 4 1,-13 0 858,-5 8 1,-2 2-204,-7 6 1,0 3 2,-3 5 0,-1 2 210,0 10 1,0 2 358,0 7 0,6-2 193,2 1 0,0 3-466,0-2 0,2 4-276,7-4 0,2 4-36,6-4 0,0-2-2304,0-6 0,3-3 1085,5-6 0,5-6-802,7-6 0,8-6-338,-3-6 2064,2-6 0,-2-7 0,0-6 0</inkml:trace>
  <inkml:trace contextRef="#ctx0" brushRef="#br1">10247 17264 8355,'12'0'3435,"1"6"-2782,-1 0 1,-5 8 89,-3 3 1,-3-3-260,-1 2 0,0 2 117,0-1 1,-4 0-104,0 0 1,-1-3-1031,1 2 1,2-6-307,-2-2 314,3-5 1,2 3-439,3-6 0,4-6 45,9-2 0,-2-5 251,6-3 0,-5-2 144,5-3 0,-6-1 465,2 6 1,-3 3-50,-2 5 1,0 5 1186,1-1-505,-6 3 0,-2 6 432,-5 3 0,0 5-375,0 3 0,0 2 245,0 3 0,-1 2-595,-3-2 1,2-2-22,-2 2 0,3-6-738,1 2 0,1-3 377,3-2 0,-1-5-3384,5-3 3483,1-3 0,3 5 0,0 1 0</inkml:trace>
  <inkml:trace contextRef="#ctx0" brushRef="#br1">10867 17351 8355,'-12'-13'-341,"-1"1"0,1 1 1428,-1 3 1,1 1-425,0 3 0,-5 2 259,1-2 0,-5 4-369,4 4 0,-3 5 241,3 7 1,-4 3-152,5 6 1,-5 6 14,5 2 1,1-2-517,6 2 0,4-5 86,5 1 1,0-4-392,0-5 1,7-7 215,5-9-231,6-3 1,7-9 0,1-7-175,3-9 0,3-13-1276,5 0 1,-3-8 253,4-1 0,-8-2 546,7-2 1,-8 1 681,0-1 1,-3-1-69,-1-3 1,-6 5 98,-2-1 0,-9 6-115,-4 7 1,-7 5 701,-1 3 1,-5 10-202,0 6 819,-2 7 0,-1 11-204,0 3 1,3 10 7,1 7 0,1 5 391,-1 8 0,-3 0-661,3 4 0,1 2-105,-2 5 0,5-3-178,-4-1 1,1 2-1091,-1 7 0,1-7 549,3 2 0,2-7-1918,-2-1 0,3-8 478,1-4 0,7-10-105,5-6 1,6-12 835,7-9 0,1-10 909,3-7 0,-3-11 0,5-8 0</inkml:trace>
  <inkml:trace contextRef="#ctx0" brushRef="#br1">11165 17276 8355,'7'-5'-233,"4"4"3143,-4-5-1653,0 12 0,-2 5-622,-5 5 1,0 6 236,0-1 1,-1 2-294,-3 2 1,-2 0-305,-2 0 1,-2-2-14,6-2 0,-4 1-2228,4-6-294,-1 1 372,5-5 1,0-10-1083,0-6 2970,0-6 0,6-8 0,1-1 0</inkml:trace>
  <inkml:trace contextRef="#ctx0" brushRef="#br1">11301 17276 8355,'13'0'388,"-5"-1"195,0-3 1,-4 3 449,5-4 1,-5 4 165,4 1 93,-5 6 1,6 0-565,-4 7 0,-1-5 65,-4 0 1,0 1-291,0 3 1,4 0-892,0 1 298,0-1 1,2-1 9,2-2 0,0-4-340,5-5 0,-4 0 347,8 0 1,1 0-188,-2 0 0,6 0-85,-1 0 1,2 0 355,2 0 1,-4 0-71,0 0 0,-6 6 233,1 2 1,1 8-62,-5 5 0,2 3-7,-10 0-99,0 1 0,0 4 1,1 0 56,-3-1 1,-4-2 246,-3-1-202,-4 5 1,2-4-1,-7 3 106,-2-3 0,2-2-77,-3-4 0,2-2-297,-1-5 0,2-7 93,-3-1 1,-1-4-72,2-1 0,-2 0-60,1 0 1,3-6 52,-2-2 0,4-6-838,3-6 0,4-4 386,5-13 0,1 3-1046,3-8 1,5 4 753,7 1 1,3 3 887,6 1 0,6 0 0,0-4 0</inkml:trace>
  <inkml:trace contextRef="#ctx0" brushRef="#br1">12716 17338 8355,'-20'-24'0,"-2"-1"926,6 0 1,-5 6-267,4 2 0,-3 3 237,3 2 0,1 7-155,3 5 1,-3 8 127,-1 12 1,1 7-319,3 10 1,5 6-155,0 2 0,1 3-628,-1 2 0,2-2 230,6-2 0,1-9-1061,4-8 0,7-10 711,9-7 0,3-5-648,5-7 1,4-12-170,9-9 0,-2-12-464,5-8 1,-1-6-1130,2 2 2760,-3-4 0,-9 4 0,0-1 0,1-1 0,-2-1 0</inkml:trace>
  <inkml:trace contextRef="#ctx0" brushRef="#br1">13088 16818 8355,'0'-13'0,"0"1"0,0-1 2814,0 6-1544,0 7 0,0 13 0,-2 10 200,-2 9 0,1 4-409,-5 13 0,0 0-428,-5 9 1,1-5-576,0 5 0,-2-1 3,-3 1 0,4 2-272,-4-2 1,5-8-1273,3-5 0,0-12 897,5-8 0,5-7-747,7-10 0,3-5 426,2-11 0,5-6 269,2-11 0,0-4 196,0 0 0,-1-4 394,2 4 1,-2 0 204,-2 4 1,-3 5-230,2-1 1,-2 10 815,-1-1-433,-1 8 649,0-2 0,-5 13-426,-3 5 0,-2 2 307,-2 7 0,0-5-262,0 5 1,0-2-440,0 2 1,0 1-333,0-5 0,0-1-491,0-3 1,0-5-44,0 0 1,1-5 63,3 1-1433,3-3 0,6-1 165,-1 0 1930,0 0 0,6 0 0,2 0 0</inkml:trace>
  <inkml:trace contextRef="#ctx0" brushRef="#br1">13559 17314 8355,'6'-13'0,"-5"1"1338,3-1-341,3 1 321,-6 0 0,4 1-617,-10 2 1,-2 4 178,-5 5 0,-2 7-77,-2 5 1,-4 6 90,-4 7 0,-1 5-397,0 3 1,2 3-148,2 1 0,-1-5-502,5-3 1,6-3 206,7-1 1,3-10-806,1-3 0,3-7 486,5-1 1,7-14-1503,14-6 1,1-12 300,3-5 1,3-2 22,-3 2 1,-2-1 762,-2 5 0,-3 1 213,-1 8 0,-1-2 1012,1 5-541,-6 6 0,-2 7 419,-9 8 0,-2 3-353,-6 5 0,0 6 1746,0 3 1,-6 2-382,-2 2 0,1 3-79,-1-3 0,4 1-1256,-5-10 0,7 5-2,-2-4 1,2-1-3454,2-3 2167,0-1-287,0-5 1,6-2 1473,2-5 0,3-11 0,1-2 0</inkml:trace>
  <inkml:trace contextRef="#ctx0" brushRef="#br1">13931 17214 8355,'0'13'0,"0"-1"0,0 1 0,0-1 0,0 5-94,0-1 0,0 2 1452,0-1 0,-4-4 595,0 4 1,0 1 2,4-2-5358,0 1 2122,0-5 1280,0-5 0,0-1 0,0-6 0</inkml:trace>
  <inkml:trace contextRef="#ctx0" brushRef="#br1">13956 17140 8355,'7'-12'445,"-3"-1"0,-1 1 11,1-1 1,-1 7-43,5 1 1,0 0-211,5 1 1,-1 0-165,0 4 0,5 0-816,0 0 1,0 0 490,0 0 1,-2 0-782,6 0 0,-6 4 542,2 0 0,-5 10 524,-4-2 0,-2 5 220,-6-1 1,0 3 252,0 6-1,-2 0-62,-2 0 0,-3 0 364,-5-1 0,1 1 1472,3 0 0,-3 0-1116,2 0 1,4-5 1180,1 1-925,-3-6-1183,5 3 0,-2-11 59,8-3 1,5-8-1311,7-4 0,-1-7 155,6-2 0,-4-4-410,3 5 1,-5-5 325,2 5 0,1-1 247,-2 5 0,0 3 229,-8 1-89,3 5 1957,-4-2-1070,0 5 0,-2 1-78,-5 3 1,0-1-635,0 5 1,0-3-762,0 3 1,0-4 1175,0 4 0,-5 6 0,-2 5 0</inkml:trace>
  <inkml:trace contextRef="#ctx0" brushRef="#br1">15407 17227 8355,'-6'-8'0,"1"-1"0,0 1 62,1-4 1,0-1 368,4 1 0,-4-5 288,-1 1 1,-3-1 162,4 5 1,0 4 227,4-1-657,-6 7 0,4-3-130,-7 10 1,5 8 348,-4 12 1,0 5-174,-5 8 0,1 3 157,-1 0 0,1 5-444,0-5 1,5-1-610,3-7 1,-2-4-515,2-8 0,1-5 592,7-7 1,5-7-1178,7-10 0,3-7 623,6-14 0,1-3 151,3-5 0,-7 0 258,3 0 1,-8 5 447,-1 3 0,-3 7 28,-5 1 0,-2 6 58,-6-1 1,-12 7-1,-4 5 1,-7 3 15,-6 1 0,1 1 206,-5 3 0,5 5-56,-1 7 1,5-2-544,3 2 1,4 0 128,9 0 1,3-2-876,5 2 1,9-2 20,4-1 1032,7-1 0,0 0 0,4 1 0</inkml:trace>
  <inkml:trace contextRef="#ctx0" brushRef="#br1">15445 17326 8355,'19'-5'0,"-1"-1"622,-6-2 0,1 1-147,-1 3 0,5 2 248,-1-2 1,6-1-39,-1 1 1,1-1 7,-1 5 0,2-4-917,-2 0 0,6-5 202,2 0 1,2-2-983,-2-1 1,-3-1 749,3 1 1,-3-2-1553,-1-2 1,-7 2 136,-6-3 1669,-5 4 0,-7-5 0,0-2 0</inkml:trace>
  <inkml:trace contextRef="#ctx0" brushRef="#br1">15829 17028 8355,'-25'-5'291,"2"-2"-195,2-5 1618,-2 5-1122,9 1 0,2 16 99,8 2 0,2 13-231,2 0 0,2 8-172,2 0 0,-2 3 215,7 1 1,-1 9-117,4-1 0,1 6-291,-1-6 1,-4 4 142,1 0 1,-2 4-546,1-4 0,-3-2 270,-5-10 1,0-5-634,0-3 1,0-4 229,0-5 1,-1-2 3,-3-5 1,-2-5-243,-2 0 1,-7-5 172,3 1 1,-8-2-204,4-2 0,-6 0 206,1 0 0,-1-5-338,1 1 0,-4-5 839,1 0 0,-1-7 0,-5-3 0</inkml:trace>
  <inkml:trace contextRef="#ctx0" brushRef="#br1">16685 17128 8355,'-7'-6'1698,"2"5"0,6-9-572,3 6 0,5 1-462,7 7 1,5-2 37,8 2 0,2 1-218,7 0 1,0-1-709,4-4 1,-2-2 40,5-2 1,1-3-140,3-5 1,-5-5-1478,-2 1 1,-9-2 885,-4 1 1,-5 4 912,-3-4 0,-8 3 0,-8 2 0</inkml:trace>
  <inkml:trace contextRef="#ctx0" brushRef="#br1">17119 16694 8355,'-8'0'-2446,"0"0"5577,0 0-1969,-5 0 0,1 5-254,-1 3 0,6 7-346,3 2 1,3 9-131,1-1 0,0 12-125,0 0 0,0 9-45,0-1 1,4 4-340,0 0 1,2 6 183,-2 3 1,-3-3-264,3-1 0,2 1-21,-2-1 0,0-2-271,-4-6 0,4-5 168,0-8 0,1-2 47,-5-7 1,0-4 345,0-4-208,0-2 1,-5-6 224,1 0 0,-1-5-86,1 1 0,1-2-410,-5-2 1,4 0-187,-5 0 1,1-6-272,-4-2 1,3-3-195,1-1 1,1-2 365,-1-3 0,-2-2 140,6-6 1,-6 0 510,2 1 0,3-7 0,-6 0 0,4-7 0</inkml:trace>
  <inkml:trace contextRef="#ctx0" brushRef="#br1">17417 17103 8355,'13'8'988,"-1"0"1,-4-1-332,0 2 1,-5 2 311,1-3 1,-2 4-159,-2 5 0,0-2 99,0 6 0,0-5-787,0 5 1,-4-5 18,-1 5 1,1-6-1350,4 2 1,-4-4 823,0 0 1,0-1-3586,4 1 2139,0-6 1829,0-2 0,5-10 0,2-2 0</inkml:trace>
  <inkml:trace contextRef="#ctx0" brushRef="#br1">17529 16954 8355,'8'-7'2067,"0"3"1,1 3-1445,3 1 0,0 0-218,1 0 0,1 1-1863,2 3 0,-1-3 808,6 4 1,-4 0 649,3-1 0,1 6 0,4-3 0</inkml:trace>
  <inkml:trace contextRef="#ctx0" brushRef="#br1">17702 17214 8355,'-5'18'0,"-1"0"410,-2 3 0,3 1 392,5-5 0,0-5 583,0-4 0,7-5-860,5 1 1,6-4-243,7-4 0,4-7-257,0-6 1,4-5 74,-4 2 0,0-4-742,-5-1 0,0 5 501,-4-1 1,-2 2-451,-5-2 0,-6 7 264,-3 6 1,-3 4-89,-1-4 0,-7 5 250,-5-1 1,-6 2 238,-7 2 1,4 6 131,1 2 0,-1 9-121,-4 3 1,6 0 523,2 0 1,4 1-201,0 4 0,1 4 94,-1 0 1,7 0-366,1-5 1,4 0-342,1-3 1,7 1 24,5-6 1,5-5-269,4-7 0,3-2-548,1-2 0,0-7 473,4-6 0,-1-5-363,0-6 1,-1-2-186,2-3 1068,-3 2 0,-1-14 0,-1 2 0</inkml:trace>
  <inkml:trace contextRef="#ctx0" brushRef="#br1">18286 16731 8355,'-6'-13'0,"3"2"1143,-5 3 0,4-2-439,-4 6 0,5 2 340,-1 6 0,2 4 194,2 8 0,0 5-585,0 8 0,0 3 209,0 5 0,0 2-329,0 2 1,0-3-1000,0 4 0,0 2 345,0 1 0,4-2-622,1-2 0,3-6-419,-4-2 0,6-5-1180,-2 0 1,4-7 815,5-4 1526,2-9 0,6-8 0,0-7 0</inkml:trace>
  <inkml:trace contextRef="#ctx0" brushRef="#br1">18596 17066 8355,'0'-13'922,"-2"2"209,-2 3 0,1 2 511,-5 6 1,-6 6-786,-6 2 1,-4 10 444,-1 7 1,1 4-609,-1 4 0,0 1-353,0-5 1,6 0-64,2-4 1,9-6-727,4-2 1,4-9 370,4-4 1,4-4-108,9-4 0,2-4-411,6-9 1,4-6-713,0-6 0,4-4-368,-4 4 0,1-1 813,-1 1 1,-3 3 115,3-3 0,-3-6 253,-1 2 0,-1-6 735,-4 6 1,2-2-96,-5-3 0,0 3 132,-5 1 0,-5 10 2584,-3 7-2048,-3 9 1,-1 5 185,0 11 1,-7 8-394,-5 12 1,0 4 614,-5 5 0,-1 5-563,2-1 1,-1 0 328,5-3 1,-1-1-895,1 0 0,1-4-897,3 0 1,-2-7-276,6-1 0,0-1 823,4-8 0,0 1-2541,0-5 0,1-5 1227,3-3 1,3-3 1567,5-1 0,1-11 0,-1-2 0</inkml:trace>
  <inkml:trace contextRef="#ctx0" brushRef="#br1">19067 16929 7913,'-5'-7'4600,"2"-2"-3100,-5 5 1,3 1-709,-3 7 1,4 0 59,-4 8 0,-1-2-451,-3 7 1,0 2-232,-1 2 1,1-2-202,-1 2 0,5-6 110,0 1 0,5-2-206,-1-2 1,4-1 161,4-2 1,3 0-307,5-4 1,2 3-71,3-4 0,-3 6-39,2-2 0,-2-1 71,-2 1 0,-3 2 89,-1 6 1,-5-2 229,1 2 1,-3-2-118,-1-1 0,-5 0 116,-4 4 1,2-3-108,-1 2 0,0-6-221,-5-2 1,-3-4-329,-1 5 1,-5-5-439,2 4 0,-4-4-332,-1 4 1,-6-3 701,-7 3 1,-6 0 714,-9 4 0,-4 1 0,-5-1 0</inkml:trace>
  <inkml:trace contextRef="#ctx0" brushRef="#br1">9664 18281 9554,'-13'0'1396,"6"0"0,2-1-366,5-3-388,0 2 1,5-3-236,4 5 0,7 0-39,5 0 0,4 0-132,4 0 1,2 0-443,7 0 1,0 0 229,4 0 1,0 0-314,4 0 0,1-4-355,-6-1 0,-4-4-799,-4 0 1,-6 0-2349,-3 1 3791,-4-3 0,-13 4 0,-2-6 0</inkml:trace>
  <inkml:trace contextRef="#ctx0" brushRef="#br1">9887 18281 7767,'-12'18'0,"-1"-4"596,1 2 0,5 4-60,3 0 0,2 4 1,2 0 0,2 5 364,2 0 1,-1 4-388,5-4 1,-5 6-121,1-2 1,1 1-144,0-1 1,-1 2-572,-4-6 0,4 0 268,0-4 0,0-6-738,-4-3 0,4-2-140,0-1 1,5-1-583,-5 0 0,1-5 71,-1-3 1441,3-2 0,6-2 0,-1 0 0</inkml:trace>
  <inkml:trace contextRef="#ctx0" brushRef="#br1">9887 18591 7767,'0'-8'884,"0"0"-508,0-1 1,1 2 367,4 3 1,1-1-265,7 1 1,1 0 192,2 4 1,-1 0-432,6 0 0,5 4-344,7 0 1,-1 0-1374,1-4 0,-1 0 954,1 0 0,5 4 521,-4 0 0,4 6 0,-6-3 0</inkml:trace>
  <inkml:trace contextRef="#ctx0" brushRef="#br1">11276 18380 7767,'0'-14'379,"0"-2"1,0 2-28,0-2 0,-1 6 121,-3 2 0,-7 1-116,-6-1 0,-6 2-3,-2 6 0,-1 1-128,-7 4 0,0 3-59,-4 8 1,-1 0-58,1 4 1,0-3 105,0 3 0,5-3 108,3 4 1,4-5-109,5 5 1,2-6 4,5 2 0,6 0-18,3 0 1,3 0-168,1-5 0,3 0 30,5 1 1,2-1 13,10 1 0,1-2-69,4-3 0,0 3 73,-1-3 0,3-2-362,1-2 1,0-3 136,5-1 1,-4 0-676,4 0 1,-1-1 393,1-3 1,1-3-848,-5-6 1,-1 5-644,-7 0 236,2 0 1676,-15 1 0,3-4 0,-11 4 0</inkml:trace>
  <inkml:trace contextRef="#ctx0" brushRef="#br1">10942 18728 7767,'-25'6'0,"5"4"0,4-6 0,3 2 2220,5-2-1561,3-3 1,6 9 414,3-6 0,7 2-426,6-2 0,9-3-126,-1 3 0,8-2-397,0-2 0,-1 0-339,1 0 1,-6-2-965,2-2 1,2 1 740,-2-5 0,-2 4-603,-6-4 0,-3 5-507,-6-1 1547,0-3 0,-5 0 0,-1-5 0</inkml:trace>
  <inkml:trace contextRef="#ctx0" brushRef="#br1">11078 18703 7767,'-12'-6'422,"-1"5"454,1-5 1,5 12-298,3 2 0,2 3 152,2 2 1,2 3-257,2 1 1,3 3-151,5-3 0,-4 5-863,1-1 0,-1 2 415,4 2 0,1-5-420,-1 1 1,1 0 281,-1 4 261,0-6 0,6 10 0,1-4 0</inkml:trace>
  <inkml:trace contextRef="#ctx0" brushRef="#br1">11711 18318 10348,'13'0'1177,"4"0"0,8-1-717,8-3 1,4 1-120,4-5 1,4-1-344,4-3 1,-1 0 81,-2-1 1,-5 1-941,-8-1 1,0 7 572,-8 1 1,-7 4-1340,-10 1 1,-6 1-95,-2 4 1720,-6-4 0,-12 10 0,-1-4 0</inkml:trace>
  <inkml:trace contextRef="#ctx0" brushRef="#br1">11897 18355 7767,'-13'9'-155,"1"-1"1,0 0 1024,-1 5 0,5 5-337,0 2 1,5 9 424,-1 4 1,2 3-419,2 1 0,0 2-57,0 2 1,0-2-142,0 2 1,0-8-375,0-4 0,6-3-272,2-1 1,-1-6-957,1-2-323,1-9 1,3-2 778,0-6 0,-3 0 804,-1 0 0,-5-6 0,2-1 0</inkml:trace>
  <inkml:trace contextRef="#ctx0" brushRef="#br1">11822 18678 7767,'0'-8'-939,"0"-1"0,0 5 2446,0-4 1,0 4-667,0-4 1,2 5 10,2-1 1,3-2-448,5 2 0,6-4-314,3 4 1,4-5-685,3 5 1,4-4-92,5 4 1,5-4 683,-1 3 0,0-4 0,-3 2 0</inkml:trace>
  <inkml:trace contextRef="#ctx0" brushRef="#br1">12653 18306 7767,'-16'-8'143,"-1"-1"0,1 7 290,3-3 1,0 4 140,-4 1 0,3 0-191,-2 0 0,2 1 39,2 4 1,1 1-63,2 7 0,-2 3-50,3 1 0,1 6-72,-1 2 1,4 1 106,-5 7 1,7 0-151,-2 5 0,2 3-133,2 0 1,0-1-144,0-7 0,6 2-456,2-6 1,3-2-229,1-6 0,6-3 402,3-6 1,2-5-1058,2-3 0,0-2 115,0-2 1305,0-6 0,5-6 0,2-7 0</inkml:trace>
  <inkml:trace contextRef="#ctx0" brushRef="#br1">13063 18194 7767,'-13'0'587,"1"6"1,4-3-161,0 5 0,5 0 529,-1 4 0,2 6-421,2 3 1,4 2 270,1 2 0,3 6-265,-4 2 1,4-2-35,-4 2 0,0 2-405,-4 6 0,0-2-2,0 2 0,-5-1-308,-3 1 1,-9-1 211,-4 6 0,-2-12-201,-2-1 1,5-6 123,-1-7 0,6-3-566,-2-9 1,3-4 91,2-8 1,4-4-94,-1-9 1,5 2 138,-4-6 1,5 1 157,-1-5 0,3-1 138,1-3 0,0 3 1,0-3 1,0 7 277,0 1 0,0 10-137,0-1 0,5 3 230,4 1 1,2 3 172,1 5 0,0 1 362,1 3 1,1 3-298,2 5 0,-1 1 148,6-1 1,-2 1-811,2-1 0,2 0 214,-2 1 0,2-5-1613,2 0 0,-4-4 266,0 5 1390,-1-7 0,5 9 0,0-4 0</inkml:trace>
  <inkml:trace contextRef="#ctx0" brushRef="#br1">13286 18579 11239,'0'12'1318,"0"1"0,0-1-1055,0 0 0,0 5-60,0-1 0,0 6-1130,0-1 1,0-2 646,0 2 0,4-2-1261,0 2 0,1-3 22,-5-6 1519,0 1 0,0-1 0,0 1 0</inkml:trace>
  <inkml:trace contextRef="#ctx0" brushRef="#br1">13658 18343 7768,'17'-12'-304,"-1"-1"1,2 6 1129,-1 3 1,6 3-332,6 1 0,2 7 386,-2 5 1,-3 6-225,3 7 1,0 0-72,-5-1 0,3 0-198,-11-3 1,-1 2-113,-6-2 0,0 2-554,-5 2 1,-1 0 240,-7 0 0,-8-1-64,-9 1 1,-3 0 130,0 0 0,-1-5-771,0 1 0,-1-6-158,-3 2 1,3-3-370,-3-2 0,3 0 1268,1 1 0,0-6 0,0-2 0</inkml:trace>
  <inkml:trace contextRef="#ctx0" brushRef="#br1">15296 18244 7768,'-13'-19'0,"1"1"391,0 5 1,-2 6-30,-3 3 1,2 3-149,-6 1 1,1 5-34,-5 4 1,0 3 34,0 5 0,1-2-2,-1 5 1,0 0 13,0 0 1,2 2-146,2-5 0,-1 1 111,5-2 0,2 0 65,7 4 1,2-3-33,6 3 0,7-3 134,6 4 1,5-2-266,6 2 1,7-2 62,2-3 0,-1-6-126,1 2 1,-4-7 140,4-1 1,0-3-726,4-1 0,-4 0 331,0 0 0,-5-5-973,1-4 0,-5 0 137,-3 0 1,-7 0 1055,-6 5 0,-5 0 0,2 4 0</inkml:trace>
  <inkml:trace contextRef="#ctx0" brushRef="#br1">14961 18752 7988,'-13'7'992,"7"4"1,3-5-403,11 2 1,6-2 19,11-6 1,4 0-224,0 0 0,6-2-23,3-2 1,-1-1-379,4-4 0,-2-2-346,-2 3 0,-1-3-1153,-3-1 1,-3 1 226,-5 2-389,-6-2 1675,-6 10 0,-2-10 0,-4 4 0</inkml:trace>
  <inkml:trace contextRef="#ctx0" brushRef="#br1">15271 18628 7768,'-12'0'38,"-1"0"129,1 0 1,4 0 305,-1 0 0,7 2-6,-3 2 1,4 4-29,1 9 1,0-2-137,0 5 1,0 5 79,0 4 1,0 2-405,0-3 1,1-1 81,4 2 1,-3 1-1237,7-1 1,-1 1 1174,4-1 0,6-3 0,1 5 0</inkml:trace>
  <inkml:trace contextRef="#ctx0" brushRef="#br1">15842 18343 7768,'-4'-8'550,"-1"0"867,1 5-753,4-3 1,10 6 221,2 0 1,13 0-622,0 0 1,4 0-63,0 0 1,4-5-231,8-4 1,-1-2 76,6-1 0,-6-2-1071,1-2 1,-4 2 637,-4-3 0,-8 5-2339,-8 4 2722,-4-3 0,-6 4 0,-1-6 0</inkml:trace>
  <inkml:trace contextRef="#ctx0" brushRef="#br1">16077 18256 7768,'-1'20'175,"-3"-4"0,1 3 320,-5 2 1,5 4 445,-1 4 1,3 2-419,1 7 0,0 0 190,0 4 0,0-5-278,0 0 0,0-1-330,0-7 1,0 1-253,0-1 1,0-8-350,0-1 0,0-4-48,0-4 0,4-4-1943,0 0 1128,5-5-1,-6-3 1360,5-8 0,-5-3 0,3-1 0</inkml:trace>
  <inkml:trace contextRef="#ctx0" brushRef="#br1">15991 18641 7768,'0'-9'430,"0"1"2,0 5 232,5-8 0,2 10-237,5-3 1,2 1 97,3-1 0,2 3-210,6-4 1,5 4-289,3 1 1,3-4-310,1 0 0,5-4-1457,-1 3 1739,0-4 0,2 2 0,1-5 0</inkml:trace>
  <inkml:trace contextRef="#ctx0" brushRef="#br1">16834 18231 7768,'-19'0'476,"1"5"18,5-1 0,1 5-4,0 0 0,-1 9 592,1 6 0,1 3-635,3 6 1,2 0-171,6 4 1,0 4 110,0 1 1,0-7-75,0-6 1,6-2-610,2-3 1,4 0-199,5-4 1,-2-2-450,6-5 1,-5-6 147,5-3 1,-1-3-650,5-1 1,0-5 1442,0-4 0,0-13 0,0-4 0</inkml:trace>
  <inkml:trace contextRef="#ctx0" brushRef="#br1">17268 18194 7768,'0'9'997,"0"-1"-748,0 0 0,0 10 749,0 3 1,0 2-192,0 2 1,0 1 50,0 3 1,0 0-287,0 8 0,0-7 111,0 8 0,0-4-1085,0 3 1,-5-4 315,-4 0 1,-2-5-252,-1 1 0,-4-4 299,-1-5 1,-1-2-887,2-5 0,2-6 111,-3-3 0,5-8-59,4-5 1,-2-2 398,6-1 1,0-2 35,4-2 1,0-4 57,0-4 0,0 3 162,0 0 1,0 2 540,0-2 1,5 5-277,3 7 0,-1 0 310,2 5 0,-1 0 233,4 4 1,-4 1 542,1 3 0,0 3-398,8 5 1,-3 1 171,2-1 1,-2 1-883,-2-1 1,5 0 28,0 1 1,3-1-1213,-3 1 1,1-5 768,-2 0 0,-2-4-799,3 4 1,-4-5 55,0 1 1131,-6-2 0,4 3 0,-4 2 0</inkml:trace>
  <inkml:trace contextRef="#ctx0" brushRef="#br1">17566 18628 7768,'0'-12'293,"0"0"329,0-1 1,1 6 254,4 3-252,-4 3 1,4 8-229,-5 5 0,0 6-8,0 7 0,0 1-276,0 3 0,0-3-241,0 3 0,0-3-789,0-1 1,2-6 606,2-2 0,3-1-1019,5-3 1,1 1 121,-1-10 1207,0 0 0,1-4 0,-1 0 0</inkml:trace>
  <inkml:trace contextRef="#ctx0" brushRef="#br1">17951 18666 7768,'0'6'430,"4"1"487,0-3-255,0-2 0,-3 9 104,3-3 0,-2 3-567,2 2 0,-7 3 30,-1 1 0,-6 5-26,2-2 0,-4 2 0,-5-1 1,3 2-2251,-2-2 1,4-3 351,3-1 1695,-2-4 0,4 0 0,-5-1 0</inkml:trace>
  <inkml:trace contextRef="#ctx0" brushRef="#br1">18670 18107 7768,'4'9'1421,"0"-1"0,0 4-98,-4 5 1,0 9-637,0-1 0,-4 8-105,0 0 0,-5 8-231,0 5 0,-7-2-200,-5 1 0,-2 0-425,-2 0 1,-1 3 296,-3-2 0,3-5-761,-3-4 1,-2-6 500,2-11 1,-1-2-1092,1-5 1,8-7 468,1-1 0,6-5-135,6-5 1,2-7 380,6-9 0,1 2 109,4-2 1,2-3 505,5-5 0,4 0 101,1 4 0,1 1 279,-2 4 0,-2 6-324,3 6 1,-3 5 1054,-2-1 0,0 3-485,1 1 1,-1 1 523,1 3 0,3 3-445,1 5 1,1 5-212,-2-1 0,-1 5-760,6-4 1,0-1 223,3-3 0,1-1-467,0 0 0,0-1 426,0-2 0,0-2 81,-1-3 0,1-3 0,0 5 0</inkml:trace>
  <inkml:trace contextRef="#ctx0" brushRef="#br1">18869 18604 7768,'5'-13'658,"-4"1"170,4-1 1,1 5-48,3 0 0,3 1-337,5-1 1,-4 2 249,4 6 0,-3 1-244,-2 4 1,1 2-147,-1 5 0,-5 2-168,-3 2 0,-3-1-121,-1 6 1,0-2-39,0 2 0,-4 2-180,0-2 0,-5-2-182,0 2 0,2-6 201,-1 2 0,4-3-184,-4-2 0,5 0 130,-1 1 0,4-5 204,4 0 0,3-5-97,5 1 0,8-2 17,4-2 1,3-2-258,6-2 1,1-7-391,7-6 1,-1-5-1646,6 2 2140,-1-4 1,-1-6 0,-1-2 0</inkml:trace>
  <inkml:trace contextRef="#ctx0" brushRef="#br1">19526 18231 7768,'-7'-8'3223,"3"0"-2321,3 5 1,6-2-221,3 5 0,3 1 32,2 3 1,5 3-361,2 5 0,0 2-179,0 3 0,-3 2-372,4 6 1,-6 1 206,1 3 0,-3 4-757,-5 8 0,-2-1 100,-6 6 1,-11-2-474,-6 1 1,-5 0 318,-3-4 1,-5-4 174,-3 0 0,-3 0 626,-1-3 0,-1 1 0,1 3 0</inkml:trace>
  <inkml:trace contextRef="#ctx0" brushRef="#br1">20643 18182 7722,'0'-18'0,"0"0"202,0-3 0,-5 3 323,1 6 1,-7 5-342,-1 3 1,-6 4 26,-7 4 1,-5 9-223,-3 7 1,-3 5 76,-1 4 0,-1 3-18,1 5 1,1 0 85,3 0 1,3-1 28,5-3 0,7-3 0,6-5 1,5-1-29,7-4 1,3 1 309,5-9 0,7 4-80,14-8 0,3-3 7,5 0 1,2-4-81,2-1 1,-4 0-421,0 0 1,1 0-185,-5 0 0,1 0-402,-1 0 1,-4-4 288,-8 0 0,-3 0-1145,-6 4-1041,1 0 2611,-7 0 0,-11 5 0,-9 2 0</inkml:trace>
  <inkml:trace contextRef="#ctx0" brushRef="#br1">20283 18690 7722,'0'13'0,"-4"-5"1003,0 0-252,-1 1 78,5 3 0,10-1-226,2-3 1,10-1-8,3-3 0,1-2-281,8 2 1,-1-3-158,4-1 1,0-1-382,0-3 1,-1 1 235,-3-5 0,2-1-963,-6-3 0,-2 0 513,-6-1 1,-5 1-1376,-7-1 1,0 1 1811,-5 0 0,-5-1 0,-6 1 0</inkml:trace>
  <inkml:trace contextRef="#ctx0" brushRef="#br1">20581 18566 7722,'-13'0'176,"5"2"61,0 2 1,3-1 148,-3 5 0,4 4 177,-4 5 1,5 5-117,-1-1 1,-2 2-120,2 2 1,0 0-278,4-1 0,0 1 111,0 0 0,0 0-717,0 0 0,6-6-169,2-3 0,3-2 724,1-1 0,6-1 0,2 0 0</inkml:trace>
  <inkml:trace contextRef="#ctx0" brushRef="#br1">21015 18517 7722,'-20'-13'0,"2"1"783,6-1 0,5 1-292,3 0 0,4 1 301,4 2 1,4 4-300,9 5 0,4-1-505,8-4 0,1 4-381,3-3 1,1 2-337,-5 2 1,3 5 69,-7-1 0,3 4 659,-8-4 0,-2 6 0,0-3 0</inkml:trace>
  <inkml:trace contextRef="#ctx0" brushRef="#br1">21598 18492 7722,'12'0'-1223,"-4"0"917,1 0 0,-1 0 474,4 0 0,1 0-142,-1 0 1,1 0-218,-1 0 0,0 0 191,1 0 0,5 0 0,-4-6 0,3-1 0</inkml:trace>
  <inkml:trace contextRef="#ctx0" brushRef="#br1">21933 18492 7722,'8'1'328,"0"3"1,-4-2 155,5 2 0,-5-3 247,4-1 1,-4 0-450,4 0 1,-3 0-299,3 0 0,0 0-849,5 0 1,-1-1 301,0-3 563,1 2 0,10-9 0,3 4 0</inkml:trace>
  <inkml:trace contextRef="#ctx0" brushRef="#br1">25816 15019 7722,'-7'6'0,"-4"-5"990,2 3-247,4-2 172,-6-2-11,9 0-421,-9-6 0,10-1-112,-3-5 0,7-5-125,1 1 0,5-10-241,0 1 1,6-8 89,1 0 0,6-9-117,-1-3 0,1 1-46,-1-2 0,2 5-51,-2-5 0,-2 5-15,2-4 1,-2 9-88,2-1 0,-3 4-402,-6-1 1,-3 8 262,-1 6 1,-5 4-1068,1 0 495,3 8-551,-6 2 1034,5 6 0,-11 6 512,1 2 0,-11 3 0,1 1 0</inkml:trace>
  <inkml:trace contextRef="#ctx0" brushRef="#br1">25890 15106 7914,'-7'0'1339,"-3"-1"-993,6-3 1,0 1 217,4-5 0,0 3-114,0-3 1,2-4 37,2-5 1,3-9-429,5 1 0,5-12 6,-1 0 0,5-9-19,-5 1 1,6-8-3,-1 0 0,1-1-104,-1 4 1,1 6 88,-6 3 0,2 8-315,-1 4 1,-5 4-181,1 4 1,-2 4-1154,-7 4-1430,5 1 1803,-7-1 1245,3 6 0,-10-4 0,-2 5 0</inkml:trace>
  <inkml:trace contextRef="#ctx0" brushRef="#br1">25989 14126 7722,'-12'0'1748,"4"0"-721,-1 0-419,7-5-243,-4-2 0,12-6 303,2 1 1,4 1-306,5 3 0,2-3-107,6 2 1,0 3-334,-1-3 1,1 7 109,0-3 1,0 4-112,0 1 1,-2 0 107,-2 0 1,1 6-244,-6 2 0,1 7-27,-5 2 0,-5 9-88,-3-1 1,2 6 73,-2-2 0,-1 6-38,-7-2 0,1 7-502,-5 1 1,4-1 320,-5-7 1,2 1-231,-1-5 1,-2 3 279,6-7 0,0 1-302,4-9 725,-5-1 0,3-3 0,-3-1 0</inkml:trace>
  <inkml:trace contextRef="#ctx0" brushRef="#br1">23856 13084 7722,'-6'-15'0,"-2"3"0,-3-3 225,-2 6 1,1 0-15,0 1 1,3 2 254,1 6 1,0 0-96,-5 0 1,1 6 105,-1 2 1,1 8-72,0 5 1,-1 4-52,1 4 0,-1 2-134,1 7 1,4-2-23,0-3 0,1 1-6,-2-5 1,4 0 17,5-4 0,0-2-70,0-2 0,1-7 70,3-6 0,3-5-247,6 1 1,0-10-213,4-6 1,-2-3-209,6-10 0,-2 1-493,2-9 1,2 4 471,-2-4 1,-2 0-52,2-4 1,-5 3 88,5-4 0,-6 4 95,2-7 0,-3 1 132,-2-2 1,0 1 75,1-9 1,-5 5-64,0-5 1,-4-3 0,5 3 1,-5-4 259,4 0 1,-5 9-107,1 0 0,-3 6 109,-1 6 1,0 8-17,0 9 1451,0 7-743,0 4 47,0 16 0,-1 1-200,-3 9 0,3 2 7,-4-2 1,0 2-51,1 2 1,-2 4-204,2 0 0,3 5-213,-3 0 0,1 7 17,-1 4 0,1 4-266,-5 0 1,4 2-28,-5 3 0,5 7-900,-4 5 1,1 3 82,-1-7 0,2-4-321,6-13 1,0-9 344,0-11 0,7-12 433,5-8 1,1-15 490,3-7 0,4-5 0,0-2 0,4-1 0</inkml:trace>
  <inkml:trace contextRef="#ctx0" brushRef="#br1">24190 13072 7722,'-12'18'160,"1"0"38,3 3 1,-2 1 275,6-6 1,-4 6-86,4-1 0,-5 1 50,5-1 0,-1-3-282,1-6 1,2 0-544,-2 1-2256,3-6 2642,1-2 0,5-10 0,2-2 0</inkml:trace>
  <inkml:trace contextRef="#ctx0" brushRef="#br1">24166 12936 7722,'0'-13'2370,"1"1"-1698,3-1 0,3 5-145,5 0 1,2 1-380,3-1 1,-2-2-455,6 6 1,-2-4-1332,2 4 1,-2-1 839,-3 5 0,-6 0 212,3 0 0,-5 7 585,0 6 0,-2 5 0,-6 6 0,-2 5 0,-2 0 0,-4 6 185,-9-2 1,3-1 73,-2 1 0,1 0 314,-2 4 0,5-5 60,-1-3 0,2-7 162,7-2-382,0-5 1,5-2-171,4-9 1,7-4-306,9-4 0,2-9 109,2-7 0,0-4-219,0-1 1,-1 1 50,1-1 1,-4 4-15,0 1 0,-6 6 281,1 1 1,-6 2-29,-2 7 76,-5 0 0,2 11-95,-5 5 0,0 1 276,0 3 1,-4 4-80,0 0 0,-4-2-220,4-1 1,-2 1-144,2-2 1,3 1-344,-3-5 1,2-4-733,2 1 0,0-5 9,0 4-424,0-5 1557,0 2 0,6 1 0,1 1 0</inkml:trace>
  <inkml:trace contextRef="#ctx0" brushRef="#br1">24724 13320 7722,'-7'0'329,"-3"1"1528,6 4-860,0-4 0,4 6-484,0-3 0,1-1-70,4 5 1,2-4-118,5 4 1,2-3-260,2 3 0,-1-5 79,6 1 1,0-3-929,4-1 0,-5 0 564,1 0 1,-2-1-1664,2-3 0,-3 2 21,-6-2 1860,-5-3 0,4 0 0,-4-5 0</inkml:trace>
  <inkml:trace contextRef="#ctx0" brushRef="#br1">24823 13432 7375,'-7'19'-781,"-2"4"1481,4-2 1,0 3-205,1 0 0,2 1 594,-2 0 0,3 4-528,1 0 0,-4 1 81,0-1 1,0-3-219,4 3 1,0-3-1557,0-1 418,0-5 1,1-8-424,3-8 1,-1-3-944,5-1 2079,0 0 0,5-11 0,-1-2 0</inkml:trace>
  <inkml:trace contextRef="#ctx0" brushRef="#br1">24798 13630 7722,'-12'0'1899,"0"0"-1156,5 0 1,7 0-287,8 0 0,4 0-59,5 0 0,2-1-572,6-3 1,0-2-594,0-2 0,-1-3-1906,1 3 2673,0-3 0,0-7 0,0-2 0</inkml:trace>
  <inkml:trace contextRef="#ctx0" brushRef="#br1">24984 12564 7722,'0'-13'1432,"-5"1"-467,-2-1 1339,0 6-1608,2-4 1,12 10-163,5-3 0,2 4-128,6 4 1,1-3-160,4 4 0,0-4-698,-1-1 0,5 0 382,0 0 1,0-1-1198,-4-4 1,-1 4 734,-4-3 0,-2 3-3320,-5 1 3851,-1 0 0,0-6 0,1-1 0</inkml:trace>
  <inkml:trace contextRef="#ctx0" brushRef="#br1">25108 12539 7722,'0'19'-490,"-4"0"994,0-2 1,-1 2 685,1 6 1,2 5-605,-2 3 1,3 3 54,1 1 1,0 6-237,0 3 0,4-5-4,0-4 0,1 0-135,0-4 0,-4-1-1132,3 1 1,-1-11 579,1-1 1,-1-7-2157,5-6-794,-5-3 3236,8-5 0,-15 0 0,2 0 0</inkml:trace>
  <inkml:trace contextRef="#ctx0" brushRef="#br1">25108 12960 9176,'9'5'1226,"-1"-1"0,-4 0-777,4-4 1,5 0-316,3 0 1,8 0-504,1 0 1,1-6-604,7-2 1,-1-4-1325,1-5 2296,3 3 0,-5-15 0,6 3 0</inkml:trace>
  <inkml:trace contextRef="#ctx0" brushRef="#br1">25555 12526 7722,'-10'13'998,"-2"-1"0,-3 5-79,2-1 1,1 8-365,0 0 0,5 7 302,3 6 0,2-4-315,2 0 0,0-1-82,0 1 1,2 1-1071,2-5 1,-1 0 422,5-4 1,-4-2-1425,4-2 1,0 0 913,5-9 0,-1-2-776,1-10 0,0-3 1473,4-5 0,-3-6 0,4-11 0</inkml:trace>
  <inkml:trace contextRef="#ctx0" brushRef="#br1">25902 12464 7722,'-6'13'803,"0"1"212,6 2 1,0 3 581,0 6 0,0 1-809,0 3 0,0 3 650,0 5 1,0 0-724,0 1 1,0-1-217,0 0 1,-1 4-151,-4 1 1,-1-1-1289,-7-4 1,-1-5 212,-2-3 0,1-4-147,-6-5 0,4-2-146,-3-5 1,5-6 263,-2-3 1,3-3-449,2-1 1,1-5 591,3-4 0,1-3-101,3-5 0,2 2 273,-2-5 1,3 0 582,1 0 167,5-4 0,2 10 1047,6-2-611,-1 8 0,0 2-368,1 6 1,-2 1 1145,-3 4 0,3 1-725,-3 7 0,3-2-146,2-3 1,-5 3-256,0-3 1,1-1-1126,3 2 0,0-3-238,1 3 0,-1-2-699,1-3 1,-1-3-1351,0 3 3013,1 3 0,-1-5 0,1 3 0</inkml:trace>
  <inkml:trace contextRef="#ctx0" brushRef="#br1">26064 12923 7722,'0'13'1365,"0"-1"1,0 0-853,0 1 0,0-1-147,0 1 1,0 0 834,0 4 1,0-3-563,0 2 0,0 2-1052,0-1 0,4-1-331,0-3 0,1-1-688,0 0 0,-4-3-1299,3-1 2731,-2-5 0,3 2 0,2-5 0</inkml:trace>
  <inkml:trace contextRef="#ctx0" brushRef="#br1">26324 12712 10157,'6'7'2423,"1"4"0,5-4-1752,0 6 0,1 0-121,-1 4 1,1-3-466,-1 2 1,0 2 87,1-1 0,-6 5-837,-3-2 0,-3 4 475,-1 1 0,-5 1-1317,-4 3 1,-6-2 703,-1 6 0,-6-5-413,1 1 0,-7-3 1215,0-1 0,-12 0 0,1-1 0</inkml:trace>
  <inkml:trace contextRef="#ctx0" brushRef="#br1">27205 12514 7722,'19'-19'0,"3"-3"244,-5 5 0,4 1 392,-5 3 0,1 2 1603,-5 3-1079,0-3 152,-5 4-449,-1 0-513,-6 2 0,-6 6-152,-2 3 1,-8 3-247,-5 5 1,-7 5-191,-1-1 1,-5 6-167,1-1 1,-3 3-199,-1 0 1,1-3 270,3 0 0,-2-2 25,6 2 1,-4 2 4,4-2 1,0-2 334,5 2 0,4-5-83,4 5 1,8-6 114,3 2 0,4 1 174,1-2 0,6 1 181,2-5 0,8-4 205,5 1 1,2-3-270,2 3 1,6 0-48,2-5 0,2 2-44,3-2 0,-2-2 252,-3 2 0,2-3-146,-1-1 1,-3 0-275,2 0 0,-5-4-199,1 0 1,-3 0-383,-1 4 0,-4-5-1361,-1 1 0,-9 0-35,2 4-1970,-9 0 3849,1 0 0,-16 6 0,-3 1 0</inkml:trace>
  <inkml:trace contextRef="#ctx0" brushRef="#br1">26796 13047 7722,'-7'-5'1781,"1"2"-279,6-5-600,0 5-3,0-3 0,6 6-419,2 0 0,3 2 208,1 2 0,8 1-236,5 4 1,1 2-153,7-3 1,-2-2-237,3-2 0,3 1-144,0-1 0,0 0-766,5-4 0,-4 0 576,-1 0 0,-1-1-658,-3-3 1,-2 3 366,-7-4 0,-6 3-3314,-5-2 3875,-6 2 0,-13 2 0,-1 7 0</inkml:trace>
  <inkml:trace contextRef="#ctx0" brushRef="#br1">27069 12960 7488,'0'13'1195,"0"-1"0,0 1-374,0-1 1,0 2-343,0 2 0,1 0-257,3 4 1,-3 1-12,4 4 1,1-1-563,3 1 0,-2 0 269,1 0 0,-4-4-1356,4-1 1,-4-3 782,5 3 0,-5-4 655,4 0 0,-5-2 0,2-2 0</inkml:trace>
  <inkml:trace contextRef="#ctx0" brushRef="#br1">28049 12849 7722,'0'-13'247,"0"1"0,-5 0-16,1-1 1,0 1 164,4-1 0,-4 1 237,0 0-149,-6-1-314,3 1 1,-5 5 40,0 3 1,-1 4-135,1 4 0,-1 3 94,1 5 0,-1 8-13,1 4 1,0 2 40,-1 8 0,1-1-103,-1 4 0,5 1-81,0 4 1,1-5-89,-1 0 1,2-5-122,6-7 1,2-7 125,2-6 0,4-5-94,9-7 1,2-11 44,6-6 0,1-6-564,3-6 0,-3-3 268,3-5 1,-3 0-274,-1 0 0,0-5 340,0 1 0,-5-2 194,1 2 0,-7 1 171,-2-6 0,-1 2-72,-7-1 0,0 2 74,-4 6 1,0 0-16,0 0 0,-4 1 473,0 3 1,-6 2-225,2 7 1,3 4 1123,1 4-190,-3 7-515,5 4 0,-3 12-87,5 5 0,-4 2-202,0 7 0,-1 3 17,5 5 0,0 6-57,0-2 1,0 7-202,0 1 0,-4 5 55,0-5 0,-4 6-502,4-2 0,-6 4-207,2 0 1,1-5-501,-1-2 1,5-4-596,-1-1 0,2-6 777,2-6 1,7-8 13,6-8 1,-1-5 813,5-8 0,2-9 0,0-6 0</inkml:trace>
  <inkml:trace contextRef="#ctx0" brushRef="#br1">28408 12737 8843,'0'8'1167,"0"1"0,0-1-697,0 4 0,0 6 113,0 3 1,-1 2-175,-3 2 0,2 4 6,-2 0 0,-1 1-1050,1-1 0,-1-7 434,5 3 1,0-8-1165,0-1 0,0-2 755,0-2 1,2-5 609,2-3 0,-3-2 0,5-2 0</inkml:trace>
  <inkml:trace contextRef="#ctx0" brushRef="#br1">28495 12626 7722,'0'-13'2367,"-5"1"-2327,3-1 1,-2 2 1110,8 3 1,3-2-500,6 6 1,-1 0-1480,0 4 0,2 0 486,3 0 0,-4 0-1370,4 0 1,-3 2 1710,-2 2 0,1 3 0,-1 5 0</inkml:trace>
  <inkml:trace contextRef="#ctx0" brushRef="#br1">28656 12725 7722,'-12'18'618,"1"1"-433,3 6 1,-2-5 665,6 1 1,-4-2-313,4 2 1,-5 1 507,5-5 1,0-1-605,4-3 0,1-2-423,3-3 1,-1-3-96,6-5 1,0 0 133,8 0 1,-2-2-587,6-7 0,-1 1 388,5-8 0,-2-2-688,-2 1 0,3-4 246,-4 5 0,2-1 174,-1 5 0,-3 1 372,-6 3 0,-3 2 778,-1 6 42,-5 0 1,2 2-434,-5 2 0,-1 3 87,-3 5 1,-2 5-88,-2-1 0,-3 1 185,3-5 1,2 0 231,2 1-806,-3-1-57,6-5 1,1-1-20,8-6 0,3-2-364,1-2 1,2-3 266,3-5 0,-2-1-10,5 1 1,-3 4-26,4-1 0,-5 7 189,5-2 1,-6 2-56,2 2 1,1 0 104,-2 0 1,1 4-379,-5 0 0,-1 8-457,-3 0 1,3 0-1683,-2 5 2523,2-3 0,1 4 0,0 1 0</inkml:trace>
  <inkml:trace contextRef="#ctx0" brushRef="#br1">29711 12353 7722,'-13'0'416,"1"0"695,0 0 408,5 0-588,1 0-187,17 0 1,3 0-287,11 0 1,1 0-172,3 0 0,-3 0-231,3 0 0,1 0-166,-1 0 0,6-2-300,-2-2 0,-3-1-584,-1-4 0,-4 0-916,-4 5 1,1-5 317,-6 5 1592,-5 0 0,-5-1 0,-6-2 0</inkml:trace>
  <inkml:trace contextRef="#ctx0" brushRef="#br1">29885 12353 7722,'-13'12'-799,"1"1"1,-1 3 2071,1 1 0,0 6-520,-1 2 1,1 5 441,-1 7 0,2 5-463,3-1 0,-2 6-153,6-2 0,-4 2-384,4-1 1,-4-4-302,3-4 1,1-7-821,4-2 1,2-8 634,2-5 0,3-7-1147,5-5 0,2-4 635,2-4 0,-3-3 803,-1-6 0,1-4 0,-6-3 0</inkml:trace>
  <inkml:trace contextRef="#ctx0" brushRef="#br1">29872 12700 7722,'-12'6'2514,"1"-4"-1884,2 7 0,4-5 199,5 4 0,7-5-443,5 1 1,6 1-188,7-1 0,1 1-1188,3-5 1,-1-5 677,5 1 0,3-5 311,1 0 0,8-7 0,-6-3 0</inkml:trace>
  <inkml:trace contextRef="#ctx0" brushRef="#br1">30443 12340 7793,'-13'0'212,"1"-4"305,0 0 1,-1 1 746,1 7 1,-5 5-31,1 7 1,-5 8-628,4 5 0,-3 9 461,3-1 1,1 9-493,3-1 1,5 2-160,0-1 0,5 1-546,-1-6 1,7-4-558,1-4 1,5-5 68,0 1 1,3-10-632,5-7 1,2-5-907,6-7 0,0 0 1104,-1 0 1,1-7 1049,0-5 0,0-6 0,0-7 0</inkml:trace>
  <inkml:trace contextRef="#ctx0" brushRef="#br1">30741 12340 7722,'-2'9'1018,"-2"-1"0,3 0-132,-4 5 1,4 4 62,1 4 0,-4 4-215,0 4 1,0 3 326,4 5 0,0 0-428,0 0 0,0 2-264,0 2 0,-4-2-849,-1 2 0,-7-4 347,4-4 0,-10-2-128,5-7 0,-2 0-157,3-3 0,-1-5-577,1-8 0,0-2 106,-1-6 1,5 0-404,0 0 1,1-6 409,-1-2 0,2-4 401,6-5 0,0-2 351,0-6 1,0-4-20,0 0 0,1-4 139,4 4 1,-3 4 231,7 5 0,-5 2 873,4 1-559,0 1 0,5 14 723,-1-2 0,0 4-172,1 4 0,1 5-559,2 7 1,-2-1-222,3 6 0,2-5-108,1 5 0,-2-6-1184,-1 2 0,2-3 309,2-2 1,-2-1-162,2-3 1,-5 2 408,5-6 428,-6 0 0,3-9 0,-5-2 0</inkml:trace>
  <inkml:trace contextRef="#ctx0" brushRef="#br1">31051 12750 7722,'-14'5'0,"-3"3"0,8 3 1422,-4 2 1,4-1-639,-4 1 1,5 5 498,0 2 1,5 4-632,-1 0 1,2 0-318,2-3 0,0 1-631,0-6 0,2 5-646,2-5 0,-1-1 561,5-6 0,-1 2-721,1-3 1102,3 3 0,-9 1 0,3 1 0</inkml:trace>
  <inkml:trace contextRef="#ctx0" brushRef="#br1">31262 12948 9366,'1'-8'1403,"3"0"-842,-3 5-62,5-3 1,-6 12-404,0 2 0,-1 4 81,-4 5 0,-1 2-148,-7 6 0,1-4 105,-1-1 0,1 1-883,0 4 0,-1-2-150,1-2 0,5-3-1603,3-6 2502,8-5 0,8-1 0,8-6 0</inkml:trace>
  <inkml:trace contextRef="#ctx0" brushRef="#br1">31795 12353 7705,'5'12'0,"-2"2"794,6 2 0,-3 0-294,3 4 1,-4 2 444,-5 7 0,0 4 108,0 9 1,-5-4 448,-4 4 1,-2 2-854,-1 1 0,-6-2-109,-3-2 0,-2-2-1076,-2-2 0,0-4 393,1 0 0,3-7-1020,0-1 0,5-6 778,-5-6 0,6-6-1167,-2-3 1,8-3 599,0-1 0,7-1 389,-3-3 0,4-3 237,1-6 0,0 0 129,0-4 0,0 2 322,0-6 1,1 5-169,4-5 1,-3 6 760,7-2 0,-3 8-432,3 0 0,2 7 929,-3-2 1,7 2-389,2 2 1,-1 0-312,-3 0 0,3 4-268,1 0 0,3 5-209,-3-5 0,4 6-1158,-5-2 0,6-1 744,-1 1 1,-3-4 374,-2 4 0,4 1 0,-1 3 0</inkml:trace>
  <inkml:trace contextRef="#ctx0" brushRef="#br1">31981 12911 7705,'7'5'-863,"-2"-3"1,0 5 6510,-1-3-3729,5-3 1,-6 5-344,5-6 1,-5 1-605,1 3-788,3-2 1,-1 4-354,2-1 182,-3 1 1,-5 8-480,0 3 1,0-3 388,0 2 1,-4 2-471,0-1 1,-4 3 165,4-3 0,0-1 115,4-3 0,1-1-217,3 0 1,4-5-114,9-2 1,2-5-366,6-5 0,4-2 452,0-5 0,5-2-2343,0-2 2852,1-4 0,3-4 0,-1-1 0</inkml:trace>
  <inkml:trace contextRef="#ctx0" brushRef="#br1">32502 12601 7723,'0'12'3194,"0"5"-1226,0-1 0,0 6-1081,0-1 0,4 2-19,0 2 0,5 1-406,-5 3 0,4-1-164,-4 5 0,0-5-435,-4 0 1,-5 3 174,-3-2 0,-9 4-1616,-4-4 0,-6 5 1578,-2-1 0,-11 3 0,1 1 0</inkml:trace>
  <inkml:trace contextRef="#ctx0" brushRef="#br1">29066 13233 7709,'-2'-12'368,"-2"-1"0,3 5 209,-3 0 0,4 5-165,4-1 0,3 3 87,5 1 1,6 0-144,3 0 0,4 4 83,4 0 1,-2 6-113,6-2 1,-5 2-438,1-2 0,1 1-295,-1-4 1,4-1-415,-4-4 1,-1 0-886,-8 0 0,2 0 1704,-5 0 0,5-6 0,-3-1 0</inkml:trace>
  <inkml:trace contextRef="#ctx0" brushRef="#br1">29277 13221 7709,'-13'21'10,"1"-1"1,-1 1-11,1 4 0,5 0 1154,3-1 0,-1 7-222,0 2 0,1 7-5,4 1 1,0 2-650,0-2 0,-4-1-69,0 6 1,0-8-697,4-1 1,0-6 388,0-11 0,1-3-746,3-9 0,-1 2 199,5-6 1,-3 0-1169,3-4 1813,0-5 0,4-8 0,1-6 0</inkml:trace>
  <inkml:trace contextRef="#ctx0" brushRef="#br1">29227 13506 7709,'-12'0'1823,"-1"0"-763,1 0-37,5 6 0,3-1-446,8 3 0,4 2-166,9-6 1,3 4-206,9-3 0,-1-1-133,5-4 0,4 0-336,5 0 1,-1 0-575,-4 0 0,5 0-2633,-1 0 3292,6 0 1,-9-6 0,5-1 0</inkml:trace>
  <inkml:trace contextRef="#ctx0" brushRef="#br1">22702 18008 7709,'-18'-7'0,"4"-2"115,-2 5 0,6-1 610,2 5 93,5 0 268,-3 0-533,17 0 0,2 0-172,8 0 0,2 0-25,-2 0 0,3 0-117,5 0 1,-2-1-207,2-3 1,1 3 50,-1-4 0,4 0-560,-4 1 1,0-2-136,-4 2 1,-1 3-592,1-3 1,-6 2-1274,-2 2 2475,-9 0 0,-2 6 0,-6 1 0</inkml:trace>
  <inkml:trace contextRef="#ctx0" brushRef="#br1">22876 17971 7709,'-2'11'230,"-2"-3"0,3 3-20,-4-2 0,0-1 332,1 4 1,-2-1-179,2 10 0,1 4 15,-5 4 1,5 7-90,-1 1 1,-1 1 12,1 8 1,-2-6-228,2 1 0,3-2-169,-4-2 1,4-1-507,1-3 1,1-8 411,4-9 1,-3-2-654,7-2 0,-5-5 257,4-3 0,-4-2-771,4-2 1354,-5 0 0,8-6 0,-4-1 0</inkml:trace>
  <inkml:trace contextRef="#ctx0" brushRef="#br1">22789 18380 7222,'-13'-5'-1095,"5"2"1302,0-5 523,5 5 0,-3-4-210,6 3 0,2 3-159,2-4 0,3 4 10,5 1 1,5 0-104,-1 0 0,6 0-179,-1 0 0,1 0-246,-1 0 1,2 0-335,-2 0 0,2 0 235,2 0 0,0-4-342,0 0 0,-2 0 598,-2 4 0,2-6 0,-3-1 0</inkml:trace>
  <inkml:trace contextRef="#ctx0" brushRef="#br1">23483 18083 7709,'0'-9'814,"0"1"-213,0 5-404,0-8 1,-5 10 485,-3-3 0,-3 8-219,-2 4 1,-1 9-60,-2 3 1,1 5-126,-6 4 1,4 3-29,-3 5 0,6 0-150,2 0 0,1 1-143,6-1 0,1-1-532,4-3 0,6 1 355,2-5 1,7-5-231,2-8 1,5-3 152,-1-5 0,2-3-878,2-5 0,0-5 55,-1-3 1118,1-3 0,0-13 0,0-2 0</inkml:trace>
  <inkml:trace contextRef="#ctx0" brushRef="#br1">23942 17971 8719,'7'1'994,"-3"4"0,2 1-598,-2 7 0,0 1 136,-4 2 1,0 9-82,0 8 0,0 3-87,0 1 1,-1 4-237,-3 1 1,-3 3-170,-6-3 1,0 4-336,-4 0 1,3-8 305,-2 0 0,-2-11-342,1-2 1,-3-2 207,3-6 0,-1-6-305,2-7 0,2-2 140,-3-2 1,8-7 30,0-6 0,5-1 102,-4-6 1,5 3 73,-1-3 0,3-1 138,1-4 1,1 0-35,3 0 0,-1 2 337,5 2 0,-4 3-169,5 6 0,-1 1 445,4 3 1,2 2-195,3 6 1,-2 2-34,5 2 0,-3 4-31,4 9 0,-1-4 47,5 4 1,-1 1-678,-4-2 1,2 5 250,-5-4 0,4 3-1092,-5-3 1,6 1 570,-1-2 0,-2-2-1221,2 3 1824,-6-4 0,3 0 0,-6-1 0</inkml:trace>
  <inkml:trace contextRef="#ctx0" brushRef="#br1">24389 18455 7709,'0'-13'787,"0"1"129,0 5-569,0 1 0,0 8 14,0 2 1,0 3-61,0 5 0,0 1 19,0-1 0,0 5-258,0-1 0,4 2-185,0-1 0,5-4-589,-5 4 1,1 1 476,-1-2 0,-2 1-911,2-5 0,1-3-131,-1-1 1277,1 0 0,0 5 0,2-1 0</inkml:trace>
  <inkml:trace contextRef="#ctx0" brushRef="#br1">24736 18504 7709,'0'13'318,"0"-1"0,0 1-19,0-1 0,0 0-77,0 1 1,0 0 82,0 4 0,0-3 162,0 2 0,-5 0-613,-3 0 0,-2 2 132,2 3 0,-8-2-921,4-3 0,-3-2 534,2 3 0,1-3-794,0-2 1195,-1-5 0,1-2 0,-1-5 0</inkml:trace>
  <inkml:trace contextRef="#ctx0" brushRef="#br1">24997 18368 7709,'8'-4'139,"0"0"0,1-5 705,3 5-375,0 0 1,1 4-132,-1 0 1,1 0-385,-1 0 124,0 0 0,5 0-2325,0 0 2247,-1 0 0,-3 6 0,-1 0 0</inkml:trace>
  <inkml:trace contextRef="#ctx0" brushRef="#br1">25443 18293 7709,'-5'7'265,"-3"-3"92,2-2 0,-4-1 722,6 3-723,0-2 1,4 5-1354,0-3 0,6-3 474,2 3 0,4-2-87,5-2 1,1 0 609,3 0 0,2 0 0,-2 0 0,1 0 47,-2 0 1,2 0 67,-5 0 0,1 0 303,-2 0 1,-6 0 1658,2 0-1435,-2 5 0,3 1-215,-1 2 0,-4 3-783,0-3 0,-3-1 275,3 1 1,0-3-274,5 3 0,0-5 245,4 1 109,2-3 0,6-1 0,0 0 0</inkml:trace>
  <inkml:trace contextRef="#ctx0" brushRef="#br1">26473 18058 7772,'7'-13'-1274,"4"1"1519,-3 0 1,-1-1 953,1 1 0,5 4-606,3-1 1,1 8 34,-5 1 0,1 11-198,-1 10 1,-1 3-125,-3 5 0,-2 3-169,-6 5 0,-1 0 79,-4 1 1,-6-1-225,-5 0 0,-6 0-54,1 0 0,-6 2-81,-2 2 0,-4-8-54,4 1 0,0-8-311,4-6 1,0-2 125,0-5 0,2-6 142,2-3 1,3-4-285,6-4 1,3-5 170,1-7 0,5 1 114,-1-6 1,3-4 118,1-4 0,4-1 223,0 1 0,4 3 256,-3-3 0,3 7-264,-4 1 1,6 6 163,-2-2 1,-1 5-104,1 4 0,2 2 498,6 6 0,-2 6-239,3 2 0,1 7-73,-2 2 1,5 1-178,-5-2 0,6 2-231,-1 3 1,1 1-1205,-1-6 1,2 1 694,-2-5 1,1 5-1594,-1-1 2168,-3 1 0,-1-5 0,3 1 0</inkml:trace>
  <inkml:trace contextRef="#ctx0" brushRef="#br1">26126 18504 7772,'7'-7'1585,"4"-4"-788,-10 10-533,5-5 1,-6 16-129,0 3 0,-2 7 15,-2 1 1,-3 2-111,-5 2 1,-1 3-439,1-4 0,0 4 310,-1-7 0,2 1-936,3-2 1,1-2-5,3-5 1027,2-1 0,-3-5 0,5-1 0</inkml:trace>
  <inkml:trace contextRef="#ctx0" brushRef="#br1">26870 18517 7772,'0'-9'-1893,"0"1"3686,0 5-434,0-8-295,0 10-714,0-5 0,1 8-11,4 2 1,-4 3-330,3 5 1,-3 1 69,-1-1 0,0 1-386,0-1 1,0 0 260,0 1 0,2-2-988,2-3 764,-3 3 0,6-10-555,-3 4 506,-2-4 1,7-2-2,-4-4 1,4-1 343,-1-7 1,3 5-57,2 0 0,-1-1 443,1-3 1,-5 5 29,0 3 355,0-3-546,5 6 0,-6 1-302,-3 8 1,1 3-133,0 1-83,-1 1 0,-4-1-1691,0 1 1957,0-1 0,5-5 0,2-2 0</inkml:trace>
  <inkml:trace contextRef="#ctx0" brushRef="#br1">27465 18033 8138,'13'-7'943,"-1"-4"0,1 10-66,-1-3 0,1 8-382,-1 4 1,-4 4-90,0 5 1,1-2-169,3 6 1,5-1-267,-1 5 0,-3 0-124,-5 0 1,0 4-314,5 0 0,-2 5 32,-3-1 0,-3-1 236,-5 1 0,-2 0-906,-7 4 1,-4-1 423,-12-3 1,0 2-333,0-6 1011,-5-6 0,-2 0 0,-5-3 0</inkml:trace>
  <inkml:trace contextRef="#ctx0" brushRef="#br1">28061 17909 7822,'-12'0'0,"-1"0"0,1 0 0,-1 0 0,1 0 0,5 5 0,-4-3 0,11 2 0,0-8 0,6 1 0,6-5 0,6 1 513,3-1 0,6-7 576,2 2 0,4-2-671,-4 3 1,4-1-611,-4 1 0,6-5-271,-2 1 0,-3-1-461,-1 5 0,1-5 326,-1 1 0,-1-5 598,-8 4 0,4-10 0,-5 1 0</inkml:trace>
  <inkml:trace contextRef="#ctx0" brushRef="#br1">28383 17512 7822,'-6'0'549,"0"6"0,6-4-129,0 7 0,6-7 96,2 3 0,4 0-429,5-1 0,-2 4 57,6-3 1,-5 3-318,5-4 0,-6 6 165,2-2 0,-4 3-152,0 1 0,-6 2 106,-3 3 1,-3 3-608,-1 9 1,-9-1 18,-4 5 1,-8 0-166,1 4 1,-8 0 806,-1 1 0,0-7 0,-1 0 0,-2-7 0</inkml:trace>
  <inkml:trace contextRef="#ctx0" brushRef="#br1">28905 17487 7819,'-18'0'-1303,"4"0"781,-3 0 2752,9 0-1525,2 0 1,18 0-13,4 0 1,7-5-348,6-3 0,5-5-173,7-3 1,2 0-724,2-4 0,2-1 430,-6-4 1,6 0-318,-1 1 1,-5-1 291,-4 0 1,-5 6-1848,-7 2 1992,-6 3 0,-7-3 0,-6-3 0</inkml:trace>
  <inkml:trace contextRef="#ctx0" brushRef="#br1">29289 17041 7819,'-25'12'414,"2"8"45,2 4 1,3 3 85,6 6 1,4 5 466,-1 8 1,1 7-390,-4 5 1,3-3-421,1-1 1,5-4-170,-1-5 0,4-5 76,4-11 0,9-7-686,7-14 0,5-2-9,4-6 1,3-10-430,5-2 1,0-9-399,1 1 1,-3-8 810,-2-1 1,-2-4 600,-6 4 0,1-4 0,-3 4 0,-4 1 0,-1 2 0</inkml:trace>
  <inkml:trace contextRef="#ctx0" brushRef="#br1">29537 16842 7819,'0'-24'0,"0"4"1398,0 4-918,0 7 0,0 5 113,0 8 1,0 10 20,0 11 0,0 5 97,0 8 0,0 4-203,0 4 1,-1 6-34,-3 2 1,-2 4-967,-2-4 1,-3 5 468,3-1 0,-3 0 179,-2-5 0,6-7 51,3-17 1,4-7-1903,4-14 1,9-4 729,7-8 1,2-8 300,-1-9 1,3-2 298,-4-2 1,2-4 172,-1 0 0,-3 0 545,-6 4 1,5 2-408,-1 2 0,-1 3 630,-6 6 1,2 5-331,-3 3 1,-1 2 1135,1 2-914,0 0 1,-1 10-50,-2 2 1,0 5-105,-1-1 0,0 0-156,-4 4 0,0 1 61,0 4 1,0-5-1,0 1 1,0-2-1280,0 2 0,-4-3 55,0-6-1604,0 1 1634,9-6 1,-2-2 972,5-5 0,1-11 0,3-3 0</inkml:trace>
  <inkml:trace contextRef="#ctx0" brushRef="#br1">29984 17400 7819,'0'13'558,"-2"-1"173,-2 1 1,2-1-18,-7 1 0,6-1 220,-1 0 0,-1 1-798,1-1 1,0-4-15,4 1 0,0-5-2441,0 4 1538,0-5 781,0 2 0,11-16 0,2-2 0</inkml:trace>
  <inkml:trace contextRef="#ctx0" brushRef="#br1">30009 17090 10323,'12'0'790,"0"-1"-467,1-3 0,5 3-1423,2-4 0,9-1 649,4-3 1,3 2 450,1-1 0,1 0 0,-1-5 0</inkml:trace>
  <inkml:trace contextRef="#ctx0" brushRef="#br1">30430 17103 7819,'-12'12'866,"0"1"-650,-1-1 0,1 0 1157,-1 1 1,-3 1-611,-1 2 0,-3-2-350,3 2 0,5 2-248,3-1 1,7-1-160,-3-3 1,5-2 29,5-3 0,2 3-145,5-3 1,6-1-38,3 2 0,1-5 112,-2 4 0,4-4-34,-4 4 1,-2-3-48,-1 3 1,1-4 13,-2 4 0,-3-4-57,-5 5 1,-5-1-199,1 4 1,-4-3-104,-4-1 0,-3 0-463,-6 5 0,0-1-437,-4 0 0,3-3 1359,-2-1 0,-4-5 0,1 2 0</inkml:trace>
  <inkml:trace contextRef="#ctx0" brushRef="#br1">31286 16929 7771,'-16'-7'301,"-1"3"1,-3 3 478,3 1 1,-6 5-198,-2 4 1,-6 13-198,-6 7 1,0 6 485,0 7 0,1 2-525,3 5 0,4-6-105,8-6 0,9-5-181,8-7 1,5-6-327,7-2 1,2-9-31,11-4 1,-1-4-284,5-4 0,-1-7 42,-4-6 0,4-5 173,-4 2 0,2-4-52,-1-1 0,1 2 14,-5 2 1,-1-1 571,-3 6 1,-2-1 2,-3 5 1,3-1 575,-3 1-504,-2 5 0,-1 3 220,-5 8 0,0 4-132,0 9 0,0 8-46,0 8 0,0 3 98,0 1 0,0 1-118,0 4 0,-4 2 101,0 5 1,-4 1-107,4 0 0,-6-1-85,2 1 1,1-6-85,-1-3 1,1-6-150,-2-2 0,-2-6-234,3 2 0,1-8 206,-1-4 0,4-5-211,-4-4 1,-1-2 141,-3-6 1,-1-2-466,1-2 1,0-4-36,-1-9 1,1-2-191,-1-6 1,5-1 173,0-3 0,1-4-283,-1-8 1,2-3 950,6-6 0,0-5 0,0-1 0</inkml:trace>
  <inkml:trace contextRef="#ctx0" brushRef="#br1">31485 17078 7771,'12'0'1040,"1"0"1,-1 0-425,0 0 0,1 6 697,-1 2 0,-1 0-636,-2 4 0,0 0-63,-5 8 1,0-3-328,-4 3 0,0 0-253,0 0 1,0-2-389,0-5 1,0-1-1628,0 0-1581,0 1 3562,0-6 0,-5 4 0,-2-4 0</inkml:trace>
  <inkml:trace contextRef="#ctx0" brushRef="#br1">31584 16904 7771,'6'-6'1905,"-4"0"-1341,7 6 0,-5 0 708,4 0 0,0 0-464,5 0 0,-5 6-187,0 2 0,1-1-378,3 1 1,2 0-307,2 5 0,-2-1-1221,3 0 1,-4-3 868,0-1 0,-1 4 415,1 5 0,-1-1 0,0-3 0</inkml:trace>
  <inkml:trace contextRef="#ctx0" brushRef="#br1">31807 17152 7771,'0'13'1380,"0"-1"-760,0 1 1424,-5-1-1465,3 0 0,1-3 566,5-1 0,6-5-637,-2 1 0,5-3-441,3-1 1,-1-5 19,6-4 0,0-2-203,3-1 1,0-2-1054,-3-2 1,2 1 774,-2-6 0,2 4-1183,2-3 1,-6 5 631,-2-2 1,-3-1 181,-2 2 0,-1-5 470,-3 4 0,-2 1 306,-6 3 0,-6 7 135,-2 1 0,-3 4 368,-1 1 0,-6 6 0,-3 2 1,-3 7-255,0 1 0,0 7 1064,4-3 0,-4 4-528,3 0 1,4-3-41,0 0 1,3-2-443,2 2 1,1-3-257,3-6-56,2 0 0,7-1-229,4-2 0,-3-4-275,7-5 417,-1 0 1,4-5-771,1-4 0,-5 3 307,0-3 1,-1 5-412,1-4 0,3 4 200,-2-4 1,-2 3 756,1-3 0,0 0 0,4-5 0</inkml:trace>
  <inkml:trace contextRef="#ctx0" brushRef="#br1">32341 16867 8135,'7'0'3098,"-2"2"-1783,-5 2-749,0-3 0,0 10-162,0-3 1,-5 3-21,-4 2 0,-6 5-114,-1 2 0,-5 0-155,5 0 0,-1 1-57,5 4 0,5-6-211,3-2 0,4-4-256,4 0 1,4-5 246,8 0 0,5-5-146,8 1 0,-3 2 116,3-2 0,2 1 38,-2 0 1,-1 1 161,-3 7 1,-5-5 203,-4 0 1,-3 5-54,-5 3 1,-3 1 10,-5-5 0,-5 1-476,-3-1 1,-5 5 164,-3-1 0,-4 1-1194,-5-5 1,-1 5 37,-3-1 1297,-2 6 0,-18-3 0,-2 6 0</inkml:trace>
  <inkml:trace contextRef="#ctx0" brushRef="#br1">31869 17053 7742,'-8'0'327,"0"0"1,4 0 202,-5 0 1,1 2 440,-4 2 0,4 3-490,-1 5 1,1 5 13,-4-1 0,-1 6-239,1-1 1,1 2-57,2 2 1,0 0-188,5 0 0,0-5-79,4 1 1,2-6-90,7 2 1,2-5-98,13-4 0,0-2-396,9-6 0,4 0 67,4 0 1,6-6-436,-1-2 0,3-3 1016,5-1 0,-3-6 0,4-2 0</inkml:trace>
  <inkml:trace contextRef="#ctx0" brushRef="#br1">31311 17128 7761,'7'0'-735,"0"0"368,-3 0 1563,-3 0-333,5 0-364,-1 0 1,-3 1-97,2 3 0,2-1-177,-2 5 1,0-4-113,-4 5 1,0-1-108,0 4 1,0 1-507,0-1 0,0 0 361,0 1 0,0-5-298,0 0 1,0 1 175,0 3 1,-2-1-694,-2-3 0,2 2 953,-7-6 0,1 6 0,-4-3 0</inkml:trace>
  <inkml:trace contextRef="#ctx0" brushRef="#br1">31348 17004 8344,'-7'-13'1769,"2"5"-781,5 0-698,0 5-130,5-3 1,2 6-343,6 0 0,-1 0 171,1 0 11,-1 0 0,6 6 0,1 1 0</inkml:trace>
  <inkml:trace contextRef="#ctx0" brushRef="#br1">31534 17016 8225,'0'-7'1954,"-1"2"-1332,-3 5 0,3 5-111,-4 3 1,4 3-162,1 2 0,0 5-40,0 2 1,0 4-348,0 1 0,0-1 109,0 1 0,1 0-149,4 0 1,-4-4 103,3-1 1,-3-5-219,-1 2-28,0-3-32,6-2 246,1-5 0,5-7 2,1-8 0,-1-3-33,0-2 0,1-5 10,-1-2 1,1-4-344,-1-1 0,1 1 156,-1-1 1,0 0-509,1 0 0,2 0 304,-3 1 0,3 0-414,-6 4 0,0 2 226,0 5 0,2 2 605,-3 3 0,-3-3 0,1 4 0</inkml:trace>
  <inkml:trace contextRef="#ctx0" brushRef="#br1">28607 18380 7815,'-11'2'862,"2"2"-477,4-3 1,10 5 11,4-6 1,9-4-334,6-1 1,3-4 96,6 0 1,1-3-249,8-4 1,-4 0 99,4-4 1,-4 3-892,-1-3 0,1-1 483,-1-4 1,-7 6 394,-5 2 0,-6-2 0,-6 0 0</inkml:trace>
  <inkml:trace contextRef="#ctx0" brushRef="#br1">28967 18021 7815,'-13'6'263,"1"6"123,-1-4 1,2 8 131,3 5 0,-2 5-131,6 7 1,-4 3 177,4 14 1,-2-3-186,2 6 1,3-2-242,-3-1 1,2-6-240,2-3 0,6-13-327,2-7 0,9-12 80,3-5 1,6-13-484,8-8 1,-4-10 158,11-6 1,-9-5-1756,5-3 2426,-8-3 0,7-6 0,-4 1 0</inkml:trace>
  <inkml:trace contextRef="#ctx0" brushRef="#br1">29289 17847 7815,'0'-37'0,"0"6"265,0 7 1,0 4-32,0 8 0,-1 5 267,-3 3 1,1 11-118,-5 9 0,5 9 137,-1 12 1,-3 7-94,-2 6 1,3 0-76,-3 3 0,2 0-217,-1 1 1,-3-3-172,3 2 0,-2-2-522,2-1 0,-2-6 449,6-3 1,0-9-420,4-7 0,1-7 223,4-10 0,3-8-328,8-8 0,4-5 118,4-3 0,-3-5 42,0-8 1,-1 3 218,5-3 1,0 0 149,0 4 0,-6-1 405,-2 10 0,-3-1-248,-2 5 1,0 1 1490,1 2-1184,-6 4 0,-2 10 291,-5 4 1,0 7-287,0 5 0,0 1-244,0-1 0,0 2 35,0-2 1,0-3-174,0-2-342,0-2 0,6-3 190,2-3 1,3-2-203,1-6 1,1-7 117,-1-6 1,5 1 0,-1-5 1,1 0 75,-5 0 0,1 0 168,-1 5 1,0 1-31,1 3 1,-5-2 257,0 6 38,-5-6-222,3 9 152,-6-5 0,-2 6-28,-2 0 1,-3 0 10,-5 0 1,-1 0 13,1 0 0,-5 5-37,1-1 0,-1 5-25,5 0 0,0 2-5,-1 1 0,2 0-142,3 1 0,1 3 78,3 1 1,4-1-167,0-3 0,7-1 56,9 1 0,5-5-474,8 0 1,4-5-23,8 1 0,-1-4-269,6-4 1,3 1 190,5-5 321,0 0 0,1-10 0,2-2 1</inkml:trace>
  <inkml:trace contextRef="#ctx0" brushRef="#br1">30530 18120 7815,'7'0'98,"-2"-6"221,-5 5 265,0-10-245,0 10-183,0-5 1,-1 6-52,-3 0 0,1 1-186,-6 4 1,3-3-127,-3 7 0,-2-1 135,3 4 1,1-4-156,-1 1 38,5-1 328,-8 4-61,10 1 78,-5-1 0,6 1-79,0-1 0,0-4 24,0 1 0,6-1 36,2 4 0,-1-1-45,1-2 1,-4 2-122,5-3 1,-5 3 70,4 1 1,-4-1-133,4-2 0,-5 2-39,1-3 1,-2-1-143,-2 1 0,0-4-79,0 4-223,0-5 5,0 3 1,-5-8 182,1-2 1,0-3 384,4-5 0,-4-5 0,0 1 0,0-6 0,4-3 0,0-7 0</inkml:trace>
  <inkml:trace contextRef="#ctx0" brushRef="#br1">30616 18169 7815,'9'17'0,"-1"0"0,-4-1 267,4-4 1,-3 1-60,3-1 0,0 1 367,4-1 1,1-4-286,-1 1 0,1-7-246,-1 2 1,2-8-12,2-4 0,2-3-279,3-1 1,-2-6-71,-2-3 1,-3 2 267,2-2 1,-3 5-543,-5-5 1,-3 6-107,-5-2 406,0 3 1,-1 3 254,-3 3 1,-7-2 233,-6 6 0,-5 0 0,2 4 0,-2 6 244,1 2 1,-3 4 44,4 5 0,2 2-184,1 6 1,-1 4-26,2 0 0,5 4-65,7-4 0,2 3-499,2-8 1,7 3 0,6-11 0,4-5-163,8-7 0,1-5 144,3-7 1,-2-6-215,2-11 1,1-5-76,-1-3 1,0-2 591,-4 2 0,4-7 0,-1 3 0,-3-3 0,-4 3 0,-4 0 0,3-1 0,-5 1 0,2 0 0,-3 1 0,-2 3 0,-5 8 80,-3 9 1,-1 7 265,1 5 0,-3 4 620,4 4 1,-4 8-405,-1 4 0,0 7 60,0 2 1,0 4-225,0 4 1,0 4-45,0 1 1,0-1-126,0 4 1,0-2-21,0-2 1,-4 0-733,0 0 0,-1-1 396,5-3 0,0-4-717,0-8 0,0 1-24,0-5-928,0-6 670,0-6 612,0-16 1,0 1 513,0-10 0,0 3 0,0-3 0,0 3 0,0-4 0,-5 2 0,-3-2 0,-3-2 0,-2 2 0,5-1 0,0 2 0,1 2 915,-1 5-581,2 1 1,6-1 570,0 1 1,1 5-283,4 3 1,3 3-178,8 1 1,4-2-261,4-2 1,1 3-179,0-3 1,0 2-758,0 2 0,4 0 537,0 0 0,0 0 212,-5 0 0,1 6 0,0 1 0</inkml:trace>
  <inkml:trace contextRef="#ctx0" brushRef="#br1">30331 18554 7815,'6'7'0,"-5"-2"482,5 1 0,-5-3-94,3 5 0,-3 0-315,4 5 0,-5 0 53,-5 4 0,3-2-113,-7 6 0,-3-1-107,-5 5 1,0-4 100,0-1 1,2-4-92,-6 0 0,5-3 3,-5-5 1,4-3-55,-3-5 1,5 0-42,-2 0 0,3-7 126,2-5 1,1-4-26,3-5 0,-2-1-1,6 5 0,0-1 70,4 2 1,1 6-41,3-2 1,3 4 341,5-1 0,2 4-136,3 5 1,-2 0 290,6 0 1,-1 1-178,5 3 1,-4-1-244,-1 5 1,-4 1-120,0 3 0,-2 0-394,-2 1 0,1 3 176,-1 1 1,-4-1-117,1-3 1,-2 3 421,1 1 0,-3 5 0,-5-3 0</inkml:trace>
  <inkml:trace contextRef="#ctx0" brushRef="#br1">30492 18752 7815,'0'9'502,"0"-1"0,0-4-109,0 4 1,0-4-21,0 5 1,2-5-149,2 4 0,-3-4-27,3 4 1,-2 1-129,-2 3 1,1 1-202,3-1 0,-2 0-650,2 1 1,-3-4 502,-1 4 0,4-8-748,0 8 589,6-4 0,-7 0 437,5-1 0,0-5 0,5 2 0</inkml:trace>
  <inkml:trace contextRef="#ctx0" brushRef="#br1">30790 18752 7815,'13'0'511,"-1"0"42,0 0 0,1 0-147,-1 0 1,-4 0 367,1 0 1,-1 0-292,4 0-692,1 0 1,1 0-354,2 0 1,-2 0-752,2 0 0,2-4 1313,-1 0 0,5-6 0,-3 4 0</inkml:trace>
  <inkml:trace contextRef="#ctx0" brushRef="#br1">31175 18690 7815,'-6'13'1598,"5"-1"0,-3-5-1137,8-3 1,3-2 70,5-2 0,1 0-252,-1 0 0,6 0-285,3 0 1,2-6-359,2-2 1,1-2-607,3 2 1,-3-3-1708,3 3 2676,3-9 0,-1 3 0,7-4 0</inkml:trace>
  <inkml:trace contextRef="#ctx0" brushRef="#br1">31944 18430 7815,'5'7'0,"-2"2"273,5-4 1,-3 4-42,3-1 0,-4 8 798,4 0 1,-5 2-285,1-1 0,2 2-93,-2 6 1,0 0-293,-4-1 0,0 1-149,0 0 1,-2 0-528,-2 0 1,2 2 247,-7-2 1,0 1-664,-8-9 1,3-1 463,-2-3 1,-3-1-781,-2 0 1,2-5 360,-2-3 1,4-4 314,-3-4 1,4-4 213,0-9 1,2-2 92,2-6 1,1 1 193,2-1 1,4 4-164,5 0 0,1 6 627,3-1 1,5 6-289,7 2 0,-1 4 184,6-5 1,0 7-150,4-2 1,4 2-138,-1 2 0,1 4-364,-4 0 0,0 2-517,0-2 0,1 2 676,3 2 0,-3 3 0,5-4 0</inkml:trace>
  <inkml:trace contextRef="#ctx0" brushRef="#br1">32316 18715 7815,'-12'8'960,"-1"1"1,5-1-396,0 4 0,4 1-178,-5-1 0,6 1 460,-1-1 0,3 0-591,1 1 1,0-1-500,0 1 0,1-2-101,3-3 0,3 2-411,6-6 1,-1 0-23,1-4 0,-1-2 371,0-2 0,1-3 141,-1-5 0,1 1-54,-1 3 0,0-3 568,1 2 0,-1 2 336,1-1 648,-1 5-892,0-2 0,-3 5 175,-1 0 0,-5 5-244,1 4 0,-3 2-56,-1 1 0,0 5-2596,0-1 2380,6 1 0,1-5 0,5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14812 3522 8371,'-7'-12'456,"3"-1"0,4 5-541,4 0 1,3 5 127,5-1 1,8 3-43,5 1 0,1 1-234,7 3 0,1-1 123,8 5 1,2-1-214,5 1 1,2-1 103,3-3 0,-2-2-31,6 2 0,3-3 215,1-1 1,4 0-179,-4 0 1,0 4 262,4 1 1,-30-3-1,0 0-16,34-2 1,-34 1-1,0 2 116,30 1 0,3 4-119,-32-6 0,1 0 1,1 2-1,0 1 6,0-3 0,1 0 0,-1 2 0,0 0-25,-2-2 1,1 0 0,1 2 0,0 0-3,0-1 1,1-1 0,3 0 0,1 1-20,-3-1 1,0 0 0,3-1-1,1 0-217,-4 0 0,0 2 0,1-1 0,-1 1 150,2-1 0,1 0 0,-2 1 0,0-2 45,3-1 1,1 0 0,-2 2-1,0 1-27,-1-1 1,1 0-1,2 0 1,0 0 32,2-2 1,-1 0-1,4 0 1,0 0 20,1 0 0,0 0 1,0 0-1,1 0-310,-2 0 1,1 0-1,1-2 1,0 0 335,3 0 1,0 0 0,1-1 0,0 1-19,-1 2 1,0 0 0,1 0 0,0 0 8,-3 0 0,0 0 1,1 0-1,0 0 7,1 0 0,0 0 1,1 0-1,0 0-20,-1 0 0,0 0 1,0 0-1,1 0-61,-5 0 0,-1 0 1,1 0-1,-1 0 35,-1 0 0,0 0 0,3 0 0,0 0 20,-2 0 1,1 0 0,2 0 0,0 0-3,-4 0 1,-1 0-1,1 0 1,1 0-3,2 0 0,1 0 0,2 0 0,0 0 9,1 0 0,2 0 0,-1 0 0,-1 0 4,-1 0 1,0 0-1,2 0 1,1 0-12,1 0 1,0 0 0,-1 0 0,1 0 1,-1 0 1,1 0 0,0 0 0,0 0 17,2 0 1,0 0 0,3 0 0,0 0-16,1 1 1,0-2 0,-1 1 0,0-1-243,-1-1 1,0 0 0,1 1 0,0 1 270,-1-2 1,0-1-1,1 3 1,1-1 58,0 1 1,0 0 0,-4 0 0,-1 0-46,3 0 0,0 0 1,-2 0-1,0 0 10,2 0 0,0 0 0,0 0 0,0 0 36,5 0 1,-1 0 0,-6 0 0,-1-1-26,1-1 1,0 0 0,0 1 0,1 0-30,-1-1 1,0 0 0,2 1 0,-1-1-143,-1 0 0,0 0 0,-3 1 0,1 1 80,-2-2 0,-1 0 0,-1 1 1,0 0 30,-2 1 1,-1 0 0,0-2 0,-1 0-19,-2 0 1,-1 0 0,-4 0 0,-1 0-4,-2 2 0,-2 0 0,28 0 213,-6 0 1,-10 0-366,-2 0 1,-11 0 699,-11 0 0,-12 1-528,-8 3 0,-5 2 0,-3 2 0,0-2 0</inkml:trace>
  <inkml:trace contextRef="#ctx0" brushRef="#br0">13906 4725 7939,'9'0'1052,"-1"0"0,0-1-432,5-3 0,0 1-525,4-5 0,2 4-125,6-5 1,7 7-79,5-3 0,6 4 38,6 1 1,6 1-312,3 4 0,3 0-396,1 3 1,0 3 572,0-2 0,4-4-39,0-1 0,2 2-31,-2-2 0,-1 0 246,5-4 0,-33 0 0,1 0-9,1 0 1,0 0 0,1 0 0,-1 0 77,-2 0 1,0 0 0,3 0 0,0 0-42,1 0 0,1 0 1,0 0-1,1 0 65,1 0 1,-1 0 0,-1 0 0,-1 0-231,0 0 1,1 0 0,-2 0 0,1 0 161,0 0 0,1 0 0,2 0 0,0 0 44,-3 0 1,0 0-1,2 0 1,-1 0-25,-3 0 1,0 0 0,0 0-1,-1 0 2,4 0 1,-1 0-1,0 0 1,-1 0 1,2 0 1,-1 0 0,0 0 0,-1 0 41,0 0 1,-1 0-1,-1 0 1,1 0-44,2 0 1,1 0 0,2 0 0,0 0 3,3 0 1,1 0 0,-1-2-1,0 0-34,0 0 1,1 0 0,-1 0 0,1 0 33,2 1 0,-1 2 0,2-1 1,0 0-68,-1 0 0,0 0 0,0 0 1,0 0-201,-4 0 1,-1 0 0,3 0 0,-1 0 187,-1 0 1,-1 0 0,5 0 0,0 0 47,-3 0 0,1 0 1,0 0-1,0 0 1,-2 0 0,-1 0 0,2 0 0,0 0-3,2 0 0,1 0 0,0 0 0,-1 1 5,1 1 1,0 0 0,-1-1 0,-1 0 9,0 1 1,0 0 0,2-1 0,0-1-14,2 0 1,0 0-1,-4 0 1,0 0-22,4 0 1,-1 0 0,0 0-1,0 0 15,1 0 1,0 0 0,1 0 0,0 0-4,1 0 1,-1 0 0,-4 0-1,0 0 15,3 0 0,0 0 1,-3 0-1,0 0-1,0 0 0,1 0 1,0 0-1,0 0 44,2 0 0,0 0 0,-2 0 0,0 0-49,2 0 0,0 0 1,-2 0-1,-1 0 98,-1 0 1,-1 0 0,3 0 0,-1 0-51,1 0 0,0 0 0,-1 0 1,1 0 32,2 0 0,-1 0 1,-2 0-1,-1 0-17,-1 0 0,1 0 0,0-2 0,0 0-42,4 0 1,0 0 0,-4-1 0,0 0-7,2 1 0,-1 0 0,-3 2 0,-1-1-6,1-1 0,-1 0 1,2-1-1,0 0 7,1 1 0,-1 0 0,-1 0 1,1 0-53,-2 2 0,1 0 0,-3-2 1,0 0 18,-1 0 1,-1 0 0,2-1 0,0 1-121,-2 2 1,0 0 0,-3 0 0,0-1 112,0-1 0,-2 0 1,31 1 70,-1-4 0,-3 4 94,-1 1 0,-7-1-100,-5-3 0,-3 2 346,-10-2 0,2 3-1470,-10 1 1089,-6 0 0,-6-4 0,-9-1 0,-3 1 0</inkml:trace>
  <inkml:trace contextRef="#ctx0" brushRef="#br0">4255 2667 8448,'-12'0'-256,"-1"0"0,5 0-379,0 0 1,4-2 1212,-5-2-62,7 3 161,-4-5-139,6 6 514,0 0-634,6 6 1,0-5-156,7 3 0,-1 2-35,1-2 0,0 4-207,4-4 1,-2 0 116,6-4 0,5 0-207,7 0 0,3 0 76,1 0 1,6-1-192,2-3 0,9-3 75,4-5 1,3-1-272,1 1 1,4-1 372,0 1 0,-4-1 70,-4 1 0,-7 4 21,-1 0 0,2 5-100,-7-1 1,0 2-27,-12 2 1,2 0 62,-2 0 1,6 0-196,-2 0 0,3 0 129,-7 0 0,3 0-90,1 0 0,1 0 390,-1 0 0,-4 4-235,0 1 1,-4 0 171,4-1 1,-5-1-145,1 5 1,-3-5 32,-1 1 0,1 2-50,3-2 0,2 1-39,7-1 0,-1-2 67,0 2 1,0-3-212,0-1 1,5 0 79,-1 0 0,-1 0 44,-7 0 0,2 0 83,-6 0 1,4 2-76,-4 2 1,0-3 73,-5 3 0,3-2-71,2-2 1,-2 4 7,6 0 1,-4 0 23,4-4 1,2 0-366,6 0 0,-2 1 91,2 4 1,-2-4 169,-2 3 1,0 3 488,0 1 0,-1-1-222,-3 1 0,-3 1 868,-5 3 0,1-1-515,3-3 1,-2 2 84,2-6 1,-2 4-109,2-3 1,-1 3-313,5-4 0,-6 4-123,2-4 1,-3 1-138,-1-5 1,1 0-82,3 0 0,-7 0 126,3 0 1,-4 0-1122,0 0 1,-2-5 549,-3 1 0,-2 0 590,3 4 0,-3 6 0,-2 1 0</inkml:trace>
  <inkml:trace contextRef="#ctx0" brushRef="#br0">9738 4787 7959,'0'9'61,"0"-1"-61,-5-5 528,3 8 1,-3-9 218,5 7 123,0-7-521,0 9 0,1-9 109,3 2 0,-1-1-12,5 1 1,1-3-103,3 3 1,0-1-170,1 1 1,-1-2 46,1 2 1,0-3-103,4-1 0,-2 1 77,6 4 1,-2-4-133,2 3 0,6-2 75,-2-2 0,8-2-65,0-2 0,-1-2-112,1-2 0,0-3 108,4 3 1,1-2-194,-1 2 0,-4-2 64,0 6 1,-1-4-80,1 4 0,1 0 41,-5 4 1,0 0-28,-4 0 0,0 0 85,0 0 1,-1 4 218,1 0 1,0 4 119,0-4 0,-5 6-137,1-2 1,0 2 640,4-2 0,4 3-316,0-3 0,4 2-352,-4-2 1,4 3 120,-4-2 0,4-2-273,-4 1 0,4-4 108,-4 4 0,4-4-272,-4 5 1,4-7 7,-4 3 1,0-4 115,-5-1 1,5 0-103,0 0 1,2-6 54,-2-2 1,2-3-124,7-1 0,3-5 56,0 1 0,1-1 73,-5 5 1,0-1 76,0 1 0,3 1 99,-3 3 1,-2 1 262,-10 3 0,-5 2-170,1-2 0,-6 3 28,2 1 0,-2 1-91,1 3 0,-2-1-27,3 5 1,-3-5 55,-2 1 1,2-1-751,2 1 0,-5-1-124,6 5 0,-6-5-484,5 1 1,-2 3-2851,-1 1 4069,-1-2 0,0 10 0,1-2 0</inkml:trace>
  <inkml:trace contextRef="#ctx0" brushRef="#br0">2196 5544 7965,'0'-7'0,"1"1"416,3 6 196,-2-5-166,3 4 198,-5-5-333,0 6 1,-4 1-15,0 4 0,-2 1 0,4 7 175,-3-1 0,-3 6 231,4 3-409,-6 8 1,9 4 25,-3 8 0,-2 9-152,2 8 1,-1 8-375,2-31 0,2 0 0,0 3 0,0 1 254,-1 0 0,0 1 1,-1 2-1,-1 1-88,0 1 0,0-1 1,1-2-1,-1-1-1,0 2 1,0-1 0,0-2 0,1-1-153,-1 0 1,0-1 0,-7 27-130,2-2 0,2-19-398,-1-6 253,5-8 0,-2-9-187,5-4-201,0-2 181,0-2-144,0 1 1,0-8 734,0-5 0,1-5 83,3-8 0,-2-10 0,3-3 0</inkml:trace>
  <inkml:trace contextRef="#ctx0" brushRef="#br0">2221 5705 7965,'11'-32'305,"-3"3"1,3 3-192,-3 1 0,3 6 64,2 3 0,0 3 1248,4 5-986,-3 2 1,12 6 0,-4 0 271,0 0 1,0 7-22,3 6-484,-6-1 1,-1 10-67,-6-5 1,-5 6-123,-2 2 1,-4 1-58,-1 7 1,-6 4-298,-2 5 0,-4 3 160,-5-3 0,-1 4-1018,-2 0 695,-4 2 1,5-4-210,-6-2 0,4-9 0,2-4-394,1-3 0,2-4-8,3-6 1109,1-5 0,1-9 0,2-6 0,4-6 0</inkml:trace>
  <inkml:trace contextRef="#ctx0" brushRef="#br0">2618 5792 7965,'12'-6'0,"4"1"494,1-3 1,0 2 506,-5 6 0,0 0 151,1 0-789,5 0 1,-5 7-141,4 5 0,-9 2-173,-4 7 1,-2 0 105,-2 3 0,0 1-237,0 0 0,-2 4 7,-2 0 0,-3 8-78,-5-4 1,0 0 227,-1-8 0,1-6-23,-1-2 0,5-5 810,0-4-567,5-2 0,-2-12-172,5-2 1,5-7 0,3-3-133,3-1 1,3-2 133,3-4 0,2 1-870,6-1 1,0 4 421,-1 0 0,1 1-1022,0-5 1,0 4 595,0 1 0,-2 4-1185,-2 0 1411,2 2 0,-8 2 522,6-1 0,0-5 0,4-1 0</inkml:trace>
  <inkml:trace contextRef="#ctx0" brushRef="#br0">3064 5842 7965,'-8'24'-150,"0"1"0,1 0 467,-2 0 0,3 0 688,1-1 1,4 5-215,-3 0 1,3-1 119,1-8-531,0-2 0,6-11-209,7-3 1,1-2-146,6-2 1,-3-6-134,3-2 0,1-9-431,4-3 1,-4-2-957,-1 1 1027,-5-2 1,3 3-44,-5-4 0,-2 4 194,-3 4 1,-2-2 0,-6 1 441,0 2 1,-2 5-127,-2 2 0,-3 0 269,-5-4 0,-6 5 57,-3 2 0,2 4 377,-2 1 1,2 0-174,-2 0 1,-1 4-156,6 0 1,-5 6-705,4-2 1,5-1 244,4 1 1,1 1-1046,-1 3 0,2 1 571,6-1 0,0-4-1130,0 0 1688,6 1 0,6 3 0,7 1 0</inkml:trace>
  <inkml:trace contextRef="#ctx0" brushRef="#br0">3300 5916 7965,'7'12'-562,"2"-3"539,-4-1 946,4 0-533,-2 5 37,5-1 0,-1-4 1,-1-1-205,-2-1 1,1-2-21,3-4-273,0 0 0,1-2 143,-1-2 0,1-3-259,-1-5 1,5 0 130,-1-1 0,1 1-126,-5-1 0,1 1-14,-1 0 1,-4-1 28,0 1 292,-5-1 0,1 6-156,-8 3 0,-3 3 254,-5 1 1,-2 0-1,-1 0 55,-2 0 62,-5 0 1,4 5-43,-2 4 1,2-2-465,5 1 1,1-4-519,0 4 1,1-4 0,1 3 571,2-1 0,4 2-595,-5-4 248,7 6 0,-4-7-180,6 5 1,4-4 637,0 4 0,11-5 0,-1 3 0</inkml:trace>
  <inkml:trace contextRef="#ctx0" brushRef="#br0">3684 5891 7965,'0'8'572,"0"1"0,2-5 0,1 4 612,1 2 0,5-5-31,0-1 0,7 2-537,5-2 1,4 0-832,4-4 1,4-5-454,8-4 0,-2-3-644,2-5 1,3-2-1574,2-6 2656,-9 1 0,4-7 0,-9-1 1</inkml:trace>
  <inkml:trace contextRef="#ctx0" brushRef="#br0">4069 5531 7965,'-18'6'741,"4"-3"-396,-2 5 1,2 0 916,2 5 1,3 0-565,1 4 1,1 6 160,-1 6 0,1 11-330,3 2 0,1 7 449,-5 9 0,1 1-935,3-24 1,0 1 0,-6 30-26,8-31 1,0 0-1,-2 0 1,0 0-690,2 3 1,-1-1 0,-6 29 195,1-8 1,1-4-514,-2-13 1,-3 2 398,-5-2 0,-5-7-460,2 4 0,-5-9-25,-4-1 1074,-3-1 0,-2 2 0,-3 0 0,-6-2 0,-4-1 0</inkml:trace>
  <inkml:trace contextRef="#ctx0" brushRef="#br0">1427 6821 7737,'8'0'441,"0"0"1,2 0 862,6 0 1,5 0-600,8 0 0,11-1 233,14-3 1,8 1-1017,-26-1 1,2 0 0,4 0 0,0-1 272,1-1 1,1 0 0,5 2 0,1 0-57,0 0 0,0 0 0,3 0 0,0-1 17,-2-1 1,1 0-1,0 0 1,-1 1-245,-1 1 1,0 0 0,0-2 0,0 2 274,2 2 0,0 0 1,2-2-1,2 0 95,2 1 1,0 1 0,0 0 0,0-1-92,-3 1 1,1 0-1,2 1 1,0 0-308,0 0 1,0-2 0,4 0 0,1 1 92,-1 0 0,0 0 0,0-3 0,-1 1-537,-1 2 0,0 0 1,-3-2-1,0-1 489,1 0 1,0 1 0,-4-1 0,-2 1-363,-1 0 1,-3-1 0,-5 0 0,-3-1-282,-4 2 0,-2 0 0,30-6-496,-6 2 0,-5-3 170,-7 3 0,-5 0 1040,-8-5 0,2 5 0,-6-4 0,0 5 0</inkml:trace>
  <inkml:trace contextRef="#ctx0" brushRef="#br0">5458 5928 7745,'9'0'4074,"-1"0"1,-4 0-4555,4 0 1,-4-4 215,5 0 1,-5 0 695,4 4 1,-4 4-115,5 0 1,-5 4-977,4-3 1,-5 4-480,1 0 1,-3 2-2388,-1 1 3524,0 0 0,0 6 0,0 2 0</inkml:trace>
  <inkml:trace contextRef="#ctx0" brushRef="#br0">5582 6263 7745,'-1'11'6997,"-3"-3"-7125,3 4 1,-5-6-234,6 7 0,0-5-13,0 0 0,0-4 76,0 5 1,0-5 297,0 4 0,-6 6 0,0 5 0</inkml:trace>
  <inkml:trace contextRef="#ctx0" brushRef="#br0">7505 5854 8006,'-11'-8'442,"3"-1"1,1 7 23,3-3 1,1 0 124,-5 1 1,4 0 823,-5 4-20,7 0-494,-4 0-542,6 0 0,2 0 0,3 0 29,8 0 0,4 0-97,8 0 1,6 0-385,2 0 0,2 0 49,3 0 92,-1 0 0,4 0-161,1 0 0,-1-4 227,-4-1-1207,0 1 1,-4 0-76,1 0 0,-12 0-2462,-2 4 1647,-5 0 1983,-8 5 0,-7 2 0,-7 6 0</inkml:trace>
  <inkml:trace contextRef="#ctx0" brushRef="#br0">7617 5866 8006,'-13'0'44,"5"0"1510,0 0-970,5 0 1,-6 6 58,4 2 0,1 3 0,4 3-98,0 2 0,0 8 582,0 5-639,0 5 0,0-1 72,0 9 0,0-2-415,0 5 1,0-4-376,0 5 308,-5-6 0,3 7-698,-2-6 1,-1-1 361,1-7 1,-1-3 0,5-6-1735,0-3 1178,0-4 1,2-10 239,2-3 1,-1-4-493,5-4 1,-4-3 487,4-5 1,-3-6 577,3-3 0,-5-7 0,2-4 0</inkml:trace>
  <inkml:trace contextRef="#ctx0" brushRef="#br0">7530 6226 8006,'0'-8'237,"0"-1"1,0 5 1057,0-4-98,0 5 0,1-8-190,4 3-544,1 2 1,4 0 0,1 3 14,3-1 1,8-5-411,3 5 1,1-5 6,7 0 0,0 2-245,4-1-195,1 5 1,-1-6-343,0 5 1,-4-5-106,0 5 1,-5 0-871,1 4 1,-9 0 1681,-3 0 0,-9 0 0,-2 0 0</inkml:trace>
  <inkml:trace contextRef="#ctx0" brushRef="#br0">8870 6114 8006,'-2'-8'256,"-2"0"0,3 4 1067,-3-5-406,2 7-45,2-4-546,0 6 1,0 2 47,0 2 1,0 4 136,0 8 0,0 4-346,0 5 0,-4-2-132,0-2 0,0 2-413,4-2 404,0 2 1,0-4-1032,0-2 1,0-3 61,0-2 1,1-4-2371,4 1 3315,1-7 0,7-2 0,-1-6 0</inkml:trace>
  <inkml:trace contextRef="#ctx0" brushRef="#br0">8857 5879 8006,'-6'-13'1028,"0"1"1,6 0-402,0-1 1,1 5 620,4 0 1,3 5-827,8-1 1,0 2-609,4 2 0,2 0-1393,7 0 0,-1 0 0,3 2 1579,0 2 0,3 3 0,-2 5 0</inkml:trace>
  <inkml:trace contextRef="#ctx0" brushRef="#br0">9552 5953 8006,'-18'6'2553,"3"-5"-1821,-6 3 1,2-1-268,-2 1 1,-2-1-115,2 5 1,-2-1 635,-2 1 0,7 3-424,6-2 0,1 2-489,7 1 1,1 0-454,7 1 1,4 3 316,9 1 0,6-1-315,6-3 0,6 3 275,-2 1 1,3-1-235,1-3 0,-6-1 97,-2 1 0,-4-2 64,-4-3 0,-5 3 0,-7-3 222,-5 3 1,-4 2-19,-4-1 1,-9 0-289,-7 1 141,-9-6 1,2 4-714,-1-3 0,-3 3 0,1 0 224,-2-3 0,-1 2 607,-4-6 0,-6 6 0,-1-3 0</inkml:trace>
  <inkml:trace contextRef="#ctx0" brushRef="#br0">11090 6189 8006,'0'-17'0,"0"1"0,-1-5 206,-3 4 1,1 1 20,-5 4 1,4-1 27,-5 1 1,0 1-29,-8 2 1,3 4 504,-2 5 1,-2 0 548,1 0 0,-3 5-638,3 4 0,-3 7-167,3 5 0,1 2-153,3 2 0,-2 5 55,3 4-227,-4-4 1,11 4 0,-3-5-105,3-1 0,4-3-171,1-5 1,1-3-80,4-9 0,3-5-891,8-11 834,4-1 1,5-18-1,-1 1-428,1-5 0,0 2 265,0-4 0,-2 2 311,-2-3 1,-2 8-175,-2 6 170,-4 4 1,5 4-67,-5 8 564,-6 3 1,-2 12-1,-5 6 817,0 10-858,0-1 1,0 8-62,0-5 1,0 0 17,0-4 0,0 0-486,0 0 1,0-6-624,0-3 0,2-7 404,2-5 1,3-3-251,5-1 0,5-11-1143,-1-5 1,5-8 163,-5-5 1636,6-2 0,-8-7 0,4 1 0</inkml:trace>
  <inkml:trace contextRef="#ctx0" brushRef="#br0">11562 5457 12345,'-4'-5'1802,"0"5"1,-2 6-1141,2 11 0,-3 8 151,-5 8 0,-1 10-323,1 6 0,-6 8-879,-3 9 0,11-29 0,1 2 308,-1 4 1,-1 0-1,2-2 1,-1 0-85,-1 0 0,1 0 1,1-2-1,2 0-755,2-2 1,1 0-1,-5 28 280,5-3 0,0-14-888,4-3 0,5-11 633,3-10 1,7-6-413,2-9 1,6-7 1306,2-10 0,0 0 0,5-10 0</inkml:trace>
  <inkml:trace contextRef="#ctx0" brushRef="#br0">11934 6152 8006,'0'-20'0,"-1"2"1092,-4 6 0,-1 4 687,-7-1 1,-1 7-935,-2-2 1,-5 9-298,-8 7 0,-2 12-187,-7 9 1,2 8 37,3 5 0,3 2-87,5 2 1,3-2-727,6-3 1,5-9 319,11-11 1,5-11-365,3-10 1,13-4-300,4-4 0,7-10 369,-3-11 1,5-1-22,-1-7 1,2-3 80,-2-1 1,1-2 161,-5 10 1,0 0-114,-4 5 1,-6 6 214,-2 5 1,-4 6-24,0 7 0,-5 11 423,0 6 1,-5 6-33,1 6 1,-2 4 119,-2 9 0,0-2-56,0 5 1,0-1-142,0 2 0,-3 3-61,-5 1 0,-2 1-97,-11 7 0,1-2-73,-5 2 0,-6-3 168,-2-5 1,-1-2 167,1-2 0,-2-5-161,6-8 0,-2-8-27,6-9 1,-3-7-377,8-5 0,2-8 164,1-5 0,-1-9-649,2-6 1,-1-4 393,5-9 0,-1 1-426,1-9 0,1-6 97,3-7 0,-2-3-1092,6-1 1,0 11 1743,4 6 0,4 6 0,0 6 0,-1 4 0,-2 3 0</inkml:trace>
  <inkml:trace contextRef="#ctx0" brushRef="#br0">13299 6189 7909,'-6'-20'0,"-1"3"114,-5 4 0,3 1 177,1-1 0,0 5 216,-4 0 0,-5 5-124,0-1 1,1 4 121,4 4 0,-5 3-110,0 5 1,-3 6 18,3 3 0,-1 4-65,2 4 1,2 4 2,-3 8 0,4-2-94,0 2 0,6-4-147,3-4 1,3-2 79,1-7 0,5-6 26,4-5 1,4-6-727,8-7 397,0-6 1,15-6-135,-3-9 0,1-8-274,-1-4 1,3-3 242,-3-1 1,2 0-94,-2 0 1,-4 4 207,-9-1 1,-3 7 111,-9-2 0,-2 4 198,-6 4 0,-11 4-145,-6 4 0,-11 5 198,-5 0-112,3 5 0,-6 3 51,3 8 1,3 7-139,1 2 0,4 5-34,4-1 1,1 2-850,7 2 1,0 0 421,8-1 0,1 0-163,4-4 0,6 0 1,2-5 621,3 1 0,7 1 0,1-5 0</inkml:trace>
  <inkml:trace contextRef="#ctx0" brushRef="#br0">13522 6077 7909,'12'-12'663,"-1"-1"0,-1 2 248,-2 3 0,0 3-374,5 5 0,-5 2-125,0 7 0,-5 4 53,1 12 0,-2 1-13,-2 3 0,0-1 6,0 5 1,-2 4-388,-2 4 1,-3-1 32,-5-7 0,-1 6-50,1-6 0,1 4 99,3-8 1,-2-1-396,6-7 165,0-4 113,4-10 0,5-8-69,4-11 0,3-8-89,5-9 0,2 2-336,6-6 0,0 0 235,-1-5 0,5 1-360,0 0 1,4 1 68,-4 3-257,0 3 1,-5 6-1,-2 2-570,-2 2 1,-4 4 1340,0 0 0,3 2 0,1 2 0</inkml:trace>
  <inkml:trace contextRef="#ctx0" brushRef="#br0">13968 6238 7909,'-12'25'0,"0"-1"310,-1-4 1,6 2 527,3-5 340,3-1-569,1-3 0,5-6-199,4-3 1,3-7-377,5-1 0,-2-7 44,5-1 0,2-2-456,7-7 1,-2 0 272,2-3 1,1-1-81,-1 0 0,0 0 7,-4 0 0,-5-1-66,1-3 0,-6 7 232,2-3 0,-9 5-104,-4-1 1,-4 3 415,-4 6 0,-4 5-128,-9 3 1,-4 5 173,-8 7 1,3 8-82,-3 12 1,-1 0-5,1 5 1,0 4 25,4 5 0,-2 0 103,2 0 1,-1-4-312,9 4 0,-2-4-441,6-1 0,0-1-2121,9-3 1884,-1-8 1,16-12-738,6-9 1,6-14 117,6-7 1218,-2-5 0,14-8 0,-2-2 0</inkml:trace>
  <inkml:trace contextRef="#ctx0" brushRef="#br0">14440 6065 7909,'12'0'865,"1"0"0,-1 0-124,0 0 0,0 5-108,-4 4 0,1 7-11,-4 5 1,0 4-17,-1 3 0,-2 4-190,2 5 0,-8 1-351,-5-1 0,-2 0 40,-1 0 1,-1-5-491,1-3 0,0-4 190,-1-5 807,1-2-516,5-11 0,1-7-153,6-8 0,3-9 0,5-3 0,2-8 67,11-1 1,4-4-210,4 4 1,5-1 148,-1 1 0,4 3-649,5-3 0,-4 3 328,4 1 1,-4 4-1210,-1 0 1,-1 9 1579,-3-5 0,-2 12 0,-7-6 0</inkml:trace>
  <inkml:trace contextRef="#ctx0" brushRef="#br0">15556 5717 7773,'-12'-19'1593,"0"3"0,6 3-1428,6 5 0,12-2 249,13 6 0,7 0 607,9 4 1,9 0-309,8 0 1,4 1-761,4 4 1,2-4 75,-33 1 1,0 0 0,32-1 80,-5-1 1,3 0-1009,-3 0 1,-4 0 636,-12 0 1,-5-4-1240,-8 0 0,-4 0 501,-8 4 1,-5 1 130,-8 4 1,-3-3 104,-10 7 1,-7-1 762,-9 4 0,-8 1 0,-2-1 0</inkml:trace>
  <inkml:trace contextRef="#ctx0" brushRef="#br0">16177 5705 7773,'-36'8'781,"3"1"1,0 3-293,8 5 0,3 5-153,9-2 1,5 13 502,0 5 1,4 11-331,-5 1 0,3 8 67,-3 0 0,-2-2-35,3 2 1,-3 3-451,-2 1 0,1-5 55,0-11 0,-1-5-1378,1-8 119,5 3-406,1-15 631,6 2 0,6-16 289,2-3 0,-1-8-1752,1-4 2469,1-9 0,-2-7 0,-2-8 1</inkml:trace>
  <inkml:trace contextRef="#ctx0" brushRef="#br0">16028 6201 7773,'0'-7'0,"1"2"1297,3 5 1,-1 0-567,5 0 1,2-4 172,6 0 1,4-1-750,5 5 1,10-4-615,7 0 1,6 0-1472,6 4 0,-3 0-651,3 0 2581,-3 0 0,-2 0 0,1 0 0</inkml:trace>
  <inkml:trace contextRef="#ctx0" brushRef="#br0">16958 6375 10826,'13'0'2210,"-1"0"-1670,0 0-636,1-6 0,-1 1 96,1-3 0,-1-4 0,0 6 0</inkml:trace>
  <inkml:trace contextRef="#ctx0" brushRef="#br0">18881 5779 7716,'-12'0'641,"3"0"-320,1 0 365,5 0 0,-2 2 34,5 2 0,1 2 220,3 2 0,9 3-207,7-3 0,5 3-321,4 2 0,3-5-394,5 0 1,4-5 70,1 1 1,5-3-348,-2-1 1,-2-1 227,-2-3 1,-2-2-1355,-2-2 0,-1-2 167,-3 6 1217,-8-5 0,-2 7 0,-4-3 0</inkml:trace>
  <inkml:trace contextRef="#ctx0" brushRef="#br0">19154 5904 7817,'-17'26'798,"1"3"1,-1 2-226,5 7 1,-1 4-202,1 4 0,0 7 265,-1 5 0,-1 4-53,-2 5 1,1-4-260,-6 3 0,6-4-101,-2-4 1,4-4-622,0-9 1,2-8-384,3-8 698,2-14 1,12-4-1528,2-11 1,-1-2 1608,1-7 0,6-4 0,5-12 0</inkml:trace>
  <inkml:trace contextRef="#ctx0" brushRef="#br0">19067 6313 7939,'-7'0'2928,"2"-6"1,6 5-2491,3-3 0,9 2 123,7 2 0,4-1-417,0-3 0,7 3-468,2-4 1,7 4-329,1 1 1,5 0 501,-5 0 0,2 0-2757,-2 0 2753,-2 0 0,3-6 1,-4 0-1</inkml:trace>
  <inkml:trace contextRef="#ctx0" brushRef="#br0">20853 5928 7939,'0'-8'335,"0"0"0,-5 1 543,-3-1 0,-3 1-7,-2 3 1,-5 2-348,-2-2 1,-5 4-90,-4 4 0,-3 3-167,-5 6 0,0 0-250,0 4 0,-1 2 87,1 6 0,5 0-11,3 0 1,3 3 57,1 1 0,6 4-39,3-4 1,7 0-63,5-4 0,4-1 8,4-4 0,9-2 33,7-5 0,8-2 18,1-3 0,7 2-518,1-6 1,0 0 237,5-4 1,-4 0-563,-1 0 0,-5 0-1393,-3 0 0,-8 4 309,-5 0 1816,-8 6 0,-2-3 0,-6 5 0</inkml:trace>
  <inkml:trace contextRef="#ctx0" brushRef="#br0">20246 6536 7939,'-20'6'0,"4"2"0,6-3 1561,2-1 0,6 2-712,2-2 0,7 0 426,10-4 1,8 0-604,8 0 0,7 0-181,1 0 0,6-1-532,-2-3 1,8-2-689,1-2 0,1-2-545,-2 6 0,-2 0 685,3 4 368,-3 0 0,-7 0 0,-1 0 0</inkml:trace>
  <inkml:trace contextRef="#ctx0" brushRef="#br0">21573 5916 7939,'-7'0'2209,"3"0"-854,8 0 1,4 1-632,9 3 0,8-1-141,8 5 1,8-5-187,5 1 1,3-2-74,5-2 0,4-10-1455,8-2 1,-4-5 868,0 1 1,-11-2-1387,-10-3 1,-7 0 147,-6 9 69,-12-3 1,-12 13 1430,-17-2 0,-10 8 0,-9 3 0</inkml:trace>
  <inkml:trace contextRef="#ctx0" brushRef="#br0">21970 5891 7939,'-25'25'0,"2"0"284,2 0 1,7 5-67,6 3 1,1 4 1042,-1 4 1,-2 8-544,6 4 1,-4 7-93,4-2 1,-1-3-104,5-2 0,-4-2-284,0-1 0,0-4-139,4-1 1,-4-11-328,0 0 0,0-8-1297,4-6 1141,0-2-3506,5-11 2089,-3-1 1900,3-12 1,-5-6 0,0-8 0</inkml:trace>
  <inkml:trace contextRef="#ctx0" brushRef="#br0">21784 6449 14270,'18'6'1058,"-2"-5"-587,9 3 1,3-2-654,9-2 1,7-2-624,6-2 0,5-10 69,7-10 1,-30 9 0,1-1 612,-2-2 0,0-1 0,22-18 123,-11 0 0,-15-6 0,-3-1 0</inkml:trace>
  <inkml:trace contextRef="#ctx0" brushRef="#br0">21635 5631 7939,'-15'-9'905,"2"1"1,5 4 176,0-4 358,2-1-1015,6-3 0,11 1 0,6 1 574,5 2 0,10 4-193,5-4-467,6 5 1,8-7 0,1 6-962,2 1 1,5 2 164,-1 1-256,3 0 1,-5 0-1,-2 0-593,-3 0 1,-7 1 1305,-3 4 0,-8-4 0,-2 4 0</inkml:trace>
  <inkml:trace contextRef="#ctx0" brushRef="#br0">22466 6524 7939,'11'1'-22,"-3"3"0,3-2 1244,-2 2 1,2-3-267,1-1 0,2 4-396,2 0 0,8 0 13,5-4 1,7 5-179,1-1 0,2 0-832,6-4 0,-5 0 314,1 0 1,-3 0-1545,-5 0 1,-4-4 497,-9 0 1169,-7-1 0,-8 0 0,-5-2 0</inkml:trace>
  <inkml:trace contextRef="#ctx0" brushRef="#br0">22702 6586 7939,'-13'24'360,"1"1"1,1 0 1588,3 0-1400,-3 0 0,8 5 1,-4 3 171,2 3 1,-4 0-19,5-3-693,0 3 1,3-6 0,-2 2-25,-1-8 0,0 1-1906,4-4 878,0-3 1,5-2 1041,3-7 0,9-4 0,2-5 0</inkml:trace>
  <inkml:trace contextRef="#ctx0" brushRef="#br0">22665 6958 7939,'0'7'3465,"11"-2"-2003,5-5 1,8 0-690,5 0 0,6-5-1154,7-4 0,3 2 264,-3-1 1,-1 1-717,-4-1 0,-7 3 392,-5 5 441,-5 0 0,-19 5 0,-2 2 0</inkml:trace>
  <inkml:trace contextRef="#ctx0" brushRef="#br0">22615 7255 7939,'-12'9'349,"-1"-1"-49,6-5 1,9 6 1535,10-5 1,7 1-879,10-5 1,9-2-706,7-2 1,9-3-6,4-5 0,8-1-1352,-31 7 0,0 0 0,33-2 136,-2-1 621,-3 7 0,-1-4 1,0 6-1</inkml:trace>
  <inkml:trace contextRef="#ctx0" brushRef="#br0">29438 1178 7939,'-7'-19'0,"-8"1"-182,2 6 0,-2-1 229,3 1 0,-5 5-79,1 3 1,-2 1 200,1-1 1,-1 3 328,-2-4 1,-2 4 84,5 1 1,-5 0-196,1 0 0,4 0 64,0 0 1,3-1-66,2-4 0,-1 3 354,1-7-471,5 7 1,3-4 227,8 6 1,6 0 3,10 0 1,4 0 60,13 0 1,0 0-227,13 0 1,-3 0-7,7 0 1,1 0-623,-2 0 0,7 0 334,-2 0 1,-3-1-243,-2-3 1,-3-2 215,-4-2 1,0-3-1462,-4 3 1,-10 1-1311,-8-2-727,-7 7 3481,-5-9 0,-19 16 0</inkml:trace>
  <inkml:trace contextRef="#ctx0" brushRef="#br0">29463 1042 7939,'-18'0'254,"0"4"-212,-3 0 1,3 4 964,6-4 0,1 6-395,3-2 1,-2 5 58,6 3 1,0 5-128,4 8 0,0 3 62,0 5 1,0 7-138,0 6 1,-4 1-133,-1 6 0,-4 1-528,1 4 1,-4 2 357,0 2 1,-2-3-403,-2 3 1,2-4 254,-3-4 1,1 0-645,3-8 1,0-5 211,9-12 1,-1-4 16,5-8 0,2 0-536,2-9 1,3 2 336,5-10 0,2 0-413,3-4 1,-2-1 465,5-3 1,-3-5-218,4-7 758,-6-4 0,3-10 0,-6-2 0</inkml:trace>
  <inkml:trace contextRef="#ctx0" brushRef="#br0">29264 1823 7939,'2'-8'1674,"2"0"1,8 5-494,9-1 1,5-3-421,7-1 0,2 1-322,10-2 0,5 3-308,3-3 0,5-2-162,-4 3 1,-4-2-675,-5 2 1,-6 3 536,-2 5 0,-7 0-1574,-9 0 0,-9 1 67,-7 3 1675,-15 3 0,-9 5 0,-13 1 0</inkml:trace>
  <inkml:trace contextRef="#ctx0" brushRef="#br0">29289 2133 7939,'-23'18'804,"2"-5"137,3-1 1,13-11 651,5 3 0,11-2-770,9-2 1,13-6-141,5-2 1,7-3-272,1-1 0,6-1-488,2 1 1,6-1 253,2 1 1,0 1-1653,5 3 0,-1 2 679,-4 6 597,2 0 1,-13 6 0,5 1 0</inkml:trace>
  <inkml:trace contextRef="#ctx0" brushRef="#br0">28954 6189 7791,'-12'-6'524,"-3"4"83,2-7 1,4 5-3,9-4 0,12 5-185,9-1 0,9 3 164,11 1 0,5 0-208,8 0 0,-2 1-456,6 3 1,0-1 173,4 5 1,-2-4-673,-2 5 1,-1-7 399,-3 2 0,-9-2-1185,0-2 0,-10 0-620,-6 0 1983,-8-6 0,-9-1 0,-7-5 0</inkml:trace>
  <inkml:trace contextRef="#ctx0" brushRef="#br0">29450 6238 7791,'-12'24'0,"-5"-8"358,1 9 0,-1 1-18,5 3 1,0 10 328,-1-2 0,1 9-238,-1-1 0,-3 9-49,-1 4 0,-5 0-11,1 4 0,2-9-168,-1 5 1,3-5-162,-4-4 0,6-1-222,-1-2 1,3-3-602,5-6 0,-3 0 437,3 0 1,2 0-391,2 1 0,3-5 202,1 0 1,0-7 531,0-1 0,-5-5 0,1-6 0,2-1 0,0-4 0</inkml:trace>
  <inkml:trace contextRef="#ctx0" brushRef="#br0">29215 6933 7718,'7'5'1464,"4"-3"-1067,-3 2 1,7-3 808,2-1 0,9-1-534,-1-3 0,12-3-533,0-5 1,8-1 22,1 1 1,2-1-493,2 1 0,-1-1-442,1 1 1,-6 0-2037,-2-1 2717,-9 6 1,-3-4-1,-5 4 1</inkml:trace>
  <inkml:trace contextRef="#ctx0" brushRef="#br0">28880 3572 7778,'0'-7'1247,"0"1"0,11 6-753,5 0 1,8 0-78,5 0 1,8 0 59,8 0 0,5 0-130,4 0 1,-7-1-336,2-3 0,-3 1 90,-1-5 0,-2 4-805,-6-4 1,-7 3 484,-5-3 0,-5 5-2620,-8-1 1845,-5 3 0,-3 1 406,-8 0 1,-9 1 586,-7 3 0,-4 3 0,0 6 0</inkml:trace>
  <inkml:trace contextRef="#ctx0" brushRef="#br0">29202 3621 7778,'-12'18'-9,"1"-2"41,3 4 1,-2 1 421,6 4 1,0 6-74,4 7 0,-5 0 335,1 8 0,-4-1-242,4 5 0,-6-1-134,2 1 0,1-2-136,-1-2 1,1-5-316,-1-8 1,2-3-136,6-5-20,0-5 1,0-7-1518,0-4 1356,6-7 0,1 4-1138,5-6 639,0-6 926,1-1 0,-1-10 0,1-3 0</inkml:trace>
  <inkml:trace contextRef="#ctx0" brushRef="#br0">29115 4093 7778,'-8'7'0,"0"-3"1081,5-3 1,-1-1-460,8 0 1,9 0 299,7 0 0,4 0-636,0 0 0,7-1-479,2-3 0,4-3-841,4-6 0,2 1 674,3 0 1,-4-1-1136,-4 1 1,-7-2 1494,-2-3 0,-3 4 0,-1-5 0</inkml:trace>
  <inkml:trace contextRef="#ctx0" brushRef="#br0">28892 3349 7778,'-12'0'2569,"-1"0"-2357,6-6 0,13-1 663,10-5 1,16 4-357,5-1 1,14 1-31,3-4 0,5-1-596,3 1 1,6 4 44,-33 3 0,0 1 0,2 0 1,-1 0 92,2-2 0,-1 0 0,30-3-1188,-5 1 0,-7 5 828,-9-1 0,-3 3-1609,-6 1 1,-11 0 1937,-5 0 0,-7 0 0,-6 0 0,-3 0 0</inkml:trace>
  <inkml:trace contextRef="#ctx0" brushRef="#br0">29599 4118 8714,'-5'12'535,"3"0"1,4-5 934,10-3 0,6-2-666,7-2 0,5-4-795,3 0 1,9-6 60,3 2 0,2-3-1369,-2-2 1,-3 2 100,-9 3 1,-3-2 1197,-5 6 0,0-6 0,0 4 0</inkml:trace>
  <inkml:trace contextRef="#ctx0" brushRef="#br0">29835 4192 7725,'-12'19'0,"-1"3"803,1-5 1,1 5-311,2-1 1,-2 1 462,3-2 1,1 8-443,-1-3 0,5-2-379,-1-2 0,3-1-273,1 5 0,0-1-403,0-4 1,0 2-29,0-5 1,0 1-638,0-2 0,0-2 1206,0 3 0,-6-9 0,-1-3 0</inkml:trace>
  <inkml:trace contextRef="#ctx0" brushRef="#br0">29798 4452 7725,'12'0'1575,"1"-1"-1248,-1-3 0,7-2 1123,6-2 1,5-3-679,8 3 0,-1-3-805,0-2 0,0 1-247,0 0 1,-1 1-217,-3 2 1,-8 4-424,-8 5 1,-9 1 918,-4 3 0,-3 9 0,-1 6 0</inkml:trace>
  <inkml:trace contextRef="#ctx0" brushRef="#br0">29773 4688 7725,'-17'8'940,"1"1"190,-1-7 0,12 4-160,5-6 1,12-6-458,13-2 0,5-3-606,8-1 0,3-5 123,0 1 0,2-2-1389,-2 1 0,-1 3 424,6-2 764,-12-3 1,8 5-1,-11-4 1</inkml:trace>
  <inkml:trace contextRef="#ctx0" brushRef="#br0">29426 2468 7852,'0'-16'0,"0"-1"-118,0 0 225,-6 11 1,5 3 393,-3 11 1,2 10-635,2 11 0,0 10 41,0-2 1,0 8-313,0 1 1,0 3-42,0 5 1,6 3 444,2 5 0,3 0 0,1 0 0</inkml:trace>
  <inkml:trace contextRef="#ctx0" brushRef="#br0">29574 4849 7682,'-16'13'1103,"-1"-1"1,2 1-472,7-1 1,2 4 421,6 1 1,0 5-483,0-1 1,0 8-150,0 4 1,6-2-530,2 2 0,3 1-601,2 3 0,-1 0 329,0 0 0,-5 0-315,-3 1 0,2-1-2234,-2 0 2927,0 6 0,-9 1 0,-2 5 0</inkml:trace>
  <inkml:trace contextRef="#ctx0" brushRef="#br0">3176 8173 7693,'0'-19'114,"0"-5"45,0 5 0,0-2 30,0 1 1,1-1 440,3-4 0,-2 5 0,2 0 465,-3 2-27,-1-4-290,0 9-103,0 0-397,0 8 0,4 7-42,0 7 1,6 5-1,-3 13 21,0 6 0,4 3-237,-3 14 1,-1 3-67,1 13 0,-1 3 0,-2-32 1,0 1-25,-1-1 0,0 0 0,-2 4 0,0 1-220,3-1 1,-1 1-682,-3-1 1,0 0 892,5 0 0,-1-2 1,-2 30-160,5-3 0,1-7 0,3-13 412,0-10 1,1-14-59,-1-10 0,1-5 409,-1-7 0,-4 0 142,1 0 0,-1-7-203,4-5 1,5-7 0,-1-9-137,0-1 0,3-10-35,2 2-255,-4-8 0,7-1-199,-3-7 283,-4 2 1,6-3-322,-7 8 0,2-2-728,-1 3 0,-8 2 421,4 2 1,-9 7-496,0 6 0,-3 1 513,-1 3 0,-1 6 0,-3 5-834,-5 8 160,-7 3 0,-2 2 512,-3 0 1,-2 10 648,2 2 0,-2 9 0,-2-2 0</inkml:trace>
  <inkml:trace contextRef="#ctx0" brushRef="#br0">3312 8607 7693,'-5'13'953,"2"-2"-28,-5-3 10,5-3 1,-1-5 487,8 0 1,3 0-210,5 0-788,6 0 164,1 0 1,6-1-167,0-3 0,4-2-663,0-2 1,5-3 0,-2 3-350,0-3 0,8-2-330,-3 1 1,3 4-2328,-3-1 2416,-5 1 764,4 1 0,1-9 1,7 2-1</inkml:trace>
  <inkml:trace contextRef="#ctx0" brushRef="#br0">5297 8198 7693,'19'-23'399,"-2"2"0,-2 3-186,2 6 0,-2 5 25,5 3 0,-4 8 387,0 4 0,-2 10 1,-3 5 773,-3 5-1015,-2 12 1,-6-6 165,0 12-167,0-1 0,-10 5-115,-2-1 1,-9 7-1,0 0-171,-2 1 1,-3 2-452,-3-5 1,1 3 441,-5-3 1,6-3-68,-2-10 1,2-5 62,3-11 0,-1-7-530,0-6 1,4-1-190,1-6 1,3-1-1,-2-6 226,1-2 0,1-3-310,5-5 437,0-6 0,5 1 321,3-7-38,2 2 0,-2-14-11,0 3 1,0-3 0,4-1-198,0-1 0,0 7 468,0 2 1,5 4-157,4 4 0,3 5 550,4 8 1,4 2-141,5 6 1,-1 6 18,1 2 1,1 8-146,3 5 0,-1 2-113,5 2 1,-5 0-266,1 0 1,1 0 60,-1-1-665,0 1 1,-4 0 0,-2 0 0,-2-2-1309,-5-2 0,2 1 238,-1-5 1122,-1 5 541,-9-3 0,4 0 0,-4-1 0</inkml:trace>
  <inkml:trace contextRef="#ctx0" brushRef="#br0">5818 8942 7693,'0'8'1776,"0"1"0,0-1-1306,0 4 0,0 1-62,0-1 0,0 5-94,0-1 1,0 6-665,0-1 0,0 6 272,0 2 1,-1 2-2050,-3-2 1509,2 2 1,-7 1 617,4-3 0,-4-3 0,2-1 0</inkml:trace>
  <inkml:trace contextRef="#ctx0" brushRef="#br0">6339 9835 7693,'-18'15'1191,"-2"-2"0,-3 0-536,3-8 0,2-1 511,5-4-766,7-6 0,-1-6 568,3-9 1,2-8-106,-2-4-655,3-3 0,2-8 1,3-7 215,4-9-438,3-2 1,-4 25 0,-1-1-110,0 1 0,0 0 0,1-3 0,-1-2 127,0-3 0,0-1 0,0 2 0,1-1 0,-1-2 1,0-1-20,0-1 1,0 1 0,1 2 0,-1 0-119,0 0 0,0 1 0,1 2 0,0 1-146,1 2 1,0 1 0,8-27-63,4 16 1,-3 8 366,4 8 1,-2 10 28,1 7 1,0 5 188,-4 3-161,-2 4-173,4 5 0,-6 0 286,1 0 0,-6 10 0,-3 3-192,-3 5 1,-1 3-178,0 4 1,0 5-37,0 3 1,-4-1-177,0 1 0,0-5 99,4 0 1,0-1 268,0-3 0,1 1-131,3 0 0,3 0 120,6 0 1,0-5-4,4 1 0,-2 0-62,6 3 1,-5 0 374,5-3 0,-6-2-128,2-3 1,-3-2 109,-2 3 1,-1-4-82,-3 0 0,-2-1-325,-6 1 1,-6-1-226,-2 1 0,-7-1-365,-2 0 1,-5-1-350,2-2 1,-4 0 459,-1-5 1,2 2-64,2-2 1,-4-3 37,1 4 646,-1-4 0,-11-12 0,4-3 0</inkml:trace>
  <inkml:trace contextRef="#ctx0" brushRef="#br0">7902 8582 7693,'6'-24'1916,"-5"3"-1509,3 0 1,-2 5 30,-2-5-291,0 0 0,0 6 465,0 3 1,-6 6-305,-2-2 1,-9 7 0,-3 1-38,-4 7 0,-1 15 102,1 7 0,-1 6-94,0 7 0,2 7-326,2 9 1,3 7 242,6 1 0,5 2-265,2-2 1,4-4-231,1 0 0,1-8 253,4-13 0,7-7 0,9-14-302,2-8 0,-2-5 172,-1-7 0,1-7-414,4-5 0,0-1-2344,0-3 2016,-1-4 0,-6 3 918,-5-4 0,2 2 0,-7 2 0,0-2 0</inkml:trace>
  <inkml:trace contextRef="#ctx0" brushRef="#br0">7691 8942 7693,'-7'-8'960,"3"0"0,3 3-175,1-3 1,5 5 532,4-1 1,7-1-438,5 1 0,4-5-433,4 5 0,4-5-887,8 0 0,-1 2 333,6-1 1,-6 1-589,1-1 0,2-2-265,-2 6 1,2 0-2350,-2 4 3308,-8 0 0,8 6 0,-9 0 0</inkml:trace>
  <inkml:trace contextRef="#ctx0" brushRef="#br0">8510 8409 7693,'0'8'0,"0"0"383,6-5 1,6 8-1,10-3 2954,6 3-2496,3 2 0,16-5-410,3 0 0,8-5-2017,0 1 1666,-3-8 1,0-3-159,-6-5 1,1-5-364,0 1 1,-8-5-1,-4 5-502,-8 0 0,-9 4-2330,-5 4 2422,-8-3 0,-9 9 851,-11-2 0,-12 8 0,-7 3 0</inkml:trace>
  <inkml:trace contextRef="#ctx0" brushRef="#br0">8907 8483 7693,'-12'25'0,"-1"0"0,2 1 274,3 3 1,2 0 403,6 8 0,-4-1 563,0 9 1,-4 5-208,4 4 0,-2-1-1503,2-3 580,3 0 0,-10-5-205,2 1 1,4-12-102,1-1-479,2-5 1,2-13-944,0-3 645,0-8 0,2-4-561,2-8 1,1-8 1532,4-5 0,2-2 0,-4-2 0</inkml:trace>
  <inkml:trace contextRef="#ctx0" brushRef="#br0">8833 8954 9427,'12'0'2775,"-4"0"-2074,1 0 0,3 0 215,5 0 1,5 0-421,-2 0 0,9 0-780,4 0 0,9-5 211,3-3 0,-1-5-1476,2-3 1,-2 1 903,1-6 1,-2-4-1355,-6-4 1836,-5 0 1,-7-1 0,-7-2 0</inkml:trace>
  <inkml:trace contextRef="#ctx0" brushRef="#br0">8647 8074 7693,'-7'-12'2593,"4"-1"-1342,11 1 1,7-1-510,14 1 0,4 4-172,9-1 0,3 1-44,9-4-791,-3-1 1,8 6 228,-5 3 1,5 3 0,-4 1-730,-2 0 0,1 0-1210,-9 0 0,2 7 461,-2 5 1514,-2 1 0,-6 10 0,1-4 0</inkml:trace>
  <inkml:trace contextRef="#ctx0" brushRef="#br0">9440 8706 7693,'2'7'2445,"2"-3"0,3-2-1215,5-2 0,10 0 613,3 0-1413,8-6 1,3-1-1,7-5 23,1 0-806,1-6 0,5 4-622,0-3 1,-6 1-202,-3 3 0,-8 0-3766,-4 9 4942,-8-1 0,-9 5 0,-6 0 0</inkml:trace>
  <inkml:trace contextRef="#ctx0" brushRef="#br0">9713 8756 7693,'-12'21'1000,"0"-1"0,-1-3 183,1 4 0,5-1-537,3 5 1,2 1 1933,2 3-1945,0-3 0,0 9 0,0-6 5,0-2 1,0 1-609,0 1 0,0-3-553,0 3 1,0-3-1320,0-1 1,0 0 1179,0 0 1,-4-6-3166,0-3 3825,0-2 0,-2-7 0,0-1 0</inkml:trace>
  <inkml:trace contextRef="#ctx0" brushRef="#br0">9639 9128 7693,'7'0'3164,"0"-1"-2310,-3-3 1,3 1 739,5-5 0,2 3-807,3-3 1,2 0-693,6-4 1,1-1-363,3 1 1,-3 1-366,3 2 1,-3 0-2769,-1 5 3400,-6 0 0,5 9 0,-5 2 0</inkml:trace>
  <inkml:trace contextRef="#ctx0" brushRef="#br0">9713 9289 7693,'-12'20'1398,"0"-4"1,1-2-947,2-2 0,4-3-120,5-1 1,1-5 938,3 1 0,5-4-579,7-4 1,5 1-109,8-5 1,-2-1-228,6-3 0,0 0-1343,5-1 1,-4 1 322,3-1 663,-8 6 0,13-9 0,-11 2 0</inkml:trace>
  <inkml:trace contextRef="#ctx0" brushRef="#br0">10681 9426 7669,'-4'8'4772,"0"0"1,-6-4-5011,2 5 1,-3-5 163,-2 4 1,1 5 105,0 3 1,-5 2 160,1-1 1,-11 7-2092,3 9 0,-10 10 433,1 7 1148,-8 5 1,17-22 0,-2 1 0,-2 1 0,0-1 0</inkml:trace>
  <inkml:trace contextRef="#ctx0" brushRef="#br0">5930 10579 7640,'8'-23'-19,"0"2"1,-1-2 45,1 2 0,3 3 697,-2 2 0,2 3-223,1 5 1,1 2-104,-1 6 0,5 6-118,-1 2 1,1 10 145,-5 7 1,-5 7-68,-3 9 1,-3-1 27,-1 5 1,0 1-255,0 3 0,-5 1-128,-3 0 0,-8-1-111,0 1 0,-6 1 154,1 3 0,-2-9-130,-2 1 1,-4-6 49,0-3 0,-1-6-40,1-2 1,3-8 53,-3-4 1,-2-5-222,2-4 1,0-2-326,5-6 0,0-6 248,4-2 0,3-9-137,9-3 1,-2-9 257,6-4 1,-2-4-93,2-5 0,3-1 79,-3-2 0,2 2 271,2 6 1,5 5 24,-1 3 1,5 9-5,0 3 1,6 9 668,1 4 1,6 4-379,-1 4 0,-2 4 318,2 9 0,0 2-254,3 6 0,1 1-20,0 3 1,-1-3-158,-4 3 0,5-1-553,0 1 1,-4-3 79,3 3 0,-6-3-72,3-1 1,-5 0-796,5-1 0,-6-4 497,2-4 0,-3-3-538,-2-5 0,0-3 126,1-5 993,-1 0 0,6-11 0,1-2 0</inkml:trace>
  <inkml:trace contextRef="#ctx0" brushRef="#br0">6364 11113 7640,'12'12'1093,"1"0"0,-1-3 149,1-1 0,-1-4-662,0 4 0,6-5-359,3 1-178,2-8 0,6 0-135,0-9 1,4 2-342,-4-9 0,2 3-1289,-2-3 1,-5 3 394,1-4 1327,0 6 0,-11-8 0,4 3 0</inkml:trace>
  <inkml:trace contextRef="#ctx0" brushRef="#br0">6600 10753 7168,'0'12'-1061,"-4"5"2233,-1-1 1,0 2-493,1-1 1,2-1 388,-2 9 0,-1 1-143,1 7-640,-1 3 1,5 0 75,0 5 0,0 2-598,0-2 1,0 2-207,0 3 1,0 0-343,0-4 0,0 3 144,0-3 1,0-1-685,0-4 1,0-7 1323,0-5 0,-5 0 0,-2-6 0</inkml:trace>
  <inkml:trace contextRef="#ctx0" brushRef="#br0">7257 12204 7634,'-36'8'-771,"3"0"1,4-5 2296,9 1 0,2-11-675,5-9 0,5-6-138,0-15 0,5 1-304,-1-10 1,2-5-357,2-7 0,5-6-1665,-1-2 1516,0 30 1,1 0 0,-2 0-1,0-1 92,1-2 1,0-1-1,2-4 1,-1-1-76,-1-1 0,0 1 0,2-1 1,1 1-1,0-1 0,1 1 51,0 0 0,1 2 1,1 2-1,0 2-16,-2 1 0,1 1 1,1 3-1,2 1 149,9-25 0,-2 10-108,1 11 0,1 5 244,4 7 1,-2 2-45,-2 2 1,-3 4 144,-6 9 1,-3 3 729,-1 5 1,-5 5-862,1 3 1,-4 5 176,-4 3 1,-3 4-193,-6 4 1,-3 5-229,-1 0 1,1 0 53,3-4 1,1-2-47,0-2 0,5 1 7,3-5 1,2-1-29,2-3 1,2-1-58,2 0 0,7 0-87,5-4 0,6 1 197,-1-4 1,7 4-14,0-1 1,3-1 113,-2 2 0,-3-5-78,3 4 1,-3-4 136,-1 4 1,-2 1-56,-2 3 0,-9 1 35,-7-1 1,-7 4-255,-6 1 0,-6 5-271,-11-1 1,-6-2-806,-7 2 1,-2-1 570,-9 5 0,-2 0-748,-7 0 0,-7 1 432,3 3 927,24-16 0,0 0 0,4 4 0,-1 0 0,-4 0 0,-2-2 0,0 2 0,-2-1 0,0 2 0</inkml:trace>
  <inkml:trace contextRef="#ctx0" brushRef="#br0">8671 10939 7653,'7'-18'145,"-3"-3"1,2-1 313,-2 2 1,4-4-17,-4 3 1,5 4-119,-5 0 1,0 3 220,-4 2 0,0 4-183,0-1 0,-6 7 13,-2-3 1,-8 10-127,-5 3 0,-2 8-13,-2 5 0,-4 4-133,0 4 1,-6 4-150,2 8 1,-1 3-178,1 6 1,2-1 376,7 1 0,3-3-453,0 3 0,12-9 121,0 4 0,8-6-157,5-6 1,4-3 129,9-5 1,-2-10-1,6-2 1,-1-9 54,5 0 1,0-3 47,0-1 0,-4-5-330,-1-3 1,-5-3 11,2-2 0,-2 1-151,2-1 0,-8 2 213,4 3 0,-9-3-276,0 3 1,-3-3 632,-1-2 0,-5 1 0,-2 0 0</inkml:trace>
  <inkml:trace contextRef="#ctx0" brushRef="#br0">8460 11249 7653,'-8'0'-1783,"0"0"4029,5 0-1580,-2-6 0,6 4 399,3-7 1,4 5-427,9-4 0,2 4-212,6-4 1,4-1-547,0-3 0,5 0 155,0-1 1,1 5-1247,3 0 0,-5 1 786,0-2 1,0 4 423,4 5 0,0-6 0,0 0 0</inkml:trace>
  <inkml:trace contextRef="#ctx0" brushRef="#br0">9391 10691 7653,'-13'0'1050,"1"0"-310,0 0-157,-1 0 164,6 0 1,2 1-111,5 3 1,11-2 40,5 2 0,12 3-165,5 1 1,4-2-157,5-2 1,0-2-156,4 3 1,2-4 1,-2 3 0,3-4-359,5-4 1,-9-3 166,1-5 1,-7 3-952,-6 1 0,-4 1-1237,-9-1-1169,-2 2 2166,-11 1 0,-7 4 430,-8-4 749,-3 4 0,-7 7 0,-1 0 0</inkml:trace>
  <inkml:trace contextRef="#ctx0" brushRef="#br0">9664 10703 7653,'-13'6'354,"1"-5"0,0 10-12,-1-3 0,2 3 158,3 2 0,1 5-154,3 2 0,2 5 373,-2 4 1,4 8-186,4 9 1,-1 2 1,5 2 0,-5 5-548,1 3 1,-2 2 170,-2 2 1,0-5-538,0-3 1,0-3 308,0-2 0,-4-2-558,-1-6 1,1-5 326,4-11 0,0-6-792,0-2 355,0-3 1,2-8-332,2-1 0,-3-10 1068,3-3 0,3-8 0,0-4 0</inkml:trace>
  <inkml:trace contextRef="#ctx0" brushRef="#br0">9614 11299 7653,'7'-2'474,"-3"-2"1,3 1-217,1-5 0,3 5 932,2-1 1,3-1-540,1 0 1,9-3-290,-1 4 0,8-6-331,0 2 0,4-3 54,5-1 1,-2-2-1311,5-3 0,-5 5 721,1 0 0,-3-1 504,-5 5 0,-3-3 0,-5-1 0</inkml:trace>
  <inkml:trace contextRef="#ctx0" brushRef="#br0">10731 10765 7653,'0'-12'333,"0"-1"1,0-3 89,0-1 0,-4 1 522,-1 3-566,-4 7 1,2 0-176,-6 6 0,1 0 88,0 0 1,-5 10-56,1 2 1,-1 10 98,5 3 1,-1 5-101,1 7 0,1 2 58,2 2 1,-2 1-61,3 7 0,1-2-421,-1 7 1,5-2-247,-1 2 1,-1 1 313,0 3 0,1-7-230,4-6 1,2-6 155,2-2 0,3-2-821,5-10 0,2-5 405,2-12 0,4-2-373,5-6 0,4 0 120,-1 0 862,1 0 0,-4 0 0,0 0 0</inkml:trace>
  <inkml:trace contextRef="#ctx0" brushRef="#br0">11202 10728 7653,'12'-19'0,"1"1"1344,-1 5-900,1 1 0,-1 1 481,0 3 1,1 4-403,-1 8 0,1 4-88,-1 9 0,-4 2-118,1 6 1,-5 5 13,4 3 0,-1 7-139,1 1 0,-2 2 169,-6-2 0,0 5-257,0 8 1,-3 1-261,-5 3 0,-2 2-145,-11-2 0,-3-1 261,-5 0 0,0-10-218,4-1 1,1-12 149,4-5 0,-2-8-130,5-5 0,1-7-527,3-5 255,1-3 1,1-6-57,3-4 1,1-7 192,2-5 0,4 1 394,-3-5 1,3 1-226,1-9 0,0 0 164,0-4 1,0 0-115,0 0 1,0 3 192,0 1 0,0 6 43,0-2 1,0 4 48,0 4 1,4 8 496,0 4 1,6 7-311,-2-3 1,3 11 326,1 6 0,2 5-246,3 4 0,-2 2 76,5-2 0,-3 2-124,4 2 1,-1-4-344,5-1 1,-4 0-402,-1 0 1,-3 2-490,4-5 0,-1-1-3,5-3 0,-4-1 422,-1 1 1,0-5-1139,0 0 1,4-4 1600,-3 4 0,2-5 0,2 3 0</inkml:trace>
  <inkml:trace contextRef="#ctx0" brushRef="#br0">11798 11348 9262,'-6'7'2241,"5"4"1,-5-4-2066,6 5 1,-4 5-32,0-1 0,-4 5-281,3-4 1,-3 7 151,4-3 0,-6 9-1558,2-5 1,-2 3 324,2-3 1217,-8-1 0,7 1 0,-9 0 0</inkml:trace>
  <inkml:trace contextRef="#ctx0" brushRef="#br0">12269 12192 7653,'-7'-2'702,"3"-2"0,-2 1-170,2-5 0,-4-2-164,4-6 1,-4-1 192,3-8 1,-3-2-200,4-10 0,0-7 4,4-6 1,0-7-531,0-9 1,0-3 235,0 33 0,0-2 0,2-1 1,0-1 34,0 1 1,0 0 0,1-4 0,0-1-76,-1 3 1,0-1 0,0 1-1,1 1 19,1 5 0,1 0 1,10-33 164,-3 6 0,9-1-771,0 5 1,2 2 419,2 14 1,1 6-250,3 7 0,-4 9 154,0 3 0,-2 9 12,-7 4 77,1 2 501,-5 2 0,-5 6-262,-3 2 1,-4 7 120,-4 2 0,-3 5-178,-5-1 1,0 2-12,-1 2 1,-2 4-172,3 0 1,-4 0 93,8-5 0,3 0-84,1-3 1,2 2 141,2-2 0,0 1 6,0-2 1,6 2 49,2-5 1,4 0-67,5-5 0,6 0 83,6 1 1,4-2-41,-4-3 1,6 3 62,-2-3 1,-4-1-18,-4 1 209,-1 1 0,-14 3-35,2 1 0,-9 0-124,-3 4 0,-11-3-387,-9 2 1,-4 2 161,-1-1 1,-4 3 129,0-3 1,-4-1 22,4-3 1,0-5-1228,5 0 1,0-5 485,4 1 1,6-8-453,5-4 0,5-9 140,-4-3 985,5-9 0,-2-9 0,5-6 0</inkml:trace>
  <inkml:trace contextRef="#ctx0" brushRef="#br0">13038 10827 7653,'12'-12'0,"5"4"801,0-1 1,3 7-315,-3-3 1,5 4 365,-2 1 1,8 6-148,1 2 0,4 3 60,-4 1 0,7 6-53,1 3 0,0 2-305,5 2 1,-9 0-407,-4 0 0,-5 5 74,-3 3 1,-8 4-561,-9 5 0,-6-2 372,-6 5 0,-7 1-946,-14 3 1,-3 1 395,-5-1 1,-2-3-224,-2-1 0,1-5 312,-5 2 1,1-4 229,-2-1 0,3-5-499,6-3 1,-6-3 9,-2-1 832,-9 0 0,0 4 0,-5 0 0,-3-2 0,-1-1 0,30-13 0,-1-1 0</inkml:trace>
  <inkml:trace contextRef="#ctx0" brushRef="#br0">14812 11534 7653,'7'0'1086,"0"0"-592,-3 0 17,-3 0 1,5 6-160,-6 2 1,0-1 1,0 1 1,-6 0-96,-2 5 1,-2 1-470,2 2 1,-3-2 200,3 2 0,-3 0-967,-2 0 0,1-2 177,0 2 1,1-2 798,2-1 0,-2-1 0,4 0 0</inkml:trace>
  <inkml:trace contextRef="#ctx0" brushRef="#br0">16412 10840 8473,'0'-7'1363,"0"1"0,2 6-941,2 0 1,4 0 13,9 0 1,-1 0-122,9 0 1,-2 0 33,10 0 1,1 0-52,3 0 1,1-1-291,4-3 1,-4-3 66,4-6 0,-4 1-849,-1 0 0,-1-1-1004,-3 1 0,-4 1 918,-8 3 0,-9 1-578,-7 3 1438,-4 2 0,-12-3 0,-3 5 0</inkml:trace>
  <inkml:trace contextRef="#ctx0" brushRef="#br0">16636 10852 7653,'-13'21'626,"1"-1"1,1 1-209,3 4 1,-2 1-15,6 3 0,0 4 83,4 8 0,0 4 263,0 4 1,4 6-887,0 3 1,0-1 296,-4 0 0,0-4-562,0 1 0,0-5 386,0-3 1,0-10-1049,0-12 674,0-4-218,6-8 1,-4-5-795,7-3 436,-7-8 1,4-4 700,-6-9 264,0 3 0,-6-9 0,-1 4 0</inkml:trace>
  <inkml:trace contextRef="#ctx0" brushRef="#br0">16524 11323 7653,'0'-7'0,"1"-2"782,3 5 1,-1-5-304,5 5 0,1 0 479,3 4 0,6 0-447,3 0 1,8 0-116,4 0 1,3 0-80,1 0 1,6-1-626,2-3 1,-1-3-251,2-6 1,-2 1-504,1 0 1,-2-2-78,-6-3 0,-5 2 1138,-3-6 0,-3 1 0,-1-5 0</inkml:trace>
  <inkml:trace contextRef="#ctx0" brushRef="#br0">17529 10728 8297,'-8'0'1160,"-1"0"1,5 6-206,-4 2 1,1 3-435,-1 1 1,-5 12-69,1 5 0,-1 15-133,-3 5 1,-2 15-387,1 2 1,9-31 0,0 2 222,1 0 1,2 0-1,-7 30-585,4-5 0,4-8 450,8-12 0,9-12-983,7-14 0,4-7 114,1-5 1,3-6-219,1-6 0,5-6-213,-6-10 0,6-3 1278,-6-2 0,1 0 0,-4-5 0,0 0 0,0 1 0</inkml:trace>
  <inkml:trace contextRef="#ctx0" brushRef="#br0">18062 10678 7653,'7'7'1677,"-1"4"0,-6-2-299,0 7 1,0 3 49,0 6 0,0 7-540,0 5 1,0 7-393,0 10 0,0 2-1332,0 6 1,-7 5 724,-6-1 0,0-1-493,-8-8 1,0-3 515,-4-8 1,2-13-147,2-8 0,-2-10-226,2-3 1,2-5-388,-2-7 1,6-1 161,-2-4 1,8-3 273,1-8 1,5-4 579,-1-4 1,2-7-332,2-2 1,0-3 173,0-1 0,6-4-84,2-1 0,4 7 135,5 6 0,-3 4 306,2 4 1,2 1 506,-1 7 1,3 3 494,-3 10 0,4 6-619,-5 2 1,5 7-594,-5 2 0,5 5 32,-4-1 1,3 1-1015,-3-2 0,4 2 547,-5-5 1,1 1-1992,-5-2 1,2-2 314,2 3 1952,-7-3 0,7-2 0,-9 0 0</inkml:trace>
  <inkml:trace contextRef="#ctx0" brushRef="#br0">18447 11237 7653,'-6'12'3793,"1"0"-3402,-4 1 1,0 1-189,5 2 1,-6 3 1343,2 6 1,1 0-735,-1 0 1,3 0-726,-3-1 1,5 1-7,-1 0 0,3-2-1272,1-2 1,0 2-54,0-2 0,0-2-633,0 2 0,1-6 1876,3 2 0,3-9 0,6-2 0</inkml:trace>
  <inkml:trace contextRef="#ctx0" brushRef="#br0">18769 11832 7653,'-12'18'0,"-5"0"1788,1 2 0,-1-2 75,5-5 1422,-1-1-1443,1 0-1219,5-5 0,2-8-544,5-11 1,4-2 1,0-7 1,7-4-166,1-4 1,1-6 134,3-3 0,2 0-545,-1-8 1,-1-3 376,-3-5 1,5-12-654,-8 31 1,0-1-1,1-2 1,0-2 390,0-3 1,-1-1 0,2 1 0,-1-1 192,0 1 1,-1 0 0,2 2 0,0 2 178,0 1 1,0 1 0,13-23-41,0 14 0,-4 16 603,-1 17 0,-9 6-368,2 7 0,-8 6 318,4 2 0,-7 3-182,2 2 0,-2 5 331,-2 2 0,-6 4-352,-2 0 1,-3-3 13,-1 0 0,3-6-866,1 2 0,5 0 376,-1 0 0,3-5-271,1-3 1,1-1 181,3 4 0,0 5 331,9-1 0,-3 1-154,6-5 0,-1 1 225,2-1 1,-2 1 160,6-1 0,-6 0 739,1 1-592,-2-1 1,-3 1-149,-3-1 0,-3 0-474,-10 1 1,-6-1 181,-5 1 0,-8-5-966,0 0 1,-3-1 500,-6 1 1,4 2-1136,-4-6 0,6 0 541,-2-4 0,8-1 190,5-3 1,7-10-1063,5-11 1923,3-5 0,6-13 0,2-1 0</inkml:trace>
  <inkml:trace contextRef="#ctx0" brushRef="#br0">19315 10864 7653,'25'0'0,"-3"0"1217,3 0 1,-3 2-669,7 2 1,-3-1 1293,-1 5 0,1 0-908,3 5 1,-4-1-305,0 0 0,-2 6-249,-6 3 1,-5 4-678,-4 4 1,-5-2-74,1 6 0,-5-4-208,-8 4 0,-2 1 119,-13 3 1,0-4 223,-9 0 1,4-6-905,-4 2 1,0-2 486,-4-3 1,1-4 649,3-4 0,-3-2 0,4-2 0</inkml:trace>
  <inkml:trace contextRef="#ctx0" brushRef="#br0">20605 11001 7670,'6'12'607,"-5"6"40,3 3 0,3 8 423,2 4 1,-4 4-476,-1 4 1,-4 4-572,-4 4 0,1-5 34,-5-2 1,4-9-901,-4-4 1,5-9 83,-1-3 116,2-9 0,4-9 109,2-12 533,-3-5 0,16-12 0,-3-2 0</inkml:trace>
  <inkml:trace contextRef="#ctx0" brushRef="#br0">20680 10703 7670,'-7'0'1851,"1"0"-1003,17 0 1,5 0-370,12 0 0,0 0-2157,5 0 0,6 0 1678,6 0 0,3-5 0,2-2 0</inkml:trace>
  <inkml:trace contextRef="#ctx0" brushRef="#br0">21325 10840 7670,'0'12'1534,"-4"0"-814,0 1 1,-5-1 44,5 1 1,-5-5-103,0 0 1,-2 2-243,-1 6 1,1-2 22,3 3 1,-2-4-126,6 0 1,-5 3-249,5 1 0,0 1 73,4-2 1,6-2-118,2 3 0,7-3 72,2-2 0,5-1-63,-2-3 0,2 3 5,-1-3 1,-2 2 75,-2-2 0,-3 6-125,2-6 1,-6 6 41,-2-6 0,-5 4-60,1 0 0,-4 0 104,-4 1 1,-4-1-636,-9 1 1,-1 2-163,-2-3 0,-7 3-459,7-6 0,-6-3-576,5 3 0,-3-7 890,0 3 0,-1-4 864,0-1 0,0 0 0,0 0 0</inkml:trace>
  <inkml:trace contextRef="#ctx0" brushRef="#br0">22789 11063 7670,'0'-19'-141,"0"-1"349,0 4 0,-4 1 368,-1-6 0,-4 2-50,0-2 0,-2-1-157,-1 5 0,-2 2 214,-2 7 1,1-2-208,-6 6 1,6 3 142,-2 9 0,-1 7-128,2 14 0,-1 3-292,5 5 0,-5 2 17,1 2 1,1-2-91,6 2 0,0-8-217,4-4 0,1-8 211,4-5 1,6-8-145,2-3 0,10-11 40,7-6 0,4-12-442,4-9 1,3-4 210,-3-4 1,3 3-40,1 1 0,-7 1 208,-5 7 1,-2 2 281,-6 6 440,0 3 1,-11 14-354,-1 8 1,-4 9 175,-1 11 1,-1 7-129,-4 2 0,4-1 168,-3 1 1,3-4-38,1 4 0,0-7-688,0-1 1,1-3-252,3-10 1,7 2-537,6-10 1,5 0-882,-2-4 0,4-1 309,1-3 1645,-1-3 0,1-11 0,0-1 0</inkml:trace>
  <inkml:trace contextRef="#ctx0" brushRef="#br0">23384 11026 7670,'-12'0'0,"3"0"2252,1 0-267,5 0-931,9 0 0,5 0-512,14 0 0,-2-6-172,10-2 0,0-3-337,5-2 0,0 1 64,4 0 0,-4-1-994,3 1 0,-2-2 589,-2-2 0,-1 2-1540,-3-3 0,-7 8 16,-5 0 1832,-6 1 0,-2-4 0,-8-1 0</inkml:trace>
  <inkml:trace contextRef="#ctx0" brushRef="#br0">23818 10616 7670,'-8'-1'1208,"0"-3"-58,5 3-527,-8-5 0,8 7-138,-5 4 1,5 6-141,-1 5 0,1 8-56,-1 0 0,3 4-84,-3 9 1,1 0-265,-1 13 0,1-2 94,-5 10 0,1 1-328,-1 7 1,-3 1 190,6-30 0,1 0 0,-7 25-278,-1 4 1,4-11 116,-1-1 1,5-7 64,-4-2 0,5-10 311,-1-2 0,-1-7-134,0-5 1,0 1 135,1-6 0,1-1-19,-5-6 0,-1 0-117,-3-5 0,0 1 151,-1-5 0,5-2-516,0-2 0,-1-4-450,-3-9 1,5-3 378,3-9 0,3 1-536,1-5 1,0-4 143,0-4 849,5-12 0,-4 2 0,5-11 0</inkml:trace>
  <inkml:trace contextRef="#ctx0" brushRef="#br0">24042 10964 7670,'20'-18'1077,"1"5"0,-6 6-464,2 7 0,-4 2 365,0 2 0,-6 4-246,-3 9 0,-3 2 31,-1 6 0,0 1-248,0 3 1,-1 1-182,-3 3 0,-2 2-662,-2-6 1,-3 4 284,3-4 1,1 2-1269,-1-6 1,5 1 311,-1-9-2957,2-6 3956,2-5 0,6-12 0,1-1 0</inkml:trace>
  <inkml:trace contextRef="#ctx0" brushRef="#br0">24240 10778 8888,'0'-13'3043,"0"1"1,6 1-2644,2 3 0,7 1-99,2 3 0,3 2-1089,-3-2 1,5-2 551,-1 2 1,-4 0 293,0 4 1,-3 2-59,-2 2 0,1 3 0,-1 5 0</inkml:trace>
  <inkml:trace contextRef="#ctx0" brushRef="#br0">24401 10914 7670,'-1'14'916,"-3"2"1,2-2-24,-2 3 0,3 1 388,1-2 1,0 6-51,0-1 0,0-2-630,0 2 0,1-6-662,3 2 0,-1-4 160,6 0-337,-1-1 0,4-5 243,1-3 0,-1-2-727,0-2 0,2-3 112,3-6 1,-3 1-419,2-8 0,3-4 501,2 0 0,-3 2 344,-2 1 1,0 3 622,0 2 0,-2 5-355,3 3 0,-8 3 873,-1 1 1,-5 1-468,1 3 1,-2 9 210,-2 7 1,-6 4-86,-2 1 0,-3-1 11,-2 1 0,2-1-768,3-4 1,-3 2 143,3-5 0,1-1-2556,-1-3 1479,5-1-1475,-3-5 1,9-1 324,5-6 2223,1-11 0,14-3 0,-4-11 0</inkml:trace>
  <inkml:trace contextRef="#ctx0" brushRef="#br0">24885 11026 10117,'-5'7'1101,"2"4"319,-5-3 1,4 3-452,-5 1 0,5 2-99,-4 3 0,5 1-442,-1 2 1,3-2-182,1-5 1,0-1-1262,0 0 1,1 1 291,3-1-1117,3-5 0,5-1 1007,1-6 1,-1-2-1992,1-2 2823,-1-3 0,0-11 0,1-1 0</inkml:trace>
  <inkml:trace contextRef="#ctx0" brushRef="#br0">25084 10740 13771,'12'-6'-1592,"6"-5"1254,3 2 1,2-2-1310,2-1 0,1-2 783,3-2 1,3-4 863,5-5 0,0-5 0,0-2 0</inkml:trace>
  <inkml:trace contextRef="#ctx0" brushRef="#br0">25468 10406 8609,'0'12'1329,"0"0"0,-1 2-50,-3 3 0,1 3-207,-5 9 1,-1 4 135,-3 9 0,0-1-1068,-1 9 1,1-2-189,-1 10 0,-5-4-696,-2 3 0,1-4 510,-2 1 0,6-9-228,-2-4 0,3-6 273,2-2-1005,5-11 1,7-4 182,8-14 1,3-3 140,2-1 0,3-5-284,1-3 1,1-8 1153,-2 0 0,-2-6 0,4 3 0</inkml:trace>
  <inkml:trace contextRef="#ctx0" brushRef="#br0">25183 10889 7670,'-12'0'696,"3"4"-65,1 1 890,5-1-1056,-8 1 0,11-3 281,0 2 1,3-3-22,9-1 0,-1 0 161,10 0 0,-3 0-502,7 0 0,-3-4-129,7 0 1,1-4-911,-1 3 0,5-4 467,0 0 0,-3 0-933,2 1 0,-1-3 580,1 2 1,-4-2-916,-8-1 0,1 4-392,-6-1 561,1 7 1026,-10-4 1,-3 6 260,-8 0 0,1 1 0,-5 4 0,0 3 0,-5 8 0,1 0 686,-1 4 0,6-3-500,3 3 0,3-4 1566,1 0 1,0 2-585,0-1 0,1-2-406,3-7 0,5-3-264,7-5 1,3 0-156,6 0 1,1-5-854,3-3 1,2-7 398,2-2 0,-1-5-637,-3 1 0,-9 2 472,1-2 1,-12 6-300,-4-1 1,-5 2 291,-5 1 0,-4 7 435,-12 1 1,-5 4 11,-11 1 1,0 7-178,-1 5 0,3 2 877,1 7 1,3-1-334,2 5 0,7 0 157,-3 0 0,10 0-460,2-1 1,6 0-360,7-3 1,11 1 92,6-6 1,6-1-81,6-6 1,3-4-399,5-5 1,-2 0 267,2 0 1,-3 0 247,8 0 0,-4 0 0,0 0 0</inkml:trace>
  <inkml:trace contextRef="#ctx0" brushRef="#br0">26734 10951 7662,'-20'17'0,"4"-1"0,3 1 1171,5-5 0,3 5 407,5-1 0,5 0-845,3-8 1,9 1-400,4-4 0,7-3-141,6-6 0,3-8-306,4-9 1,3-4 176,6-4 0,-1-5-835,1-3 0,-7-6 606,-6 10 1,-5-4-172,-7 8 1,-8 1-61,-4 8 0,-8 3-90,-9 9 1,-8 1 138,-9 3 1,-6 2 146,-2-2 0,-9 6 780,5 6 0,-5 1-351,5 12 0,-2 5 726,2 7 1,3 3-374,5 1 1,2 6-189,2 3 1,3 2-362,6 1 0,5-4 49,3-4 1,9-8-386,7-4 0,4-10 130,8-6 0,0-8-970,9-9 0,0-4 478,4-9 1,-1-2 664,-3-6 0,3-5 0,-4-2 0</inkml:trace>
  <inkml:trace contextRef="#ctx0" brushRef="#br0">27416 10877 7662,'7'8'3397,"-3"0"-2156,-3 1 0,3 7-104,1 1 1,0 5-541,-1-2 0,3 0 51,5 0 0,6-3-717,3 4 1,3-8 100,0 0 0,7-6-1466,2-7 1,0-2 915,4-2 0,-4-4-1840,4-9 0,1-2 2358,-5-6 0,2-5 0,3-2 0</inkml:trace>
  <inkml:trace contextRef="#ctx0" brushRef="#br0">27999 10604 7662,'-12'-7'0,"-2"2"963,-3 5 1,-2 6-124,-6 7 0,-1 8 17,-3 12 0,-7 7-446,-5 13 0,16-24 0,-1 0-301,1 4 1,0 0 0,-2 0-1,-1 1 29,3-1 1,0 0-1,2-3 1,1 0 53,-11 20 0,4-7-1492,8-6 1,5-7 763,7-9 0,7-5-401,10-7 0,6-7 936,10-10 0,12-11 0,3-13 0</inkml:trace>
  <inkml:trace contextRef="#ctx0" brushRef="#br0">28582 10182 7672,'0'-7'2537,"0"2"0,-6 16-1757,-2 5 0,-8 19 113,-5 10 1,-7 16-645,14-25 1,-1 2 0,-2 5 0,0 1-462,0 5 0,1 1 0,-2 5 0,-1 1 284,-2 4 1,0 0 0,4-5 0,1 0-119,-1-3 0,1-1 1,3-4-1,0-1-43,2-6 0,1-2 0,-6 30-155,8-15 1,8-18-7,8-10 0,8-14 117,5-7 0,7-6-982,1-6 0,4-6 463,-4-10 0,4-3 652,-4-2 0,-2-1 0,2-3 0,6 3 0</inkml:trace>
  <inkml:trace contextRef="#ctx0" brushRef="#br0">28049 10802 7697,'-46'13'513,"1"-1"0,16-5 1968,4-3-1439,14-2 1,12-2-511,12 0 0,11 0 146,14 0 1,11-6-248,13-2 1,7-3-694,-30 5 1,1-1 0,-2-1 0,0 0 280,1 0 1,0-1-1,-1 1 1,0 0-810,-1 1 1,0 1 0,1 0 0,0 0 789,2-1 0,-1 2 0,26-2 0,1 1 0</inkml:trace>
  <inkml:trace contextRef="#ctx0" brushRef="#br0">29289 10864 7706,'-12'0'1715,"-1"0"-1199,1 0 1,4 2 560,-1 2 0,5-1-493,-4 5 0,5 0-55,-1 5 0,-1-1-146,0 0 0,1 1-299,4-1 1,0 1 118,0-1-156,0 6 0,4-4-337,1 2 0,4-3 238,-1-5 0,-1-3-335,2-5 1,3 0 96,5 0 0,3-2-241,-3-7 0,5 1 183,-2-8 1,4-4-185,1 0 0,-2-2 202,-2 1 1,1-2 118,-6 2 1,1-1 151,-5 1 0,-5-1-89,-3 6 1,-4-1 272,-4 5 0,-8 1-133,-9 2 1,-4 4 171,-4 5 0,2 1-97,-6 3 0,4 2-299,-4 2 1,7 3-144,1-3 0,5 3-261,8 2 0,1-1-14,3 1 1,2-1-27,6 0 676,0 1 0,0-1 0,0 1 0</inkml:trace>
  <inkml:trace contextRef="#ctx0" brushRef="#br0">29537 10815 7706,'-12'4'0,"-1"0"0,5 0 764,0-4 1,4 0 822,-5 0 430,7 6-1105,-4 1 1,13 4-434,5-3 1,8-3-282,9-5 1,7 0-2,5 0 0,6 0-287,-2 0 1,3-1 138,2-3 1,4-3-1147,0-5 1,-2-5-180,-7 1 1,-2-5-2608,-6 4 3756,-5-5 1,-2 3 0,-5-6 0</inkml:trace>
  <inkml:trace contextRef="#ctx0" brushRef="#br0">30021 10542 7706,'-18'0'0,"4"4"858,-2 0 1,-2 7-330,1 2 0,-1 6 321,2 10 0,2 3-351,-2 5 1,7 6-262,5 2 1,3 9-30,1 4 1,0 2-620,0 2 1,0 4 305,0 1 0,-2-32 0,0 1-37,0 0 1,-1-1-1,-5 27-242,4-5 1,-6-6 246,2-5 1,-3-2-30,-1-3 0,-1-8-30,1 0 1,-5-6-229,1-7 0,-5-6 166,5-6 0,-5-5 243,4 1 0,1-8-247,3-4 1,1-9 55,0-3 0,1-9-407,2-4 0,4-13 20,5-3 389,11-15 0,-5 28 0,2-2 1,4-6-1,0 0 0</inkml:trace>
  <inkml:trace contextRef="#ctx0" brushRef="#br0">30554 10517 7674,'14'-8'0,"3"0"0,2 5 2366,6-1 1,5 2-685,3 2 1,7-4-192,2 0 0,4 0-1134,0 4 0,2-4-139,2 0 1,-2-5-1808,-2 5 0,-5 0 981,-8 4 0,-8 0-2212,-9 0 0,-7 2 2820,-5 2 0,-8 3 0,-3 5 0</inkml:trace>
  <inkml:trace contextRef="#ctx0" brushRef="#br0">30889 10579 7674,'-13'17'1169,"-4"-1"0,3 6-525,-2-1 0,6 9 535,2 8 1,4 4 131,-5 8 0,1 9 76,-4 3 1,1 7-461,2-3 0,0 0-433,5-4 1,-6-1-599,2-3 1,-2-10 223,2-11 0,-3-5-2383,3-7 1865,-4-6 0,4-7-1780,0-7 0,5-11 2178,-1-6 0,3-12 0,1-7 0</inkml:trace>
  <inkml:trace contextRef="#ctx0" brushRef="#br0">30728 11026 7672,'1'-11'2413,"4"2"1,4 0-936,12 5 0,5-6-760,11 2 1,7 1-642,6-1 0,5-1-221,7-3 1,2 4-765,2-1 0,-3 7-1021,3-3 1929,-8 4 0,-3 1 0,-5 0 0</inkml:trace>
  <inkml:trace contextRef="#ctx0" brushRef="#br0">5893 12539 7929,'12'-18'0,"-4"5"375,0 1 1,-3 0 223,3 3-19,0 4 1,3 1-168,-3 8 1,3 3-47,-2 5 1,-4 2-149,-1 2 1,2 4 143,-2 5 1,2 5-163,-2 3 1,-3 3-152,3 1 0,-8 6-215,-4 2 1,-5 9-81,-3 4 1,-3-2 28,-6 2 1,1-5 149,4 0 1,-4-7 61,4-5 0,2-9 20,1-7 0,3-6-14,2-7 0,-1-5 19,1-3 1,0-4 26,-1-4 0,5-4-234,0-9 1,-1 2 401,-3-5 1,1-1-396,3-4 1,-3-1 93,2-3 1,3 3-40,-3-3 0,7-1 52,-3 1 1,0 1 5,1 7 0,0-1-29,4 6 1,1-1 150,3 5 0,3 5 120,5 3 0,5 2-85,0 2 0,5 6 44,-2 2 0,8 5-67,1 3 0,0 2-34,-4 3 1,-1 2 7,1-2 1,0 1-85,0-1 0,0 2-192,-1-2 0,1 1-385,0-2 0,0 2-364,0-5 0,-2 4 427,-2-5 0,1 1-143,-6-5 0,1 1 699,-5-1 0,12-5 0,2-2 0</inkml:trace>
  <inkml:trace contextRef="#ctx0" brushRef="#br0">6637 13767 7929,'-13'5'263,"-3"-4"-219,-1 4 0,2-5 646,7-5 0,-2-3-208,6-8 0,-4-4 321,4-4 1,0-4-155,4-5 1,0 0-243,0-8 0,5-2-107,3 1 0,-1-9-81,2 2 1,-1-5-575,4 0 1,-2-3 420,2-10 1,-2 1-419,6 0 1,-2 5 114,-1 12 0,0 5-71,4 2 0,-3 7 394,2 6 1,-2 5-125,-1 12 0,-1 1 229,0 3 1,-3 2-88,-1 6-90,-5 0 0,2 1 390,-5 4 1,0 1-622,0 7 1,0 1-9,0 2 0,-1 2-55,-3 3 1,2 2 182,-2-2 0,-1-3 14,0-2 0,1 2 88,4-1 0,4-1-55,1-3 0,4-5 32,0 0 1,0 0-31,-1 5 1,6-5 180,-6 0 0,9-3 131,-9 3-16,12-5 0,-12 6 408,8-5-228,-7 0-395,-4 2 0,-6-1 79,-3 4 1,-5 2-390,-7-3 1,-8 3 177,-5 1 0,-5 1-279,1-1 1,1 1-364,-1-1 1,0-1-721,-4-3 1,-3 3 1460,3-2 0,-9-4 0,8 1 0</inkml:trace>
  <inkml:trace contextRef="#ctx0" brushRef="#br0">6054 14089 7929,'8'-12'-142,"0"-1"0,1 6 337,3 3 1,5-1-75,-1 1 0,1 1 790,-5 7 1,0 7-265,1 6 0,-1 5-155,1-2 0,-6 4-356,-3 0 1,-3 5 64,-1 0 0,-1 6-234,-3-2 1,-5 3 100,-7 1 1,-4 4-83,-4 1 1,-5 3 5,0-4 1,0-1-201,4-7 1,-1-2 185,-3-6 0,7-8 93,-3-4 1,8-6-109,1-7 0,2-7 67,2-6 1,3-4-115,1-8 1,4-1 91,-4-3 1,5 1-209,-1-5 1,3 0 70,1-4 1,0 5 40,0 3 0,0 7 68,0 1 1,1 12-15,3 0 1,4 7 304,9 2 0,-3 7-101,2 5 1,2 6 243,-1 7 0,3 4-131,-3 0 1,1 0-14,-2-5 1,-2 1-101,3 0 0,1-4-91,-2-1 1,1-3-193,-5 3 1,-4-4-340,1 0 0,-3-1-652,3 2 0,-2-7 528,-3 2 1,-1-4-775,5 0 0,-4-2 630,4-6 0,0-7 720,5-5 0,5-12 0,1-7 0</inkml:trace>
  <inkml:trace contextRef="#ctx0" brushRef="#br0">6575 14151 7929,'0'-8'0,"0"0"0,0 3 875,0-3 1,0 4 258,0-4 16,0 5 0,1-7 94,3 6-418,-2 0 0,7 5-452,-4 4 1,4-3-331,-1 7 1,8-5-184,0 4 1,5-4 165,-5 4 0,8-5-1375,1 1 0,1-2 728,7-2 1,-6-2 619,2-2 0,3-3 0,0-5 0</inkml:trace>
  <inkml:trace contextRef="#ctx0" brushRef="#br0">7021 13878 7929,'0'8'1501,"0"1"0,0-5-866,0 4 0,-4 0 57,0 5 0,0-1-274,4 1 1,0 3-642,0 1 1,0 6 207,0 2 1,0 1-398,0 7 1,0 0 353,0 4 0,-4 6 58,0 3 0,-11 7 0,1 4 0</inkml:trace>
  <inkml:trace contextRef="#ctx0" brushRef="#br0">6376 16024 7711,'-12'16'-123,"0"1"0,-1 4 411,1-5 0,-1-1 524,1-6 0,4 0 88,-1-5 1,5-5-405,-4-7 1,5-6 29,-1-7 1,3-1-159,1-11 0,0 0-66,0-4 0,0-5-126,0 1 1,0-4-80,0 3 1,5-5-87,3 2 1,-1-5 79,2-3 0,3 2-326,5-3 0,-1 3 220,-3 1 0,3 5-157,1-1 1,1 8 43,-2 1 1,-2 5 7,2 7 0,-2 7 7,-1 6 0,-5 5-82,0 7 1,-5 3-117,1 5 1,-3 6 90,-1 10 1,-1 7 235,-3 2 1,-3 7-142,-5 1 1,-2 1 30,-3-5 1,8-6-32,-4-2 0,8-7 49,-4-1 1,7-10-53,-2 1 1,4-3 15,4-1 0,4-2-33,8-6 0,0-5 13,4 1 0,0-4 233,0 4 0,2 0-83,-5 4 0,-1 0 299,-3 0 1,-6 1-153,-3 3 1,-3 3 236,-1 6 0,-1-1-157,-3 0 1,-3 5-32,-6-1 0,0 1-381,-4-5 1,3-3 109,-2-1 1,-2-5-738,1 1 0,1-3 387,3-1 1,5 0-979,0 0 1,5-7 138,-1-5 1246,3-1 0,-5-15 0,-1 1 0</inkml:trace>
  <inkml:trace contextRef="#ctx0" brushRef="#br0">6786 15304 7711,'5'7'880,"-2"0"529,5-3-134,1-2 0,2 5-467,-3-3 0,3-3-377,-3 3 0,3-2-597,2-2 0,-1-6 183,0-2 0,6-3-1551,3-2 1,2-3 369,2-1 1164,0 1 0,0-2 0,0-1 0</inkml:trace>
  <inkml:trace contextRef="#ctx0" brushRef="#br0">7232 15106 7711,'-5'7'3263,"3"4"-2054,-3-4 1,5 5-336,0 1 0,0-1-440,0 0 0,0 2-1243,0 3 1,0-1 538,0 9 0,-4-1-681,0 9 0,0-3 951,4 7 0,-12-2 0,-1 7 0</inkml:trace>
  <inkml:trace contextRef="#ctx0" brushRef="#br0">5620 17078 7730,'-20'12'0,"-2"5"575,6 0 1,1 3-198,6-3 0,9-1-386,9-3 0,7 5 473,5 2 1,8 0-234,4 0 0,-1-3 79,1 3 0,4-4-131,4 0 1,5-8 175,-5-3 1,7-4-210,2-1 1,5-3 171,7-5 0,0-2-382,0-10 1,-28 9 0,0 1 70,0-2 0,2-1 0,2 1 0,1-1 0,0 1 0,1-1 0,2 1 0,0 0 49,-1-1 1,0 1 0,1 1-1,1 1-178,-2 0 1,0 0 0,4-1 0,0 1 62,-2-2 1,1-1 0,-2 1 0,0-1-32,-3 1 1,0-1 0,1-1 0,0-2 29,-1 0 1,1-1 0,3-1-1,1-1-162,-3-1 1,0-2-1,1 1 1,-2-2-155,-5-1 0,0-1 0,1-2 0,0-1 215,-3-1 1,0 0 0,2-1 0,-1-1 75,-3 0 1,0 0 0,-1 0 0,-1 0-8,-3 1 0,-2-2 1,-2-1-1,-2 0 133,-1 0 1,0 0-1,-1 0 1,-1 1 62,12-26 0,-4 2 229,-4 2 0,-6 2 19,2-6 1,-1-3 230,-3-1 1,0-7-456,-9 7 1,-1 27-1,-1 0-34,-2-35 1,0 32-1,0 0-223,0 1 0,0-1 1,-1 0-1,0 1 63,-3-30 0,1 1-251,-5 4 1,0 3 164,-5 5 1,1 1-31,0 7 0,-1-4 36,1-3 1,-5 6 56,1-3 0,-2 3 32,1-2 0,2-2 143,-6-3 1,6 3-283,-1-3 0,2 2 103,1-2 0,2 2-111,3-6 1,-1 4 85,4-4 0,-3 6-101,4-2 0,0 3 198,4 2 1,-4 5-59,0 2 1,-2 1 86,2 4 1,3-5 236,-4 5 1,0 4-203,1-4 0,0 4 632,4 0 0,0-3-493,0 3 0,0 1 110,0-1 1,0 4-428,0-4 0,0 0 194,0-4 1,0 1-170,0 3 0,0-3 43,0 3 1,0 1 13,0-1 1,0 6 107,0-2 0,0 2 27,0 3 1,0-1 67,0 0 1,0 4-36,0 1 0,0-1 8,0-4 0,0 0-117,0 1 1,-4-1-16,-1 0 0,1 0 22,4 0 0,0-4-115,0 1 0,2-7 58,2 2 0,-1-3 37,5-1 1,1-2 45,8-2 0,-2 2-59,6-2 0,-5-2 131,5 2 0,4-10-68,4 1 1,4-2-299,-4 2 0,4-3 250,-4-1 0,5-3-6,-1 8 0,2 2 49,-2 10 1,3 1-46,-3 3 0,3 0 132,1 8 0,0-3-81,0 8 1,1-2 68,-1 1 0,0-1-62,0 5 1,0 0 11,1 0 0,-3 3 4,-1-2 1,4 2-11,-5 2 1,6 3 2,-6 1 1,-1 5-1,1-1 1,3 3 259,1 1 0,3 4-276,-7 0 1,3 6-22,1-2 1,-1 3-30,-3 1 0,-3 1-11,-5-1 1,-2-4 100,-2 1 0,-3-7 67,-6 3 185,-5-4-241,-1-1 0,-8 0-63,-2 0 1,1 0 32,-5 0 0,4-6-103,-4-2 0,1-3-110,-1-1 1,-2-1-213,6 1 1,-4-2 110,3-2 1,-4 0-72,1-4 0,1-1 181,-2-4 0,5 1-15,-4-1 1,1-1 202,-1-3 0,-3 1-67,2-5 1,-2 4 28,-1-4 0,0 1-8,-1-1 1,5-3 76,0 3 0,-1 0-3,-3-4 0,4 3-80,-1-8 1,7-1 108,-2 2 1,-2-6-109,2 2 0,0-2 125,4 1 0,0 0-67,0 4 0,-4 4-68,0 1 0,-6 8 28,2-5 0,-5 8 8,-3 6 0,-4-4-89,-4 4 1,-7 0 84,-2 0 1,-3 0-204,-1 0 1,-1-4 36,-4 4 0,-1-4-65,-2-1 0,-3-4 161,2 0 1,-3-1-19,-5 1 0,1 4-2,-4 1 0,-3 4-189,-6 8 0,31 6 0,0-1 236,-4 1 1,-1 0-1,2 0 1,-1 1 73,-2 1 1,-1 0 0,1 0 0,0 2-138,-2 2 1,-1 0 0,-2 0-1,-1 0 158,0 0 1,-1 0 0,0 1-1,0 0-380,0 0 1,1 2-1,-2 0 1,1 1 280,3 2 0,-1 0 1,-4 0-1,-2-1-43,1-1 0,-1 0 0,0 1 0,1 0 0,-1-3 1,0 0-1,2 3 1,0 0 11,0-1 1,0 0 0,0 2-1,0 0 84,-2 3 0,0-1 0,4-1 0,0 0-41,-2 1 1,1 0-1,3 1 1,1 0 28,-1-1 1,1 1 0,-1 1 0,1 0-36,1-2 1,1 1-1,0 2 1,2 1-67,3 1 0,1-1 0,1 1 1,-1 0 77,2 4 0,0-1 1,-1 0-1,0 0-55,3 0 1,0 1 0,0 1 0,1-1-16,-26 12 0,29-11 0,-1 2-57,-24 17 0,25-15 1,1 0 70,-26 20 0,0 1-1,4-2 0,2 7 59,25-22 1,1 2 0,-2 1-1,1 1-35,2-1 0,0 0 1,1 1-1,1 1 145,-15 31 0,17-28 0,0 1-65,2 1 0,1 2 0,-2 1 0,0 2 40,4 2 0,0 1 1,-3 0-1,2 0-111,2 1 1,1 1 0,0 3 0,1 2 43,-2 5 1,1 0 0,3 2-1,1 1-42,-1 3 1,1 0 0,0 0 0,1 0-101,3 0 1,0 0 0,0 5-1,0 1-10,2 2 1,0 1 0,0-22 0,0 1 0,0 0 131,0-1 0,0 1 0,0 0 0,0 0 0,0 2 1,0-2-158,0 0 0,0-1 1,0 1-1,0 3 0,0 0 1,0 0 133,0 2 0,0 0 0,0 0 1,0 3-1,0 0 0,1 0 110,0-2 0,1 1 0,-1-1 1,1 2-1,1 0 0,1 0-3,1-3 0,0 0 0,1 0 0,-1 2 0,0 0 0,0 0-2,2 0 0,0-1 0,0 1 1,-1 1-1,1 0 0,-1 1-16,1-2 1,0 1-1,0 0 1,-1 2 0,0 1-1,0-1 40,-2-2 0,0-1 0,0 1 0,0 2 0,1 1 1,-1-1-98,0-1 1,0 0-1,0 1 1,0 0-1,0 0 1,0 0 3,1-2 0,-1 0 0,0 0 0,0-1 1,0 0-1,0 0-31,0-3 1,1-1 0,-1 1 0,0-1-1,-1 1 1,1-1 33,-1-1 0,-1 1 0,1-1 0,0 0 0,1 1 0,-1-1-48,-2-2 0,1 0 1,-1-1-1,0 0 0,1-1 1,-1 0-105,-1 18 1,0 0 0,-1-2 0,1 0 201,-2-4 1,-1 0 0,1 0 0,-2-2-10,-2-3 0,-1-2 0,1-1 0,0-1 56,0-5 1,-1-1 0,-1-1 0,0 0 56,0 2 1,-1-1 0,0-3-1,0-2-123,1-3 1,0 0 0,1-1-1,0 0 426,-10 26 1,5 1-579,4-9 1,2-11-269,6-10 1,2-13 1341,2-7-961,8-6 0,2-7 0,4 0 0</inkml:trace>
  <inkml:trace contextRef="#ctx0" brushRef="#br0">10880 13816 7687,'-13'0'276,"1"0"0,3 0 54,1 0 967,5 0-604,-2 0 1,6 4 153,3 0 1,9 2-310,7-2 0,9-1-176,5 5 1,3-4-375,4 5 0,-1-5 95,6 4 0,-1-5-466,5 1 1,3-3 124,1-1 0,0 0-109,-4 0 1,1-5 157,2-4 0,-9 3-1029,-2-3 0,-9 7-29,-8-3 1267,-6-1 0,-7 4 0,-6-3 0</inkml:trace>
  <inkml:trace contextRef="#ctx0" brushRef="#br0">11128 14139 9925,'7'7'1646,"5"-3"0,7-3-1117,10-1 1,4 0-234,9 0 1,2-5-589,5-4 0,2-2 231,3-1 0,-3-6-1378,3-3 0,-5-1 926,-3 2 1,-5-7-2116,-8 7 2628,-13-6 0,-4 6 0,-9-5 0</inkml:trace>
  <inkml:trace contextRef="#ctx0" brushRef="#br0">11475 13605 7687,'0'-24'517,"0"-1"0,0 5-149,0 4 1,5 6 161,4 2 1,7 7 47,5 1 0,2 5-226,2 8 0,0 4 261,0 4 0,5 4-218,3 4 0,-2-2-396,-2 7 1,-5-6 67,-3 6 1,1-1-511,-5 4 1,-2-1 28,-7-3 0,-2 3-266,-6-3 1,-7-2 163,-6 2 0,-5-1 154,-6 1 1,-3 2 70,-2-6 1,2-1 77,-6-3 1,4 0-154,-4 0 0,5-6 101,-1-2 1,3-3 264,1-2 0,0-5 0,1-2 0</inkml:trace>
  <inkml:trace contextRef="#ctx0" brushRef="#br0">13708 13531 7687,'1'-11'0,"3"3"0,-1-2 914,5 6 0,2 1-210,7 7 0,-2 9 34,6 7 0,-6 5-143,1 4 0,-2 8-229,-2 9 0,-5 3-133,-3 5 1,-5 1-300,-7 3 0,-6 3 32,-11-3 1,-4-2 96,0 2 1,-4-7-199,4-1 1,0-12-3,5-9 1,-1-8-166,0-5 0,6-7-8,2-5 0,3-6 112,2-6 1,-1-2-338,1-10 0,5-2 185,3-7 0,-1-3 280,0-5 1,0-2-190,1-2 0,2 2 250,-2-2 1,3 4 106,1 4 1,0 2 205,0 7 1,5 6 81,4 5 1,3 8-188,5 9 1,2 8 392,6 9 1,-1 2-217,1 2 1,1 4-109,3 0 1,-1 4-13,5-4 1,-5 0-826,1-4 1,-3 0-74,-1-1 1,-1-3-431,1 0 1,-5-6-427,-4 2 0,-2-9 224,-2-4 1274,1-3 0,-1-12 0,0-3 0</inkml:trace>
  <inkml:trace contextRef="#ctx0" brushRef="#br0">14068 14002 7687,'11'2'1698,"-3"2"1,4-3-687,1 3 1,1 2-475,6-2 1,5 0 48,4-4 1,10 0-551,-2 0 1,8-5-572,1-4 1,-3-7-1126,-2-5 0,-3 2 892,0-2 0,-7 2-511,-2-2 1,-13-1 1277,-8 6 0,-11-1 0,-4 5 0</inkml:trace>
  <inkml:trace contextRef="#ctx0" brushRef="#br0">14427 13692 7687,'-12'-18'973,"0"6"-98,5-1 0,1 18-367,6-1 1,0 12 369,0 9 0,0 7-402,0 9 1,0-1 85,0 6 1,0-1-139,0 5 1,0-1-54,0 1 1,0-6-1795,0-3 0,6-2 898,2-2 1,-1-1-3136,1-3 3660,0-3 0,5-5 0,-1 0 0</inkml:trace>
  <inkml:trace contextRef="#ctx0" brushRef="#br0">14787 14598 7687,'-12'24'0,"-1"5"1306,1 0 1,0 0-405,-1-4 1,5-6-178,0-2 1,4-9 1617,-5-4-1728,6-2 0,-2-9-284,5-6 1,0-10-125,0-10 1,1-4-262,3-5 0,8 2 92,4-5 0,2-6-522,-1-7 0,-2-4 120,5-4 0,-10 31 0,0 0-466,0-5 0,0 1 0,2 1 0,-2-1 603,-1-3 1,-1 1-1,3 4 1,0 1-2,-1-2 1,1 2 0,7-18 678,-2 8 1,-2 18-315,-2 11 0,1 9 252,-1 4 1,-1 4-153,-3 4 0,2 3 139,-6 5 0,0 0-257,-4 1 0,4 5 309,1 2 0,-1 4-409,-4 1 1,0-1 43,0 1 0,0-1-338,0-4 0,0 2 110,0-5 0,1-1-46,3-3 0,-1-2 97,5-3 1,-1-1 166,1-3-21,3-2 307,-4 3-249,0-5 0,-3 1-97,-8 4 0,-7-3-168,-5 7 1,-6-1 172,1 4 0,-7 5-1008,-1-1 1,0 1 453,5-5 1,0 1-903,4-1 1,-2-1 1457,5-3 0,0 3 0,5-4 0</inkml:trace>
  <inkml:trace contextRef="#ctx0" brushRef="#br0">15333 14188 7687,'8'9'1508,"1"-1"0,-7 0-711,2 4 1,-2 1 117,-2-1 1,0 5-402,0-1 0,-2 6-396,-2-1 0,-3 1 40,-5-1 1,1 1-1060,3-6 1,-3 5-298,2-4 0,-2-2 1198,-1-7 0,0 3 0,-1-4 0</inkml:trace>
  <inkml:trace contextRef="#ctx0" brushRef="#br0">16735 13581 7687,'19'-5'929,"-2"1"0,2 0-382,2 4 1,2 6 244,2 2 0,0 14-330,0 7 0,-10 11 126,-3 5 1,-8 9-504,0 4 1,-9 8-10,0-31 0,-3 0 1,-11 33-243,5-35 1,-1 0 0,-12 30 100,-6-1 1,1-2-187,-1-7 1,4-10 250,8-14 1,-1-8-87,6-5 0,-5-7-47,4-5 1,-1-6-692,2-6 1,2 0 543,-2-9 0,2-2-367,1-2 1,5-2 697,0-2 0,5-5-233,-1-3 0,3-3 196,1-1 0,1 5-84,3 3 1,4 3 552,9 1 0,-2 6-292,6 2 1,-5 9 309,5 4 1,4 9-183,4 8 1,1 5 360,-1 6 1,-3 7-494,3 2 1,-3 1-3,-1-1 0,0 2-780,0-6 0,0-2 401,-1-6 1,3-3-1264,1-6 0,-3-5 671,0-3 1,-1-2 785,-8-2 0,1-6 0,-5-1 0</inkml:trace>
  <inkml:trace contextRef="#ctx0" brushRef="#br0">17467 14350 7687,'-13'1'905,"1"3"0,4-1-640,-1 5 1,5 2 827,-4 6 1,4 5-489,-4 8 0,3-2-845,-3 6 1,5-4-286,-1 4 0,3-6-499,1-3 1,1 0 417,3-8 0,-1 0-777,5-8 1383,1-3 0,3 1 0,1 1 0</inkml:trace>
  <inkml:trace contextRef="#ctx0" brushRef="#br0">17467 14883 7645,'-13'0'285,"1"0"1,0 0 180,-1 0 0,5-6 15,0-2 1,1-4-2,-2-5 1,3-4-131,1-8 0,4-4 6,-3-8 1,3-3-55,1-6 0,1-1 2,3-2 1,3-2-301,5-3 0,6-2 216,3 7 1,2-7-175,2 3 0,0-3 50,0 2 1,-5-1-47,1 5 0,-4-1 12,3 10 0,-4 2 137,0 18 1,-2 3 69,-2 10-262,1-1 1,-1 7 20,0 1 0,-1 5-8,-2 5 1,0 1-36,-4 7 1,3 1 312,-4 2 1,0-1-585,-4 6 0,-1 4 128,-3 4 1,-3 1-400,-6-1 1,-1 1 236,-2 3 1,2 2-186,-2-6 0,2 4 120,1-4 1,2 0 324,3-5 0,-2 1 86,6 0 0,0-1 29,4-4 0,2-2-197,2-5 0,7-2 27,5-3 1,10-3 186,-1-5 0,3-4-35,-3 0 1,2-1 232,-2 0 0,1 4 223,-9-3 211,-1 3-339,-9 1 1,-3 5-134,-8 3 0,-7 3-91,-5 2 1,-8 3 51,-1 1 1,1-1-395,-5-3 0,2-1 181,3 1 0,0-1-779,4 0 0,2-5-1199,5-3-1064,6-2 3062,2-2 0,16-6 0,3-1 0</inkml:trace>
  <inkml:trace contextRef="#ctx0" brushRef="#br0">18248 14399 7645,'13'6'1915,"-1"1"-1346,1 5 0,-1 0 224,0 1 1,-1 1-329,-2 2 1,-4 2-175,-5 3 1,0 2-89,0-2 0,-5 2-184,-4 2 0,-6 0-149,-1 0 1,-5-2-287,4-2 0,-3 1-861,3-6 0,-3-1 669,3-6 0,-1 0 608,2-5 0,-4 6 0,-5-3 0</inkml:trace>
  <inkml:trace contextRef="#ctx0" brushRef="#br0">19675 13742 7645,'25'-25'0,"0"2"559,-1 2 1,3 4-435,1 9 0,-1 4 1303,2 8 0,-5 13-664,-3 7 0,-8 14-209,-9-1 1,-8 12-125,-5 1 1,-7 8-318,-5 0 1,-7 2 215,0 2 0,-7-1-85,2-3 1,-1 1-228,0-5 0,0-3 115,5-10 1,0-1-475,4-11 0,0-3 262,1-9 1,4-2-731,4-11 0,-2-1 132,1-7 1,5-3-105,4-5 0,5-2 554,-1-3 0,2 1 340,2-9 1,2 3-188,2-7 0,4 4-129,9 4 0,1-1 464,2 6 1,4 1-185,-4 6 0,4 4 760,1 5 0,-1 1-175,1 3 1,0 5 85,0 7 1,-4 4-537,-1 4 1,0 3-10,0 1 0,0-1-593,-4 2 1,-6-5 302,2-3 0,-2 1-651,2-5 379,1-1-1160,-1-3 0,0-8 208,1-5 1,-1-7-38,1-9 1,-1-4 1347,0-4 0,1-7 0,-1 0 0</inkml:trace>
  <inkml:trace contextRef="#ctx0" brushRef="#br0">20246 13779 11105,'0'-7'2978,"5"2"-1770,3 5 0,5 0-664,3 0 1,5 0-224,8 0 0,3-2-1239,5-2 0,6 1 634,2-5 0,2 0-1486,-2-5 0,2-3 953,-5-1 1,-7-1-1902,-6 2 2718,-2 2 0,-8-9 0,-1 3 0</inkml:trace>
  <inkml:trace contextRef="#ctx0" brushRef="#br0">20754 13357 7645,'7'-1'1754,"-3"-3"-1252,3 2 0,-6-2-282,4 8 0,-4 5 755,-1 7 0,0 9-435,0 8 0,-1 4-19,-4 5 1,0 0-132,-3 4 1,-2 6-1234,6-2 1,-4-2 569,4-2 1,-2-5-3242,2 4 3344,2-5 0,-9 3 0,5-6 0</inkml:trace>
  <inkml:trace contextRef="#ctx0" brushRef="#br0">21238 14362 7730,'-12'19'0,"-1"5"0,1-4 0,-1 2 1441,1-1 0,0 2-694,-1-2 1,2-2-1036,3 2 1,-3-6-437,3 2 1,-3 1-660,-2-2 0,1 2 1383,-1-1 0,1 2 0,0 6 0</inkml:trace>
  <inkml:trace contextRef="#ctx0" brushRef="#br0">21846 15292 7730,'-21'4'0,"1"0"0,4 0 1377,0-4 0,2-6-636,2-7 0,5-6 46,3-10-1,4-4-298,4-8 1,3-9-249,5-8 1,5-5-349,-9 28 0,0-1 0,3 0 1,0-1 190,-1-6 1,1 0-1,2-1 1,1-1-376,1-2 0,-1-1 0,1 0 1,1 0 325,-2 2 1,1 1-1,-2-1 1,1 1-63,3 1 0,-1 1 1,-2 6-1,0 1-46,15-26 1,-7 18-124,-1 19 1,-6 7 93,1 10 0,-8 4-75,-3 8 1,-4 3 417,-1 5 1,0 2-275,0 3 1,-6-2 535,-2 5 1,-3 1-531,-1 4 0,-1 0-191,1-1 1,4 0 16,-1-3 0,7 1-336,-2-6 0,-2 2 166,2-1 1,0-8 406,4 4 1,1-4 348,3 4 0,3-1-278,6 1 1,-1-1 126,0 0 0,1-1-138,-1-2 0,1 2 536,-1-3 0,0 2 181,1-2-147,-1 3 1,-5-4-235,-3 5 0,-2 1-694,-2-1 1,-6-4-101,-2 0 1,-5 1-295,-3 3 1,2-4-318,-2 1 1,-2-7 417,1 3 0,1-4-98,3-1 1,5 0 256,0 0 0,5-11-649,-1-6 0,8-6 1046,4-6 0,14-8 0,4-7 0</inkml:trace>
  <inkml:trace contextRef="#ctx0" brushRef="#br0">22528 14064 7730,'13'0'608,"-1"0"1,-4 0 848,1 0 0,3 0 213,4 0 1,5 0-884,-4 0 1,6 0-1097,2 0 0,5-1 247,7-3 0,2-3-1700,2-6 0,-1 0 977,6-4 1,-6 2-434,1-6 1,-2 5 177,-2-5 1040,-5 0 0,-2-3 0,-5-1 0</inkml:trace>
  <inkml:trace contextRef="#ctx0" brushRef="#br0">23148 13742 7730,'-6'0'1688,"0"0"1,6 3-954,0 5 0,0 6-269,0 10 1,0 3-132,0 2 1,0 2-137,0 6 1,0 1 25,0-1 0,0 4-1922,0 1 1,0-5 437,0-4 1259,-5 0 0,-2 10 0,-6 1 0</inkml:trace>
  <inkml:trace contextRef="#ctx0" brushRef="#br0">25009 14077 7696,'0'-32'0,"0"2"109,0 5 0,0 4 697,0 1 177,0 4 0,-5 4-551,-4 8 1,-2 5-185,-1 7 1,-2 8 308,-2 13 0,1 8-193,-6 8 0,6 3-48,-2 2 1,3 0-96,2-1 0,1 0-282,3-4 1,2-9-46,6-11 0,2-7-21,2-10 0,4-4-315,8-8 0,5-9 266,8-7 0,-1-8-535,5-1 1,-4-8 292,4 4 1,-7-6 323,-1 6 1,0 3-126,-5 1 0,2 3 199,-1 1 0,-4 10 247,-9 3 0,1 9 325,-4 3 0,-1 7 346,-4 9 1,0 8-418,0 5 1,0 5-105,0-1 0,0 3-85,0 1 0,-2-5-799,-2-3 1,3-3 410,-3-1 1,2-2-616,2-2 0,0-3 24,0-6-2472,6-5 3159,1-1 0,5-23 0,1-4 0</inkml:trace>
  <inkml:trace contextRef="#ctx0" brushRef="#br0">25406 13928 7696,'7'-6'1178,"4"5"0,-4-5-380,5 6 0,2 0-297,3 0 1,-3 6 177,2 2 0,-2 9-266,-2 3 0,1 0-98,-1 0 1,-4 1-134,1 4 1,-7 0-1,3-1 1,-4 3-176,-1 2 0,-1-2 87,-4 6 1,-2-4-357,-5 4 1,-2-5 154,-2 1 0,3-4-261,1-5 1,1-6-101,7-6 534,0-5 1,11-7-56,5-9 0,7-7 44,10-1 1,-1-2-97,5-2 0,-1-1 36,1-3 0,2 3-956,-1-3 0,-4 7 480,-1 1 1,1 6-2654,-1-2 3134,0 3 0,1-3 0,2-3 0</inkml:trace>
  <inkml:trace contextRef="#ctx0" brushRef="#br0">26064 14163 7696,'-6'20'1918,"1"2"-1055,-4-6 563,4 1-721,5-5 1,1-1 115,3-2 1,5-9-537,7-9 0,5-7-214,8-5 0,-2-6-219,6-2 0,-4-4 172,4 4 1,-6-4-401,-2 4 1,-2 0 276,-7 4 0,-5 4-307,-6 1 1,-5 6 99,-5 1 0,-7 2 148,-9 7 0,-3 1 621,-5 8 0,-3 4-259,-5 12 0,1 1 206,3 11 1,1 0-152,3 4 1,3 5-179,-3-1 0,8 9 94,5-5 0,8 1-1281,3-9 1,5-1 181,5-3 1,7-6-215,9-10 0,2-2 93,2-11 1,1 0 500,3-4 0,-3-5 544,3-4 0,3-2 0,0-1 0</inkml:trace>
  <inkml:trace contextRef="#ctx0" brushRef="#br0">27441 14064 7652,'-6'-25'1132,"-1"5"-849,-5-1 0,1 6-419,3-2 0,-2 8 17,6 1 1,-6 5 1091,2-1 0,-7 9-398,-2 8 0,-4 7 23,5 13 0,-6 4-192,1 9 1,-1 2-20,1-2 1,4 1-285,4-2 0,6-4 180,3-8-415,3-8 1,12-12 185,5-9 0,12-14-209,5-6 0,4-12 94,5-5 1,-2-7-733,5-1 0,-5-1 495,1 5 0,-2 1 224,-2 3 1,-5 4 138,-3 9 0,-9-1-128,-3 8 334,-9 4 1,-4 16-154,-8 5 1,-3 6 759,-5 7 0,0 4-358,-1 0 0,1 1 148,-1-1 0,1-3-287,0 3 0,3 0-485,1-4 0,5 1-671,-1-9 1,3 3 274,1-3-130,0-6 0,5-6 178,4-5 0,2-1-1305,1-3 0,2-3 897,2-5 0,-1-6-82,6-3 0,-2-2 942,2-2 0,3-11 0,-5-3 0</inkml:trace>
  <inkml:trace contextRef="#ctx0" brushRef="#br0">28272 13271 7659,'8'0'2029,"0"0"-1439,-5 0 1,3 6 588,-6 7 0,-2 10-551,-2 10 0,-8 10-44,-9 7 1,-2 12-687,10-26 0,1 2 0,-1 2 0,0 1 535,-2 5 0,1-1 0,-1-1 0,-1-1-379,0 1 1,-1-1-1,2-3 1,1 0-421,4-4 0,0-2 1,-12 28-980,5-8 1,6-11 243,7-10-403,3-3 1,7-22 656,7 1 0,6-18-159,10-7 0,-3-13 1006,3-8 0,-3-1 0,-1-4 0</inkml:trace>
  <inkml:trace contextRef="#ctx0" brushRef="#br0">28607 13506 7695,'0'8'0,"0"1"0,-4-1 1154,0 4 1,-2 2-232,2 3 0,2 2 181,-2 6 1,-3 11-293,-1 5 0,3 6-364,1 2 0,2 2-1022,2 3 1,-4-3 407,0 3 0,0-3-1540,4-2 1,-6-3 474,-2-1 1026,-3-5 0,-1 9 1,-1-5-1</inkml:trace>
  <inkml:trace contextRef="#ctx0" brushRef="#br0">13906 16098 7638,'-6'-20'524,"-7"-1"0,1 2-262,-5-2 0,-1-1 712,2 5 1,-6 6-37,1 7 1,-2 3 217,-2 1 1,0 12-239,0 9 1,-1 9-443,-3 12 1,3 0-209,-3 4 1,8 1-67,5-6 0,3 0-341,5-4 1,2-5-30,6-3 0,3-14-130,5-6 1,1-7-119,7-2 1,4-7 175,0-5 0,4-7-559,1-10 0,-1-3 312,1-5 1,0 5 94,0 3 0,-5 4 100,1 5 0,-4 2 234,3 5 1,-5 7 122,2 1 1,-7 16 202,-2 10 1,-5 9 329,1 12 0,1 0-330,-1 4 0,1 1-147,-5-6 0,0-5 10,0-7 1,1-8-1058,3-5 0,-1-9 490,5-7 1,5-12-494,3-13 1,5-12-66,-5-13 1,5-1 782,-4-7 1,10-5-1,-14 28 1,0 1-1</inkml:trace>
  <inkml:trace contextRef="#ctx0" brushRef="#br0">14241 15441 10472,'-5'7'3204,"3"9"-2396,-2 1 1,-1 10 176,1 7 1,-5 12-445,5 8 0,-5 15-629,4-32 1,1 0 0,0 2 0,-1 0 12,0-2 0,1 0 0,1 0 1,0 0-314,0 1 0,1-1 0,2-1 0,-1-1-548,-3 32 1,3-12 648,1-14 0,5-8-2312,3-4 0,3-4 2599,2-4 0,-1-3 0,1-6 0</inkml:trace>
  <inkml:trace contextRef="#ctx0" brushRef="#br0">14911 16235 7603,'-25'-27'841,"1"-1"0,-1 1-109,0-2 1,6 9-278,2 3 0,8 9-19,0 4 0,1 4-127,-4 4 0,-1 8-165,1 9 1,-5 9 93,1 8 0,-2 0-1,1 8 1,3-2-435,-2 1 0,8-3 203,4-9 1,2-4-310,2-9 1,7-7 186,5-9 0,8-11-50,9-10 0,0-7 31,8-14 0,-4-3 67,4 0 0,0-1 66,-4 5 1,-2 7 118,-2 5 1,-3 7-113,-1 10 1,-2 9 37,-2 12 1,1 13 45,-6 15 0,-3 5 60,-5 11 0,-4 5-259,4 5 1,-5-1 233,1-4 1,-2 0 110,-2 0 1,-7-4-52,-6 0 1,0-2-110,-8 2 1,0-4 342,-3-9 0,-5-2-76,0-6 1,0-3-428,4-5 1,0-11 108,0-14 0,5-4-378,-1-4 0,2-4 234,-2-8 0,3-8-603,6-5 1,1-7 59,2-1 1,0-6-63,5-6 1,-1-5-725,5 0 0,2-5-398,2 1 1847,-3-8 0,5-3 0,-6 32 0,0 0 0,0 0 0,0-1 0,0 1 0,0 0 0,0 0 0,0-1 0</inkml:trace>
  <inkml:trace contextRef="#ctx0" brushRef="#br0">16685 16371 8125,'-31'-19'1174,"0"1"-1675,6 5 1,6 7 94,3 1 1,2 7 652,1 6 0,1 13-174,0 16 0,-2 7 411,-3 10 1,3-3-360,-2 3 1,3-5 570,5-3 0,-1-9-181,4-8 1,3-14-3,6-7 1,8-16-245,9-9 1,4-16-71,4-8 0,-2-6-184,6-2 1,-5-7-121,1-1 0,-3 0 21,-1-1 0,-6 10 98,-2-2 0,-9 13-42,-4 0 0,-4 12-145,-4 0 0,-10 10-82,-11 3 1,-5 5 54,-7 7 0,4 7 58,0 5 1,5 9-19,-1 12 1,3 1 96,1 12 0,6 3-291,2 5 1,9-6 94,4-6 1,8-4-2068,4 0 2326,3-7 0,-1 2 0,2-5 0,6-3 0,4-6 0</inkml:trace>
  <inkml:trace contextRef="#ctx0" brushRef="#br0">16896 16309 7603,'24'-7'573,"-4"3"0,4 4-127,-4 4 1,2 4 125,-1 9 0,-3 4-275,-6 8 0,-1 2-110,-2 7 0,-4-5 293,-5 0 1,0-6 233,0 2 51,0-3-523,0-6 1,4-13 124,0-12 0,6-10-164,-2-5 1,3-14-211,2-3 1,1-8-634,2-1 0,-2-1 432,2 2 1,-2-2-1373,-1 6 0,-1 1 727,0 7 1,1 4-360,-1 8 0,1 9 1212,-1 8 0,6 2 0,1 2 0</inkml:trace>
  <inkml:trace contextRef="#ctx0" brushRef="#br0">17380 16396 7603,'-6'37'0,"5"-4"1332,-3 0 0,3-5-597,1 1 0,1-4 234,3-5 0,3-3-494,5-9 0,6-4-273,3-8 1,2-10-290,2-11 1,4-6 102,0-11 0,0 2-409,-4-5 1,-2-1 273,-2-3 0,-3 9-62,-6 3 0,-5 8 34,-3 0 0,-2 8 30,-2 5 1,-11 3 132,-6 5 1,-10 4 236,-7 8 0,-1 10 81,-3 11 1,5 10-116,0 11 0,4 3 130,-4 5 1,10 3 48,-2 5 0,8-2-538,1-2 0,8 0 138,3-8 0,11-3-1451,6-10 0,2-11 256,7-5 1,-5-8-1144,5-4 2340,0-9 0,-2-7 0,-1-6 0</inkml:trace>
  <inkml:trace contextRef="#ctx0" brushRef="#br0">17678 16383 7620,'18'-5'1858,"-5"4"-827,4-4 1,-3 5-475,-2 5 1,0 1-336,1 7 1,-1 1-34,1 2 0,-1-1-242,1 6 1,-5-2 119,0 2 1,-4 7-15,4-4 0,-5 4 130,1-3 1,-8 0 170,-4-1 0,-3 1 129,-1 0 0,-1-10 179,1-2-575,-1-9 0,6-4 9,3-9 1,4-7-137,4-5 1,9-6 114,7-2 1,5-6-490,4 2 0,0 1-152,8-1 1,-1 0-538,10-4 0,-2 1-771,1 3 0,-2 3 972,-6 5 0,-1 2 902,-3 2 0,-2 0 0,-7 6 0,1 3 0,0 1 0,0 2 0</inkml:trace>
  <inkml:trace contextRef="#ctx0" brushRef="#br0">18732 15987 7804,'-12'0'980,"5"0"1,8 1 295,12 3 1,10 3-628,10 5 0,8 1 175,5-1 1,8-1-661,4-2 0,6 0 3,3-5 1,-3-1-705,-6-7 0,1-3 423,-5-5 1,-3-5-502,-9 1 0,-8-2 524,-13 1 0,-5 7-2032,-7-2 1,-5 7 2122,-8-4 0,-9 7 0,-6-4 0</inkml:trace>
  <inkml:trace contextRef="#ctx0" brushRef="#br0">19154 16036 7637,'-6'20'0,"-5"3"0,-5-2 0,5 2 1048,7 2 0,-2 5-45,2 3 1,-4 13 147,4 3 1,-6 9-507,2 0 1,-3 3-464,-2 1 0,1 0-351,-1 0 1,1-6 173,0-2 1,1-7-205,2-2 1,4-12-638,5-4-91,0-8 1,5-14 25,4-3 1,2-8-1820,1-4 2720,-5-3 0,4-13 0,-4-2 0</inkml:trace>
  <inkml:trace contextRef="#ctx0" brushRef="#br0">18993 16607 7637,'1'7'1866,"3"-3"0,-1 1-468,5-1 0,6 1-676,7-5 0,5 0-231,7 0 1,7-2-210,14-2 1,4-4-600,8-9 1,0 2 11,-29 5 1,0-1 0,29-4 233,-30 7 0,-1 0 0,24-5-1686,-5 5 0,-9 4 161,-3 8 1596,-9 8 0,-9 8 0,-6 5 0</inkml:trace>
  <inkml:trace contextRef="#ctx0" brushRef="#br0">20469 16991 9635,'0'-12'4708,"0"4"-3917,0-1 0,0 1-320,0-4 1,0 3-1064,0 1 0,-4-4 405,0-5 0,-1 1 187,5 3 0,0-5 0,0-1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10867 2282 8278,'-37'0'-177,"7"4"-17,5 0 0,5 2 891,8-2 0,0-3 92,-1 3-312,6-2 1,-2-1 894,5 3-158,-1-2-39,5 3-384,0-5 0,2 0-345,2 0 1,3 0-1,5-1 139,1-3 0,5 2-179,2-2 1,4 3-233,0 1 0,3 0-40,2 0 1,4-2-164,8-2 1,5 3-110,7-3 0,4 1-196,5-1 0,7 3 228,-32-1 0,0-1 0,3 1 0,2-1 59,3 1 0,0 0 0,0-1 0,-1 0-258,1 1 0,1 0 1,-4 1-1,0 1 253,-1-2 1,0 0 0,1 1-1,1 0 1,1 1 0,0 0 29,-1 0 1,1 0 0,1-2 0,1 0 14,-3 0 0,0 0 0,1-1 0,1 0-10,2 1 0,1 0-259,-1 2 0,1-1 0,1-2 0,0 0 172,-2 3 1,1 0-1,0 0 1,0 0-11,-2 1 0,-1-2 0,4 0 0,2-2 28,0 1 1,1 0 0,-4 0-1,0 0-114,4 2 1,0 0 160,-6 0 0,0 0 1,0 0-1,0 0 45,-2 0 1,-1 0-1,2 2 1,0 0-200,-2 0 0,1 0 1,-2 2-1,0 1 166,-5-3 0,0 0 0,1 1 1,0-1-1,1 0 0,1-1-39,1 1 0,0 0 0,-1 0 1,0 0 24,0-2 1,-1 0-1,-1 2 1,0 0-118,-1 0 0,0 0 0,-1 3 0,0-1 24,1-2 0,0 0 1,31 6 59,-31-6 0,0 0 0,-1 1 1,0 0-5,1-1 0,0 0 0,-1-1 0,0 1 151,30 6 0,2-5 69,-6 1 1,-4 1-197,4 0 1,0 3 103,0-4 0,1 0-92,-9-4 1,0 0 428,-5 0 1,5 0 0,-2 0-175,-3 0 1,-1 0 94,-7 0 0,2 1 468,-2 4 1,-6-3-621,2 7 1,-7-5-42,3 4-6,-5 0 0,6-1 396,-5-3 0,2 2-406,-2-2 0,-3 0 845,3-4-856,2 6 1,0-5-38,2 3 1,4-3 41,-8-1 1,3 0 0,-12 0-255,4 0 1,-1 0-41,-2 0 1,4 0-246,8 0 243,-14 0 0,14 0 38,-33 0-41,6 0-4,-10 0-403,9 0 0,-10 0-372,-4 0 1,1 0-611,-4 0 1,1 0 1594,-10 0 0,6 0 0,-3 0 0</inkml:trace>
  <inkml:trace contextRef="#ctx0" brushRef="#br1">10557 2518 8275,'-23'-13'0,"2"1"0,3-1-341,6 1 0,5 4-199,3 0 2640,-3-1-968,5-3-14,-3-1 0,9 5-376,0 0 1,2 5 545,-2-1-835,3 3 0,5-1-199,0-2 0,2 3 56,3-3 0,-2 2-40,6 2 0,-1 0-218,5 0 1,1-4 149,3 0 1,-1-2-145,5 2 1,0 3 51,4-3 0,2-2-80,2 2 0,5 0 75,7 4 1,-6 0-130,3 0 0,1 0-48,3 0 0,2 0 119,2 0 0,-4 0-190,8 0 1,-3 0 68,3 0 1,1 0-8,4 0 1,-5 0-108,0 0 0,0 0 369,-4 0 0,1 0 10,-1 0 0,-2 4-96,-2 0 1,-2 0-68,6-4 1,-1 0 62,1 0 1,1 0-182,-5 0 1,5 0 133,-1 0 0,7 0-97,1 0 1,-4 0 60,-4 0 1,-2 0-22,2 0 1,1 0 216,-5 0 0,4 0-118,-4 0 0,4 0-93,-5 0 1,8 0-96,-7 0 0,2 5 140,-10-1 1,6 0 43,2-4 1,5 0-229,-1 0 1,-1 0 31,1 0 1,-6 0-129,2 0 1,-1 0 239,-3 0 1,2 0-45,-6 0 1,-2 0 126,2 0 1,-4 0-118,0 0 0,2 0-123,-11 0 0,5 0 257,-5 0 1,6 0-537,-2 0 1,3 0 311,-7 0 1,3 0-90,1 0 1,1 0 465,-1 0 1,-1 0-328,-3 0 1,1 0 160,-5 0 1,4 0-52,-4 0 1,0 0 60,-4 0 0,0-4-119,0 0 0,3-1 4,1 5 1,0-4-54,-4 0 1,4 0-28,0 4 0,1-1 60,-1-3 1,-2 2-12,1-2 0,11 3 230,-2 1 0,-4 0-137,-12 0 0,-3-4 245,7-1 1,1 1-79,7 4 1,3-4-137,-3 0 0,3 0 33,1 4 0,2-4 39,2 0 1,-1-2-354,5 2 1,15 3 74,-2-4 1,-5 4 489,-24 1-288,20 0 1,-19 0-38,3 0 0,-6 0 0,-6 0 0,4 1-99,-8 4 0,-5-4-65,-4 3 1,0-3-246,5-1 0,-1-1-1422,1-3 828,-1 3-1208,-5-10 2179,-7 4 0,-12-6 0,-8 1 0</inkml:trace>
  <inkml:trace contextRef="#ctx0" brushRef="#br1">28892 2356 7786,'8'-4'322,"1"0"0,0-5-161,8 0 0,-3 4 715,2 1 1,2-2-348,-1 2 0,5-2-32,-2 2 0,5 3-146,4-3 1,10 2-86,10 2 1,8 0-91,1 0 0,-3 0-236,-10 0 1,1 2-143,8 2 0,-2-3 207,2 3 1,-18-1-1,2 0-442,0-1 0,-1 0 1,25 6 131,-38-3 1,3 0-961,-3-1 0,1-2 523,4 2 1,0 1-346,-4-1 1087,8 0 0,-7-4 0,11 0 0</inkml:trace>
  <inkml:trace contextRef="#ctx0" brushRef="#br1">7121 3435 7817,'8'-1'261,"0"-3"1,-4 3 362,5-4 0,-1 0-169,4 1 0,6-4 312,3 3 0,2-4-113,2 0 1,5 3-260,4-3 0,4 0 95,8-8 0,-1 3-141,9-2 0,2 2-492,2 2 1,7-1 252,1 1 0,0-1-434,-4 1 0,-5 0 292,-3-1 0,1 2-1145,-1 3 0,-6 1 308,-7 3 0,-4 3-83,-4-4 0,1 4 952,-10 1 0,4 0 0,-7 0 0,2 0 0</inkml:trace>
  <inkml:trace contextRef="#ctx0" brushRef="#br1">2456 4775 7817,'-12'0'2203,"-1"0"-1762,7 0 0,6 0 411,8 0 0,10 0-331,7 0 0,6 0-99,11 0 1,2 0-207,5 0 0,1 0-34,0 0 1,-1-4-568,1 0 0,-2-5 290,-2 5 1,-1-4-1000,-8 4 1,2-4 592,-10 3 0,-2 0-2696,-6 1 1491,-9 2 1706,-6-3 0,-12 10 0,0 2 0</inkml:trace>
  <inkml:trace contextRef="#ctx0" brushRef="#br1">2766 4825 7817,'-8'13'609,"0"4"0,1 2-175,-1 6 1,2 1 121,6 3 1,0 4 519,0 8 0,0 5-509,0 8 0,0 2-454,0 6 1,0 2 151,0 2 1,-1-3-706,-3 3 0,2-4 337,-2-4 0,1-4-562,-1-9 0,3-9 171,-3-11 1,2-6-214,2-6 0,0-1-656,0 1 1,-1-2 674,-3-3 1,-3-3 687,-5-5 0,-1 0 0,1 0 0</inkml:trace>
  <inkml:trace contextRef="#ctx0" brushRef="#br1">2605 5705 8044,'7'-12'568,"4"-1"170,-3 1 1,5-1-268,3 1 0,4 1 960,4 3 0,3-3-708,2 2 1,-2-2 225,6-1 0,0 4-407,4 0 1,1-1-885,-1-3 0,-4 5-277,0 3 1,-5 2-483,1 2 0,-9 2-989,-3 2 1,-9 8 1022,-4 9 0,-4 4 264,-4 4 0,-4-2 803,-9 6 0,-8 0 0,-6 5 0</inkml:trace>
  <inkml:trace contextRef="#ctx0" brushRef="#br1">2779 5891 7817,'-7'13'1277,"3"-1"-828,-3 0 0,6-3 204,-4-1 1,5-5-260,5 1 0,1-3 584,7-1 0,5 0-414,2 0 1,8 0-213,1 0 0,7-7-563,1-5 0,6-1-541,6-3 1,1-2-1204,0 1 1,-1 0 1049,1 0 0,-1 3 905,1-2 0,0 2 0,-1 1 0</inkml:trace>
  <inkml:trace contextRef="#ctx0" brushRef="#br1">3821 5469 7817,'-6'-12'3419,"5"4"-2278,-3-1 1,1 7 42,-1-2-429,3 2-338,-5 2 26,6 0-1,0-5-717,0 3 311,6-9-213,-5 10 1,10-9-67,-3 6 11,-2-5 1,3 2 123,-4-6 0,3 5 119,-4 0-17,0 5 1,-3-7 387,4 6 99,-4-6-380,4 4 1,-5-3 579,0 1-171,0 5 80,0-2-285,0 5 1,0 5 115,0 4 0,0 8 93,0 8 1,2 7-144,2 9 1,-1 9-338,5 8 1,-2 2-150,6 2 0,-2 5-734,6-1 1,-1-7 250,2-9 1,-2-9-68,6-12 1,5-11-1240,7-14 0,-1-10 944,1-6 0,-2-11-1018,3-10 0,0-3 1978,-5-1 0,-4-3 0,-5 0 0,2 0 0,2-2 0</inkml:trace>
  <inkml:trace contextRef="#ctx0" brushRef="#br1">4354 5395 7817,'-5'12'2840,"-6"1"-2056,-6-1 1,-5 5-389,1-1 0,-2 6-175,-2-1 0,-6 8 861,-7 4 0,1 3-487,-4 1 1,-2 4-2021,2 1 1,-8 5 597,0-2 413,-6-2 0,24-20 0,-2 1 0,0-3 0,-1 0 206,-3 2 0,-1-2 208,-4 2 0,-1 0 0,-2 0 0,0-1 0,-2 1 0,-1 0 0,0 0 0,0 1 0</inkml:trace>
  <inkml:trace contextRef="#ctx0" brushRef="#br1">2034 6561 7817,'-5'7'1779,"-1"0"-1241,-2-3 1,5-3 884,12 3 1,6-2-853,14-2 0,8-4 0,11-2 159,9-1 0,-22 3 1,1 0-318,9-2 0,1-1 1,8-1-1,3 0-692,6 0 0,2-1 1,3-1-1,0-2 309,-20 5 1,1 0 0,-1 1 0,0-1-1,0 1 1,1 1 29,2-1 0,0 0 0,0 1 1,-2 0-1,0 1 0,-1-1-179,21-1 0,-2 0 0,-2 2 0,-1 1-201,-8 1 0,-1 0 0,3 1 0,0 1 319,0 0 1,0 0-1,1-2 1,0-1-491,-3 2 1,0-2-1,-2-1 1,-1 0-181,-5 2 1,0 0 0,-2-1 0,0 0-478,-3 1 0,1 0 1,1 1-1,-1 0 655,0-4 0,-1 1 0,-1 2 0,-1 0-500,-5-2 0,-2 0 993,34-4 0,-3-8 0,-1 1 0,1 0 0,1-1 0</inkml:trace>
  <inkml:trace contextRef="#ctx0" brushRef="#br1">7654 5209 7817,'11'-23'-912,"-3"2"1,3-3 1724,-2 4 0,-2-4-238,1 0 0,-1-1 4,1 0 1,-2-1 295,-6-3-556,0 8 1,0-8 153,0 9-257,0-4 1,-6-1-40,-2 1 1,-5 0 0,-2 2 121,-1 1 0,-6 2-200,1-2 0,-3 3 73,0 6 0,-3 4-319,-1 0 0,-4 5 119,-5-1 1,-2 5-129,-2 7 1,-5 3 75,-8 14 0,-2-1 1,-6 7-63,0 0 0,4 7-1320,0-1 1526,29-14 1,0 0-1,-1-1 1,1 0-73,1 2 1,2 2 0,-22 25-1378,11 2 1383,5 4 0,18-24 0,3 3-30,2 0 0,2 2 0,0 1 0,1 1 0,2 2 1,0 0 151,1-1 1,2 0 0,4 0 0,3 0-62,2 0 1,1 0 0,2-1 0,1-2 185,2-5 1,1 0 0,13 22 163,5-14 1,0-8-137,4-4 1,5-4 15,-1-4 0,2-5-46,-2-8 1,2-2-169,2-6 1,8 0 0,-4-1 158,2-4 0,-4-6-271,-1-5 1,-5-5-834,5 5 0,-8-6 501,-1 1 1,-5 2-1617,-7-2 869,0 0 614,-1-3 0,-8 0-221,-4 3 1,-8-2-1111,0 2 1833,-2-8 0,-2 3 0,0-3 0,0 3 0</inkml:trace>
  <inkml:trace contextRef="#ctx0" brushRef="#br1">7158 4936 7817,'-7'0'1885,"0"0"-640,3 0-835,3 0 0,-5 6 353,6 2 1,0 10-411,0 7 0,0 10 0,0 14-33,0 7 0,0 14-216,0-27 0,0 1 1,0 0-1,-1-1-246,-1 2 1,0 1-1,0 0 1,1-1 323,-3-2 0,0 1-78,2 1 0,1-1 1,-5 25 103,6-3 0,0-13-292,0-12 0,0-8-3779,0-4 2665,0-8 0,6 1 45,2-6 1,-1 1 714,1-5 1,0-1-1,5-1-415,-1-2 853,-5-5 0,10 8 0,-3-4 0</inkml:trace>
  <inkml:trace contextRef="#ctx0" brushRef="#br1">9651 5407 7817,'-5'7'2246,"2"4"-2128,-5-2 1,5 2 2,-1 1 1,-2 6 880,2 3 0,-5 8-424,0 4 0,2-2-512,-1 2 0,4-1-387,-4 1 1,5-1-445,-1-3 0,3-9-2096,1 1 1737,0-11 1124,0-5 0,0-5 0,0 0 0</inkml:trace>
  <inkml:trace contextRef="#ctx0" brushRef="#br1">9589 5159 7817,'9'-12'0,"-1"0"0,0-1 802,5 1-575,-1-1 0,6 1 271,3 0 1,-2 5 0,3 1-1703,4 1 0,0 3-163,7-2 1367,0 3 0,10-5 0,1-1 0</inkml:trace>
  <inkml:trace contextRef="#ctx0" brushRef="#br1">10296 5283 7817,'-17'18'519,"-1"-3"15,-3 6 0,3-6-416,6 2 1338,-1 2 1,-3-1-554,-1 3 1,5-3-727,3-6 1,7 5 0,-1-1-47,6-1 1,4-1 27,5-2 1,6 1-239,3-1 0,3 1-20,5-1 0,-1-1-18,5-3 1,-5 2-33,1-6 0,-2 4 62,2-3 0,-4 3 99,0-4 0,-2 4-23,-6-4 1,-5 6 129,-4-2 1,-5 3-170,1 2 0,-9 0-104,-8 4 0,-5-2-558,-6 6 1,-1-1 364,0 5 0,-4-4-477,0 0 1,-4-5 417,4 5 0,-5-7 1,2-1-1605,0-3 2010,-9-7 0,8 2 0,-10-5 0</inkml:trace>
  <inkml:trace contextRef="#ctx0" brushRef="#br1">12443 5904 7817,'-27'-25'-79,"-2"0"1,3 6-177,-3 2 1,5-1 1183,3 2 0,-4-5-357,0 4 0,0 2 295,-4 7 0,-1 2-323,1 6 0,-4 2 55,4 2 0,0 13-227,4 7 1,-4 11 466,1 2 1,-1 4-423,4 5 1,7 1-705,5-6 188,7-5 0,6-6-284,0-5 0,8-11 313,8-6 0,6-8-34,16-8 1,-1-12-18,12-13 1,-2-8-119,-20 19 1,0-1 0,24-26-210,-1 0 1,-25 24-1,1 0 304,1 0 1,-1 0-1,21-17 195,3 5 1,-13 12 192,0 12 0,-13 6-148,-4 7 1,-6 17 87,-5 8 0,-5 8 198,-8 4 0,-3 0-149,-6 1 0,5-3-158,0-2 0,1-2-22,-1-6 1,2-5-1091,6 1-107,0-11 0,3-1 188,5-13 0,2-10-540,10-11 0,2-6 617,7-11 879,-2-2 0,8-11 0,-3-1 0</inkml:trace>
  <inkml:trace contextRef="#ctx0" brushRef="#br1">13001 4614 7817,'7'-7'2363,"4"1"1,-10 13-845,3 6 0,-2 11-783,-2 14 0,-2 6-83,-2 9 1,-3 11-748,2-28 0,-2 2 0,-2 6 1,0 2 126,-1 3 0,-1 1 0,0 2 1,0-1-196,1 1 1,0 0 0,-2-3 0,1 1-296,3 0 1,0-1-1,0 0 1,1-1-529,2-4 0,1-2 1,1-4-1,1-3 20,2 23 1,1-8-1011,3-9 0,3-2 368,6-14 1607,-1-9 0,6-10 0,1-6 0</inkml:trace>
  <inkml:trace contextRef="#ctx0" brushRef="#br1">13584 5569 7817,'0'-13'0,"-1"5"912,-4 0 0,-3 5-338,-8-1 1,-5 9 809,-8 8 0,-6 12-664,-10 12 0,-2 11-591,18-20 1,0 2-1,1 2 1,0 1 101,-2 0 0,2 0 0,3-3 1,2 0-608,-15 24 1,18-14 124,11-7 0,14-16 177,7-9 19,6-16 1,14-6-29,5-11 1,0-5-270,4-3 0,-2 2-551,-2 2 0,0 3 145,1 2 465,-1 4 0,-5 8 263,-4 8 1,-1 2 206,-3 2 0,1 13 0,-3 7 134,-5 11 0,-2 10-50,-11 5 1,0 4 103,-4 8 0,-1-4-467,-3 8 0,-4 2 247,-9 2 0,-2 1 35,7-34 1,-1 0 0,-1 0 0,-1-1-39,1 3 1,-1 0 0,-2-2 0,0-1 251,0 1 1,0 0 0,-17 27 47,1-3 0,4-15-24,8-5 0,3-19-511,6-10 1,0-6 129,-1-7 1,1-8-272,-1-12 1,6-7 248,3-9 0,3-10-1472,1-11 0,1-7 819,1 30 0,0-1 1,3-1-1,1 0-397,2-5 1,1 1-1,2-1 1,0-1 144,-1-4 1,1-1 889,0 3 0,1 0 0,2-6 0,0 0 0,1 4 0,0 0 0,2-2 0,-1-2 0</inkml:trace>
  <inkml:trace contextRef="#ctx0" brushRef="#br1">13894 5606 7817,'25'12'967,"0"1"1,-6 6-387,-3 6 0,-6 2 708,-2 11 0,-5-4-144,1 7-709,-2-8 1,-2 0 110,0-8 0,9-8-463,4-13 0,7-4-895,1-4 1,12-6-266,4-11 0,3-1 734,-2-11 0,-3 0-43,-2-4 1,1 0-168,-10 0 0,-3 5-245,-13 3 1,-4 7 146,-8 1 622,-8 6 0,-7 3 233,-6 8 1,-6 13 504,-2 8 0,-2 10 830,-3 6 1,5 7-1019,0 2 1,6 5 0,-2-2 619,2 3 0,4 5-697,2-4 0,9 0-362,8-8 0,4-8-1005,4 0 1,4-11 624,9-5 1,6-9-602,6-4 0,6-8 498,-2-4 0,8-9-1953,5-4 0,2-1 2353,1 2 0,-3-8 0,2 3 0,7-1 0,7 0 0</inkml:trace>
  <inkml:trace contextRef="#ctx0" brushRef="#br1">15209 4949 7817,'-12'-13'529,"-1"6"-295,1 3 0,-1 4 328,1 4 1,4 13-178,-1 8 1,1 12 672,-4 0 0,-1 13-495,1-1 1,-2 9 0,-2 0 1,0 4-439,-4 4 1,10-32 0,-1 0-52,-1 1 1,-1 0-1,1-1 1,-2-1-520,-15 29 0,2 0 385,-6 0 0,5 2-508,-1-6 1,8-7 291,5-18 0,8-8 108,3-9 1,11-9-83,6-7 0,6-8 172,7-13 1,5-1 8,3-11 0,3 1-55,1-1 0,-1 0 354,-3 8 1,-2-1-113,-6 10 0,2 0 53,-2 8 0,-3 3 200,-10 5 1,1 7-368,-1 5 1,-5 6-4,-3 7 0,-2 0 367,-2-1 0,-6 2 240,-2 3 1,-3-2-244,-2 2 1,1-7-434,0-2 1,-1-5 67,1 2 1,3-5-1051,1-3 1,0-4 568,-4-5 0,3 0-1021,1 0 1,5-5 516,-1-4 1,3-3 224,1-5 0,1 1 131,3-9 628,3 3 0,6-14 0,-1 5 0</inkml:trace>
  <inkml:trace contextRef="#ctx0" brushRef="#br1">15321 5705 7817,'24'-12'0,"1"-1"0,0 5 942,0 0 0,0 5 566,-1-1 1,1 2-791,0 2 0,-6 0 200,-2 0 0,-3 6-377,-2 2 1,-5 3-374,-3 2 1,-2 3 17,-2 1 1,0 5-276,0-2 1,-5 4-41,1 1 0,-5 0 8,0-1 1,-2 2-163,-1 3 1,0-7 81,-1 3 1,5-8-334,0-1 312,5-7 1,-1-5 104,8-8 1,4-9 0,9-7 1,7-9-293,10-4 1,1-2 93,3 2 1,0-1 340,4 5 1,-4 0 271,3 4 1,-3 7-208,-5 6 0,-4 5 176,-9 7-225,-2 0 0,-7 5 569,-2 3 1,-5 3-224,-8 2 0,-3-1-806,-6 1 0,5-1 286,0 0 0,1 1-1100,-1-1 0,-2 1-918,6-1 1,-2 1 438,2-1 1710,3-5 0,-5 9 0,6-2 0</inkml:trace>
  <inkml:trace contextRef="#ctx0" brushRef="#br1">16251 5742 10227,'1'9'790,"4"-1"0,-4-4-635,3 4 1101,-3 0 0,-1 5-564,0-1 1,0-3-1804,0-1 1,-4 0-1128,0 5 1,-5-1 1206,0 0 0,0-3 1031,0-1 0,-7 0 0,2 5 0</inkml:trace>
  <inkml:trace contextRef="#ctx0" brushRef="#br1">16239 5655 7707,'12'-12'0,"0"4"878,1 0 0,-1 3-353,1-3 1,0 5 337,4-1 1,2 1-377,6-1 0,0 3-553,0-3 0,4-2-645,0 2 0,1-1-1976,-1 1 2687,-3 2 0,10-9 0,-4 4 0</inkml:trace>
  <inkml:trace contextRef="#ctx0" brushRef="#br1">16896 5655 7707,'-12'14'551,"-1"3"0,-3-3 802,-1 2 0,-3 2-651,3-1 0,-6 5 315,-2-2 1,5 4-482,0 1 0,9-2-305,2-2 1,7-2-23,-2-3 1,8 2-606,4 3 1,9-4 100,3-9 0,5 1-97,4-4 0,-1-1-1372,5-4 0,0 0 643,4 0 0,-4 0 1121,0 0 0,-5-6 0,2-1 0</inkml:trace>
  <inkml:trace contextRef="#ctx0" brushRef="#br1">18037 5866 7650,'0'-12'-1198,"0"0"958,0-1 1,0-1 947,0-2 1,-5 1-221,-3-6 1,-9 4-171,-4-3 1,-3 5-73,-5-2 1,-9 9 293,-7 4 1,1 5 734,-2 7 1,6 12-604,-1 13 0,0 4-63,3 4 0,4 2-340,9 2 1,2-2 59,2-6 1,9-6-139,8-7 1,9-10-747,7-10 1,9-4 148,12-4 0,2-12-130,10-9 0,1-12-191,3-1 1,2-7 200,-24 22 0,0 1 0,24-27 242,-24 25 0,0-1 1,0-2-1,1 0 90,-1 0 1,0 0-1,0-2 1,1-1-30,-1 1 0,0 0 1,-4 0-1,-1-1 13,1 1 1,0 0-1,10-21-303,-9 9 1,-6 13 223,-9 8 594,-4 10 1,-10 10 880,-4 8 1,-2 9-698,-1 4 0,4 1 212,-1-2 0,2 2 149,-1-5 1,-1-1-906,4-3 68,1-1 1,6-5-691,2-3 0,8-9 147,9-8 0,4-5-272,4-6 0,2-8 424,7-5 0,0-3-147,4-10 1,-4 3 549,3-6 1,-2-4-70,-2-1 0,-18 27 1,-1 0 93,1-2 0,0 0 0,11-25 40,-5 0 1,-6 14 187,-6 11 130,-7 14 1,0 16 338,-6 11 0,0 9 195,0 16 0,-6 3-420,-2 13 1,-4 5 612,-5 12 0,-3-1-1020,5-30 1,1 0 0,0 3 0,0 0 167,-2 3 0,-1 1 0,3-2 0,-1 0-108,-2-1 0,1 0 0,2-3 0,2-1-1128,-1-2 0,1 0 1,-6 27 247,10-6 0,5-13-156,11-16 1,7-7-1124,14-10 0,7-2 1984,6-6 0,9-3 0,-2-5 0,4-6 0</inkml:trace>
  <inkml:trace contextRef="#ctx0" brushRef="#br1">18025 5792 7622,'0'-13'-1652,"0"1"3299,0 0-549,0-1-649,0 1 0,0 4 666,0-1-762,0 7 1,0-3-78,0 10 0,0 3-87,0 8 0,0 4-176,0 4 1,0 3 93,0 2 0,0 1-855,0 3 1,6 1-110,2-5 1,3 4-501,1-4 1,6-1 1356,3-7 0,8 2 0,2-4 0</inkml:trace>
  <inkml:trace contextRef="#ctx0" brushRef="#br1">19328 4775 7622,'4'-12'0,"0"-1"735,0-5 0,-4 4-262,0-2 1,0 9 17,0 7 1,-6 14 35,-2 15 0,-8 11-295,-5 18 0,9-26 0,-1 2-51,-1 6 1,-1 2 0,0 3-1,-1 0-373,-3 6 1,0 1 0,-2 3 0,0 1 137,-2 1 1,0 1 0,2-1 0,1-1 73,0-4 1,3 0-1,2-5 1,3-1-628,3-8 0,2-1 1,0 29 236,7-25 0,12-9-334,13-24 0,11-5-82,9-11 0,8-3 350,1-14 0,1-3 26,-2-9 1,3-1 275,-27 17 0,-1 0 0,28-16 469,-7 0 1,-1 12-275,-2 13 0,-3 6 481,-6 10 1,-8 10-268,-8 11 0,-5 12 492,-12 13 1,-1 1-244,-7 6 0,-7 0 298,-6 1 0,-1-3-519,2-5 0,1-4-102,-6 4 0,-4-7-71,-4 6 1,-5-2 70,1 3 0,-5 5-214,18-26 0,-1 0 1,-19 25 69,-5-5 0,3-1 204,-3-6 1,3 3-73,-3-3 0,9-8 132,-1-9 0,13-11-300,4-10 1,6-11 29,6-10 0,5-10-563,11-19 1,9-12 418,-2 22 0,3-2 0,1-2 0,2-1-407,5-5 0,2 1 1,0 1-1,2 1 331,2-1 1,2 1 0,-1 2 0,3 2 272,0 3 0,2 2 0,4 4 0,3 3-230,2 3 1,1 3 0,-2 5 0,2 3-11,1 1 0,1 3 0,-5 4 0,0 1-953,-2 1 1,0 2 0,-2-1 0,0 1 1088,-4-1 0,0 0 0,0-1 0,1 0 0,-1-1 0,0 0 0,0 1 0,0 0 0</inkml:trace>
  <inkml:trace contextRef="#ctx0" brushRef="#br1">22193 5556 7650,'-25'-25'0,"1"2"356,-1 2 1,-4 1 165,0 7 1,4 4-156,4 9 1,2 1 250,-2 3 1,-1 14-226,6 11 1,-5 12 176,5 9 0,-6 6-517,1 11 0,9-32 1,0 1 79,0 1 1,0 1 0,2-2 0,2-1-52,-5 27 0,6-7-163,7-5 0,17-17-848,8-12 1,15-13 583,9-8 0,9-14-386,-23 1 1,1-3-1,-1-1 1,0-3 432,4-4 0,0-1 0,2-5 0,-2-1-1687,1-1 0,-1-2 1738,3-4 1,0-1 0,-2-3 0,0-2 246,1-1 0,1-1 0,0-2 0,0 0 0,-3 0 0,0 1 0</inkml:trace>
  <inkml:trace contextRef="#ctx0" brushRef="#br1">23124 4589 7650,'-13'0'2791,"1"0"-2030,-1 0 1,1 8-25,0 9 0,-6 14-60,-3 19 0,-4 12-261,11-26 1,-1 2 0,2 4 0,0 2-608,-1 3 1,-1 1-1,0 3 1,0 0 352,0 1 1,1-1 0,0-1 0,0-1-685,3 0 1,2-2-1,0-6 1,1 0 305,4-1 1,0-1 0,-1-2 0,0-1-1591,1 26 1,1-3 725,7-9 0,9-19-60,7-10 1,9-11 658,4-10 1,3-13 480,2-7 0,-1-5 0,0-8 0,-5 7 0,-3 1 0,-5 7 611,-3 10 0,-8 9-611,-9 11 0,-4 8 1260,-4 9 1,-3 6-583,-6 7 1,1-2 690,-1-7 0,2-3-645,3-5 0,8-7-463,8-6 1,12-8-265,9-12 0,4-8-219,12-17 0,9-6-396,-25 15 0,0-2 0,0 2 0,0-1 369,20-25 0,-5 2-132,-2 2 0,-10 4 68,-8 4 0,-6 7-11,-9 2 0,-15 7 282,-11 1 1,-10 7 472,-6 2 0,-4 6 605,-5 11 0,-2 7-507,-5 9 0,0 6-351,4 2 1,2 4 63,6-4 1,7 1-618,5-1 0,7-4 275,10 0 0,3-6-1712,10-6 1,8-2 1811,12-3 0,0-3 0,5-5 0</inkml:trace>
  <inkml:trace contextRef="#ctx0" brushRef="#br1">24054 5308 7650,'8'0'1274,"1"0"243,-7 0 0,2 6-514,-8 2 0,-8 4-489,-9 5 1,-8 6 81,-4 6 1,-3 6-208,-1-2 1,4-1-394,0 1 1,11-6 48,1 2 1,12-8-115,4-5 1,15-2 108,7-2 1,12 1-324,8-1 0,1-1-86,8-2 0,-5 6-356,5-3 0,-12 5 664,-1-1 0,-7-1-73,-5 6 1,-8 0 643,-9 4 0,-6 1-271,-6 3 1,-6-3 165,-11 3 0,1-7-215,-1-2 0,0-4-139,0 0 0,6-8-935,2-3 1,4-4 507,0-1 0,8-11-1717,5-6 1,11-6 1008,9-6-1,9-8-185,4-9 928,3 4 1,1-12 0,1 3 0</inkml:trace>
  <inkml:trace contextRef="#ctx0" brushRef="#br1">24377 5655 7650,'0'18'0,"0"3"0,0-2 2168,0 2 1,1-2-1054,3 2 0,-3 1-46,4-5 0,3-1-533,4-3 0,3-7-491,10-1 0,3-10-310,9-3 1,4-10-333,1-7 1,5-5 146,-2-7 1,-2 4 420,-2 0 0,-12 1-670,-4-1 0,-14 4 190,-3 8 1,-5-1 219,-3 6 1,-11 1 96,-6 6 0,-10 5 566,-6 8 1,-7 9-271,-2 7 1,1 9 465,4 4 1,5 2-263,3-2 0,4 6-112,5-6 0,7 5-370,9-5 0,10-2 283,6-2 1,12-5-758,9-3 1,9-9 301,8-7 1,5-11-530,7-6 0,0-6 343,0-7 0,-5 0 94,-4 0 1,-8 2 811,-8 2-340,-6 3 0,-17 13 489,-5 5 0,-9 7-366,-9 9 1,0 3 1518,-12 6 0,6 4-714,-2 0 0,5-5-546,4-8 0,5-2-220,11-2 1,7-5-544,14-3 1,8-9-512,9-8 0,9-6 681,7-10 1,-30 14 0,-1-1-292,5-3 1,-1 0-1,-3 0 1,1 0 230,0-2 1,0 0-1,0-1 1,0-1 16,-2-3 0,0-2 0,1 0 0,-1-2 75,-3-2 1,-2-2 0,3-3 0,0-2-303,-2-3 0,0-2 0,0-3 1,-2-2 351,-3-1 1,2 1 0,11 1 0,3 3 144,-10 4 0,-3 3 0,11-17 1101,-65 22 0,6 18-630,6 15 1,45 11 63,26 9 0,-46 6-215,-21 8 0,-27 1 70,10-10 1,-2 0 0,-17 23 81,16 10 0,2 1 24,18-26 1,2 1 0,-9 29-383,4 3 0,8-1-546,3 1 0,4-1-945,1 5 1,7-7 1326,5-1 0,-2-5 0,9-7 0,9-1 0,8 1 0</inkml:trace>
  <inkml:trace contextRef="#ctx0" brushRef="#br1">27503 4552 7739,'11'12'0,"-2"2"0,12 2 0,0 12 0,4 13 0,-8 10 0,-4 15 0,-8 3 858,-6-32 0,-2 1 1,0-1-1,-2 0-872,-3 0 1,-1 1-1,0 1 1,-2 1 13,-3 1 0,-1 1 0,-3 6 0,-1 1 0,-3 1 0,-1 0 0</inkml:trace>
  <inkml:trace contextRef="#ctx0" brushRef="#br1">27664 6586 7649,'-12'37'2383,"-1"0"1,6-1-1196,3-3 1,1-4-757,8-8 0,-8 1-432,7-6 0,-14 1 0,-9-5 0</inkml:trace>
  <inkml:trace contextRef="#ctx0" brushRef="#br1">7344 6896 7606,'0'7'327,"0"8"1,0-1 257,0 3 0,5 5 106,4 7-305,2 9 0,1 13 445,1 11-1061,-9-27 0,-2 3 0,2 4 0,-2 2 373,-2 4 0,0 0 1,0 0-1,0 0-65,0-1 1,0 1 0,0 2 0,-1 1 0,-1-4 0,-1-1-15,-1-1 0,0-1 0,1-1 1,1-1-128,0-4 0,0-2 1,-1 3-1,0-2 92,-1 29 0,0-10-251,4-11 0,5-16 88,4-8-343,2-6 0,1-8-813,0-3 1,1-4 1507,-1-4 1,-2-9 0,0-7-831,-1-4 0,6-6 230,-2-3 0,-2-10-421,1-7 803,1-5 0,-4-8 0,4-3 0,-4-3 0</inkml:trace>
  <inkml:trace contextRef="#ctx0" brushRef="#br1">7518 7330 7606,'0'-17'213,"0"1"1,-6 5-86,-2 7 1,-7 2 534,-2 2 0,-6 6-215,-2 2 1,-1 8 8,-7 5 1,-5 8-662,-3 4 1,0-3-664,4-1-17,5-2 0,1-4 113,7-2-50,4-3 1,8-13 175,8-5 645,8-11 0,4-14 0,9-8 0,-3-7 0,2-1 0,2-6 0,-1 2 0,-1-4 0,-2 3 396,2 4 0,-2 8-5,3 13 0,-2 3-163,1 6 0,0 5 739,4 3 0,1 4-380,4 4 0,5 4-42,3 9 0,4-4-192,5 4 0,-2 1-218,5-2 0,3 1-1028,10-5 708,-5 1 0,-19-7 1,2-1-1,26 4-1276,1 0 0,-3 4 1461,-2 8 0,-2 0 0,5 1 0,-2 0 0,0 5 0,-1 4 0</inkml:trace>
  <inkml:trace contextRef="#ctx0" brushRef="#br1">6711 9451 7606,'13'0'0,"0"-5"694,4 1 0,5 2-227,11 6 1,9 3 403,15 5 0,3 0-658,-26-5 1,2-1 0,-1 0-1,0 0-281,2 1 0,1-1 0,-1-2 1,0 0 4,1 0 1,-1 0 0,30-1 73,-5 1 1,-5-4-928,-8-4 1,0-2 629,-4-2 0,-8 1-2029,-8 3 2315,-8 3 0,-6-5 0,-3 6 0,4 0 0</inkml:trace>
  <inkml:trace contextRef="#ctx0" brushRef="#br1">7270 9500 7606,'-20'43'0,"2"-2"796,6 9 1,5-1-303,3 13 1,3 5-476,1-28 0,0 0 0,-1 0 0,0-1 232,-1 4 1,0-1-1,-1 0 1,-1 1-305,-2 1 0,0 1 0,0-3 0,1 0 47,0 1 0,1-1 1,-1 25-265,5-4 1,1-15 473,3-10 0,3-11-1354,6-9 38,-1-9 0,1-8 469,-1-8 0,0-9 365,1-3 1,-2-4 277,-3-1 0,-2-5 0,-6 4 0,0-4 0</inkml:trace>
  <inkml:trace contextRef="#ctx0" brushRef="#br1">7108 10182 7606,'9'0'653,"-1"0"1,0 0-211,4 0 1,2 0 417,3 0 0,8 0-404,8 0-1,4 0-288,4 0 0,3 0-70,6 0 0,5-1-386,3-3 1,-3-2-786,-1-2 0,-3-2 735,-1 6 1,-2-4 337,-3 4 0,-2 0 0,-6 4 0</inkml:trace>
  <inkml:trace contextRef="#ctx0" brushRef="#br1">8088 10220 7834,'0'17'450,"0"4"0,-5 3 681,-3 0 0,2 11-298,2 2 0,-2 8-348,2 1 0,-4 2 83,4 2 1,0-6-183,4-3 0,0-9-424,0-7 0,1-6-59,3-7 0,4-5-62,9-3 1,2-8-630,6-4 1,0-13 424,0-3 1,4-9-316,0-1 0,-2-6 176,-6-1 1,2-2-200,-2 2 1,-7 7 265,-2-4 0,-4 11 435,1 2 0,0 6 620,-5 6 6,1 6 1,-5 5 522,0 10 1,-5 7-584,1 14 0,-4 3 26,4 5 1,-4 0-117,4 0 1,-5 1-288,5-1 1,-1-1 20,0-3 0,4-3-779,-3-5 1,4-5-178,4 1 1,-1-7-658,5-2 0,0-5-1409,5-7 2812,-1-5 0,6-13 0,1-8 0</inkml:trace>
  <inkml:trace contextRef="#ctx0" brushRef="#br1">8560 10294 7834,'0'12'2413,"4"1"-1253,0-1 1,0 7-516,-4 6 0,0 6-278,0 6 0,0 1-157,0 4 0,0-4-11,0 4 1,0-5-356,0-4 0,1-4-471,4-8 1,-3-5-216,7-8 1,0-4 476,8-8 0,-2-9-404,6-12 1,-2-1 243,2-8 1,1-3 391,-6-4 1,2 5-35,-1 7 1,-8 4 240,4 5 0,-4 3 802,4 9 33,-6 2 0,-2 17 102,-5 6 0,-1 9-439,-3 3 1,1 6-402,-5-2 0,5-2 65,-1 2 0,2-5-805,2 1 1,2-8 427,2-5 1,3-8-1335,5-4 1,6-2 193,3-2 1281,8-6 0,8-12 0,7-8 0</inkml:trace>
  <inkml:trace contextRef="#ctx0" brushRef="#br1">9279 10455 9183,'-12'0'615,"-1"2"-108,1 2 0,-2 4 917,-2 8 1,1 9-700,-6 8 0,0 9 252,-4 3 0,2 5-610,2 4 1,5-9-511,7 0 0,5-11 213,8-10 0,5-10-598,7-10 0,8-11-17,5-9 0,5-9-398,-1-12 1,4-6-190,5-2 1,-5-4 501,0 0 1,0-5-92,-4 0 1,2-5 279,-2 1 1,-3-4 106,-17 29 0,-1 0 0,10-32 87,-13 30 0,-1 0 1,8-30 388,-7-1 1,-4 15 858,-1 10 70,-2 13 0,-4 23 63,-2 13 0,-3 14-555,-5 11 0,-1 8 619,1 5 1,-5 8-791,1 3 0,-5 0 467,5 1 0,-1-6-345,5 2 1,-1-3-625,1-1 1,5-2-497,3-3 0,2-2-517,2-6 1,0-1-440,0-3 0,7-8 728,6-9 1,1-7 10,6-5 0,2-10 325,7-6 1,-3-5 221,3-3 1,-7-2-110,-1 5 1,-2 1 700,2 3 0,-3 6 218,-6 3 1,1 8 553,-1 5 0,-5 7 186,-3 5 1,2 2-595,-2 2 1,4-2-711,-4-2 1,10-3 36,-2-6 1,5-5-140,0-3 0,6-8 152,6-4 1,10-14-752,-2-7 0,3-5 76,-3-4 1,-5 3-240,-3 2 1,-5-6 387,-3 6 1,-4 0 167,-9 8 0,-3 2 92,-5 2 1,-6 4 24,-7 9 1,-6 9-1,-10 12 1,1 10-26,-5 10 1,2 7 1386,-3 2 1,4 3 1881,5-4 0,2 1-2093,2-5 1,-1 3-1605,6-3 1,5-2 437,6-11 0,5-4-543,5-4 0,1-7 394,7-5 1,6-10-956,6-6 1,1-10 548,7-7 1,-1-6 21,1 2 0,1-3 267,-5-1 0,2 0 486,-2 0 0,-2 0 0,6-1 0,-4 7 0,4 2 0,-5 5 619,1 8 1,-4 5-383,-5 11 0,-2 5 978,-5 4 0,-2 8-465,-3 8 1,-2 1-216,-6 8 1,0-1-179,0 4 0,0-4-125,0 0 0,-5-5-853,1 0 581,0-1 0,5-9-204,4-6 1,7-7 178,9-9 1,2-4-710,2-8 1,7-5 290,5-8 0,0 3-149,4-3 1,-2 7 225,-2 1 0,-1 2 78,-3-2 1,-3 5 489,-5 7 0,-5 4-196,-4 5 1,-6 9 1207,-2 4 0,-5 8-630,1-1 1,-4 4 392,-4 0 0,1-3 290,-5 0-981,5-6-180,-2 3 0,11-11-113,7-3 1,1-10-35,6-6 1,5-5 156,4-3 1,5-4-466,0 4 1,0-2 133,-1 1 0,-3 3 288,-5 6 0,-1 1-122,-4 2 1,-2 4 855,-5 5 1,-6 7-347,-3 5 1,-3 2-147,-1 7 1,0-2-209,0 2 0,-4 1 181,0-6 0,0 1-807,4-5 0,0 0 368,0 1 1,5-6-736,3-3 0,8 1 388,0 0 0,8-1-588,0-4 1,1-2 134,4-2 1,-3 3 990,-1-3 0,5 2 0,2 2 0</inkml:trace>
  <inkml:trace contextRef="#ctx0" brushRef="#br1">11537 10740 7682,'12'7'-1218,"-3"-1"1835,-1-6-252,0 0 1,5 0 136,-1 0 0,0-6-118,1-2 0,-1-3 266,1-1 0,-1-1-216,0 1 1,1 1-82,-1 3 1,1-3-276,-1 2 1,0-3-210,1-5 1,3 2-19,1-6 1,4-3 185,-5-5 34,1-6 1,-2 5 42,-3-3 0,2 3-116,-10 5 1,-1 1-122,-7 4 0,-4 7 9,-9 9 1,-2 4 51,-6 4 309,-5 9 1,2 11 0,-4 11 95,2 5 0,1 4 46,4 6 0,6-5-202,2 1 0,5-2-77,4 1 1,2-4-216,6-7 0,11-7-328,6-10 0,12-8 63,8-13 1,6-10-292,6-10 1,1-8-716,0-9 1,1-4 1040,-24 21 1,-1-1-1,20-18 1,-1 6 70,-5 7 1,-8 9 677,-3 4 1,-10 10-325,-6 7 1,-7 13 390,-6 12 0,-5 1-326,-3 7 0,-5 0 1344,-3 4 0,2-1-579,-3-3 1,2 2 74,-1-6 0,2 2-1050,-3-6 0,9-3 109,4-10-749,3-5 0,9-4 493,8-11 1,5-7-401,12-14 1,6-4 174,6-9 1,5-7-409,-23 20 0,0 0 0,-1-1 0,0-1 535,3 1 0,0-2 1,-1-4-1,-1-1 46,4-1 1,0-2 0,1-9 0,-1-2-386,5-2 0,-1-1 0,-1-3 1,-1 0 452,-1-1 0,-2 0 1,-1 1-1,-3 1 186,0-3 0,-2 2 0,-4 9 0,-1 1-90,-4 4 1,-1 3 0,8-13 416,-2 19 1,-4 18-281,0 12 1,-6 13 575,-2 8 1,-5 6 100,1 6 1,-3 9 777,-1 7 1,-4 9 121,0 4 0,-6 5-994,6-28 1,0 0 0,1 1 0,-1 1-303,0 6 0,0 1 0,2-4 0,1 0-133,-1 4 0,0-1 1,1-4-1,1 0-700,-1 1 0,2-1 1,0-1-1,0 0 266,3-1 1,1 0-1,3 25-533,8-8 1,-2-15 381,-1-15 1,-1-10-512,0-10 303,-5-2 1,-2-8-147,-10-2 1,-4-5-337,-12-3 0,-5 1 519,-11-6 1,-6 0 390,-3-3 1,2-7 169,-1-2 0,5-3 663,-1-1 0,3 1-338,5 3 1,3 4 692,5 9-458,11 2 0,12 11 814,18 3 1,10 8-364,16 4 1,7-2-540,9-2 1,10-3-750,-31 0 1,0-2 0,1-1 0,1-1 275,5-1 1,-1-1-1,-1-2 1,0-1-780,3 0 0,1 0 0,3-3 1,1 0 779,2 0 0,0 1 0,1 0 0,1 1 0,1-2 0,1 1 0,-1-1 0,1 0 0</inkml:trace>
  <inkml:trace contextRef="#ctx0" brushRef="#br1">15730 10331 7668,'-23'0'848,"2"0"0,-1 0-349,5 0 0,6 6-386,7 2 1,6 7 245,6 2 1,11 3 238,14-3 1,9-2-252,3-7 1,13-2-350,4-6 0,-27-3 0,0-1-275,0-1 1,1-3-1,0-4 1,1-3-1,0-2 1,0-3 0,-1-4 0,0-2 52,-3 2 0,0-2 0,-1-2 0,-1-1 95,-5 0 0,-2 0 1,-2-3-1,-3-1-440,-3 0 1,-3 0 0,0 0-1,-1 0-596,9-29 1165,-3 5 0,-7-1 0,-3 6 0,-4 2 0,-3 6 0</inkml:trace>
  <inkml:trace contextRef="#ctx0" brushRef="#br1">16090 9711 7668,'-13'34'363,"1"0"0,-1 0 0,1 2 0,2 1 0,2 0 161,1 2 0,2 1 0,1 0 0,1 1-656,2 3 0,2-1 0,-1-2 0,0-1 354,0 0 0,0-1 0,0 31-16,0-4 0,5-9-1157,4-8 0,3-11 399,5-14 0,6-11-37,6-13 0,7-13 23,1-11 1,6-14 142,6-11 1,-23 19-1,-2-2-798,1-5 0,0-1 1221,-3-1 0,0-2 0,2-3 0,0-1 0,-1 1 0,0 1 0,1 1 0,0 0 0</inkml:trace>
  <inkml:trace contextRef="#ctx0" brushRef="#br1">16859 8930 9529,'0'15'1396,"0"6"0,0 13-904,0 20 1,-11 15-147,3-27 0,-1 2 0,-1 5 1,-2 2-891,0 4 1,-1 1-1,-1 2 1,-2 1 820,0 3 1,-1 0-1,1-1 1,0 0-94,0-3 0,-1-1 0,3-1 0,1-3-186,-2-4 0,1-3 1,3-2-1,1-2 64,1-5 1,2 0 0,0-1 0,1-1 468,-2 22 1,2-7-3014,6-21 0,13-13 1065,7-16 1,9-12 521,9-13 0,0-15 420,4-9 0,-4-5 998,3 0 1,-2 0-326,-2 1 0,-5 6 134,-3 14 0,-8 4 1076,-5 8-1333,-2 9 1,-9 19 1082,-5 13 0,-11 13-419,-9 9 0,-4 9-179,0-2 1,4 2-216,4-5 0,2-1-353,1-7 1,7 0-359,1-9 1,7-6-355,6-6 0,2-9 232,10-4 0,7-8 106,6-4 0,3-9 382,1-3 0,0-9 0,0-3 0</inkml:trace>
  <inkml:trace contextRef="#ctx0" brushRef="#br1">17467 10220 7708,'-18'-6'93,"-1"5"83,-6-3 0,4-2 46,0 2 1,6 0 156,-1 4 0,3 7 239,5 5 0,-4 11 203,-1 11 1,5 7-342,-4 4 1,3 5 309,1 4 0,2-5-337,6 1 1,2-13-532,2-12 1,8-11 136,9-10 1,8-4-110,4-4 1,7-14 118,1-11 0,5-11-572,-5-6 1,5 0-62,-5 0 0,0-1 86,-3 6 0,-7-5 124,-2 5 0,-1 1 38,-7 7 0,-2 3 230,-15 5 1,-1 6-92,-7 2 0,-9 9 158,-7 4 0,-9 9-27,-5 8 0,-5 6 67,-3 10 0,-3 7 168,3 5 0,2 6-8,7-2 1,-1 4 121,5 0 0,-3 9-109,7 0 1,5 0-367,11-9 1,7-2 322,10-5 1,7-8-715,14-13 1,4-5 221,8-7 1,2-5 24,3-8 1,6-7-622,-2-6 1,6-9 102,-2 1 1,5-8 833,-1 0 0,-27 14 0,0 1 0,2-2 0,0 1 0,2 0 0,1 1 0,0 1 0,1-1 0</inkml:trace>
  <inkml:trace contextRef="#ctx0" brushRef="#br1">18310 10232 7708,'-12'25'2362,"0"0"-1831,-1-1 1,-3 5-62,-1 0 0,-5 7-150,1 1 0,3-4 410,2 5 1,2-11-381,2-2 0,5-6-340,3-6 1,4-7-233,4-1 1,4-5 215,9-5 1,7-3-284,9-8 1,5-5 204,3-8 1,3-3-1098,6-5 0,-5 0 596,1 0 1,-6 1-41,1 3 0,-9-2 273,-7 6 1,-6 1 156,-7 3 1,-6 5 410,-6 4 1,-11 3-220,-10 5 1,-13 3 79,-8 5 1,-5 7-83,-2 5 1,-5 11 451,0 11 1,-1 1-49,1 3 1,8 0-336,-4 3 1,14-2-451,3 2 0,11-6-641,5-2 0,10-7 1027,7-1 0,-1-4 0,9-5 0,3 3 0</inkml:trace>
  <inkml:trace contextRef="#ctx0" brushRef="#br1">18943 10009 7689,'12'11'2027,"1"-3"1,-1 4-2659,1 1 1,-1 5 169,0 7 1,-5 1 1162,-3 3 0,-4 2-269,-4 7 1,-7-1-100,-5 0 1,3-4-406,5 0 1,1-7 30,-1-1 0,-2-1-31,6-8 0,1-5 72,8-7 0,3-4 81,8-4 1,4-6-46,4-10 1,1-2-81,0-11 0,5 4-47,3-4 0,-1-5-77,1-3 0,-1 0-927,1 4 1,1-1 583,-5 1 0,5 5 510,-6 3 0,6 3 0,-8 4 0,-4 6 0,-4 7 0,-2 7 0</inkml:trace>
  <inkml:trace contextRef="#ctx0" brushRef="#br1">19501 10145 7689,'0'25'0,"-4"4"888,0 0 1,0-4-477,4-5 1,0 1-210,0 4 0,1 0-125,3-1 1,7-6-327,6-5 1,10-6 132,2-7 1,7-3 255,6-5 1,2-6-48,5-11 1,2-1-272,3-3 1,-7 3 43,3-3 0,-10 3 88,-3 1 0,-7 4 279,-9 0-231,-3 6 1,-13 3 703,-5 8 0,-7 5-142,-9 7 0,-8 2 54,-5 11 1,-1-1-227,1 5 0,3 0 77,-3 0 0,8-2-561,5-2 1,8-3 126,3-6 0,5-5-258,5-3 1,3-2 179,8-2 1,9-6-619,8-2 1,4-9 43,5-3 0,-4-4-150,4-1 1,-9 1 254,-4-1 1,-3 0 156,-1 0 1,-6 6 121,-2 2 24,-9 4 1,-8 6 312,-8 2 0,-9 10-145,-4 3 1,-1 7 283,2 2 0,-4 5-45,4-2 0,2-2 80,1-1 1,3 1-850,2-2 0,1 2 270,3-1 0,-2-6-331,6 5 1,0-9 630,4 6 0,5-4 0,2 4 0</inkml:trace>
  <inkml:trace contextRef="#ctx0" brushRef="#br1">19687 10468 7677,'-8'0'931,"0"0"1,4 0 323,-5 0-245,7 0 181,7 0 1,9-6-581,11-2 0,1-5-506,3-3 0,3-3 52,5-6 1,-4-6-433,0-2 0,0-2-57,4-3 1,0-4 28,1-4 1,-2-1-105,-3 2 0,-9 8 194,-7 8 0,-9 4-59,-4 4 0,-4 5-19,-4 7 0,-10 4-73,-10 5 1,-7 5 76,-6 4 1,-2 7 426,-2 5 1,1 8-273,-5 4 1,5 8 822,-2 5 0,11 6-209,6 2 1,1 5-174,8-1 1,5 3-236,7 1 0,4-7 124,4-6 0,12-7-278,9-13 1,12-7 122,1-14 1,7-8-352,1-8 1,2-13-411,1-4 0,0-12-402,-4 0 0,-3-3-339,-9 3 0,1-5 712,-5 1 1,-1 1 746,-8 7 0,-2-3 0,-7 7 0,-3-5 0,-3-1 0,-4 2 0</inkml:trace>
  <inkml:trace contextRef="#ctx0" brushRef="#br1">20382 10046 7677,'12'0'311,"1"0"1,-5 1 168,0 3 0,1 5 609,3 7 0,-1 4-155,-3 4 1,-2 8-452,-6 5 1,-2 0-188,-2 5 1,-3-1-103,-5-4 1,4 2-403,0-10 1,5-6 242,-1-6-544,2-3 0,4-9-403,2-5 1,8-12 438,9-13 1,2-5 16,2-8 0,5 1 83,3 0 0,-1 0 357,1 0 1,-1 1-57,1 3 0,-3 8 198,-5 8 1,-7 10-135,-5 7 1,-2 9 1047,-7 11 0,-7 7 141,-9 10 0,-2 0-567,-7 0 1,2 0-52,-2 1 1,-1-7-202,5-2 0,5-4-455,4-4 117,5-3 0,0-13-112,12-5 0,6-11-29,14-10 0,2-2-61,7-2 0,0-4-424,4 0 1,-2 4 273,5 5 1,-9 10-9,1 2 1,-9 5 19,-4 3 1,-4 11 114,-8 6 1,-4 6 5,1 6 1,-7-1-528,3 5 0,-4 0 262,-1 4 1,5-5-297,4-3 0,7-5 132,5-3 0,8 1 624,4-5 0,8 5 0,3-3 0</inkml:trace>
  <inkml:trace contextRef="#ctx0" brushRef="#br1">22851 10133 7669,'-10'-11'1163,"-2"2"1,-9 4-1142,0 5 0,2 7 61,-2 5 0,1 17 536,-5 12 0,0 8-213,0 4 1,0 8-162,13-28 0,0 0 0,-6 31 35,5-11 0,6-6-256,7-14 1,11-12 84,6-9 1,11-7-299,5-1 1,8-15-263,4-10 1,4-9 77,0-12 0,1-2 192,0-5 0,-6 0-39,-3 4 1,-8 1 39,-4 2 0,-4 5-56,-4 0 1,-9 5-125,-8 8 1,-14 6 235,-6 5 1,-13 6-22,-8 7 1,-6 7-45,-7 6 1,1 9 2,-1 7 0,3 4-108,6-4 1,2 0 79,14-5 1,9 0-908,12-4 1121,2 4 0,-3-5 0,-2 6 0</inkml:trace>
  <inkml:trace contextRef="#ctx0" brushRef="#br1">23335 10306 7669,'26'13'1429,"3"-1"1,-3 1-562,3-1 1,1-5-66,-1-3 0,7-3 166,1-1 0,2-5-2101,6-3 1,-1-10 645,2-7 0,2-3-1466,-2-9 0,-2 3 352,1-8 1357,-10 4 1,-5 1-1,-12-1 1</inkml:trace>
  <inkml:trace contextRef="#ctx0" brushRef="#br1">23731 9885 7669,'-24'30'0,"0"-2"494,4 5 1,7 0-381,9 4 0,3 7 1404,1 6 0,0 5-659,0 7 1,0 7-873,-1-32 0,2 0 1,0 3-1,2 0 57,-1 3 1,0 1 0,0-3 0,0-1 23,-2 0 0,0-1 0,0-2 0,-1 0-405,-1-2 1,0 0 0,-5 33 147,-6-6 1,5-10-266,0-2 1,1-10 239,-1-3 1,-8-3-667,4-9 1,-7-4-30,2-13 1,-9-2-905,1-6 1813,-8 0 0,4-4 0,-8-1 0,-3 1 0</inkml:trace>
  <inkml:trace contextRef="#ctx0" brushRef="#br1">25580 10319 7613,'-6'-25'0,"4"0"0,-7 0 0,5 6 638,-4 3 1,0 7-147,-5 5 1,-5 5-58,-2 8 0,-4 10-260,-1 14 1,-4 14 23,1 7 1,-6 2-349,6 6 1,0-8 336,7 4 0,9-11-395,8-6 1,4-9 193,4-7 0,10-14-294,10-16 0,12-8-42,10-16 1,2-4-227,2-9 1,-6 4-71,-3-4 1,-2 4 337,-2 1 1,-1 5 267,-3 3 0,-4 10-104,-9 6 1,-3 8 360,-9 9 0,-2 10 126,-6 10 0,-2 3-119,-2 6 0,-3-6-86,-5 2 1,1-7 280,3-1-734,2-6 140,6-3 0,6-13-508,2-11 1,7-6 377,2-7 0,5-7 304,-2-5 0,4-6 0,1-6 0</inkml:trace>
  <inkml:trace contextRef="#ctx0" brushRef="#br1">26175 9252 7613,'13'-12'491,"-5"1"166,0 2-165,1 4 0,2 12 157,-3 5 1,-4 13-225,-8 12 1,-7 13 81,-6 12 1,6-26 0,0 2-591,1 5 0,0 1 0,-2 3 0,0 1 460,0 5 1,-1 2 0,-1 2 0,-1 1-162,1 4 1,-1 0 0,3-3 0,1-2-367,2-5 1,1 0-1,2-3 1,0-1-166,2-2 1,0-1-1,1-2 1,0-3-1028,3 26 0,7-8 213,6-17 0,0-5 462,8-11 1,0-7-1068,3-6 1734,1-10 0,-5-9 0,-2-6 0</inkml:trace>
  <inkml:trace contextRef="#ctx0" brushRef="#br1">26994 10455 7613,'-16'-19'-293,"-1"2"0,-1-1 77,2 2 0,2-2 1006,-3 1 0,3 8-290,2-4 0,2 9 117,-2 0 1,2 3-238,-6 1 0,1 12 27,-2 9 0,-2 13-53,-6 12 1,2 6-167,2 2 0,-3 0-401,4-5 1,3-2 187,5-6 1,5-6-347,7-14 1,5-9 280,4-8 1,9-5-204,6-8 1,3-4 111,6-12 1,0-5-16,4-4 1,0-1 197,0-3 0,-3 3-64,-1 2 0,-2 2-49,2 6 1,2 2 64,-6 2 1,-2 10-119,-6 11 1,-4 13 61,-9 11 0,1 19 290,-4 15 0,-1 8-143,-4-29 0,0 1 0,-1 1 0,0 0-138,0 0 1,-2 1-1,0 2 1,-1 1 137,-1-3 0,-2-1 1,1 2-1,0-1 53,0-4 0,-1-2 1,-11 34 349,-2-2 1,-5-4-146,-4-4 1,1-9 51,-5-7 0,4-5-42,-4-4 1,6-9-330,-2-12 1,8-5 79,4-7 1,-1-11-472,2-6 0,-1-9 104,5-3 0,1-11-68,3-1 0,4-12-517,8-4 0,1 22 0,3-1-356,4-1 1,1 0 1243,2-4 0,1-1 0,1 0 0,1 0 0,1-3 0,1 1 0,2-1 0,2 0 0,2 0 0</inkml:trace>
  <inkml:trace contextRef="#ctx0" brushRef="#br1">27490 10468 7613,'0'12'0,"0"0"1275,0 1 1,0-1-703,0 1 1,0-1 720,0 0 0,6-5-604,2-3 0,4-2-823,5-2 0,4-7-252,8-5 0,8-12-421,8-9 0,8-4-478,0-5 1,0 4 807,-8-3 0,-3 2 10,-9 2 0,-6 4 82,-10 0 0,-7 11 272,-15 1 1,-13 7-48,-10 6 0,-8 4 578,-6 8 0,0 10 617,-4 10 1,-1 8-744,6 9 1,0 5 592,3 8 0,7-2-399,2 6 1,5 1-97,8 7 1,5-2-143,11 2 1,2-14-600,7-6 0,6-17 280,14-9 1,3-10-631,5-6 1,-4-14-133,0-6 1,4-8-536,4-4 1,4-6 193,0-7 1,-4-2 1172,9-2 0,-7-7 0,2 5 0,2 4 0,1 6 0</inkml:trace>
  <inkml:trace contextRef="#ctx0" brushRef="#br1">28582 9624 9065,'0'8'1453,"0"1"0,0-1-848,0 4 0,0 6 153,0 3 0,-1 9-285,-4 8 1,-6 14 259,-5 10 0,7-27 0,0 0-847,0 0 0,1 0 0,2 1 0,-1 0 190,-1-1 1,-1 0 0,0 1-1,0-1-1304,-7 27 1,-1-4 836,5-13 0,1-4-2010,2-8 1693,-2-2 0,11-17 72,0-6 1,6-12 265,6-9 0,5-5 270,-1-6 0,6-1 374,-1 0 1,3 2-205,0 2 0,1 3 461,0 6 1,-2 5-381,-2 3 1,-3 12 518,-6 4 0,-1 10-326,-2 3 1,-4 1-285,-5 7 0,-1-5 125,-3 1 1,-3 0-418,-6-4 0,1 1 73,0-10 0,-1-3-56,1-5 0,-1-5-416,1 1 0,0-3 246,-1-1 0,1-5-350,-1-4 1,5-2 289,0-1 1,5 0-582,-1-1 1026,3 1 0,1-6 0,0-1 0</inkml:trace>
  <inkml:trace contextRef="#ctx0" brushRef="#br1">28991 10158 7710,'13'4'751,"-1"0"1,1 1-142,-1-1 0,0 3-195,1 6 0,-1 1 418,1 2 1,-5 3-346,0 6 1,-5 0-96,1 0 1,-3 1-315,-1 3 0,-5-2-271,-3 7 1,-5-7 54,-3 2 0,-4-1-142,-4 1 1,3-9 120,0 1 0,6-7 22,-1-6 1,6-3 263,2-5 0,5-1-125,-1-3 0,8-4 674,4-9 0,5-4-328,3-8 0,5 2 117,8-6 0,2 1-261,7-1 1,-1-1-365,0 5 0,0 0-1079,0 4 0,1 6 676,-1 2 0,0 5-444,0 3 1,-4 3 372,0 1 0,-1 4-666,1-3 0,2 4 380,-6 4 919,0-3 0,-5 10 0,1-4 0</inkml:trace>
  <inkml:trace contextRef="#ctx0" brushRef="#br1">29773 10344 7710,'7'8'2655,"-3"0"-2487,-3 0 0,-2 9 413,-3-1 1,-3 1 796,-6-5 1,0 1-629,-4-1 0,3-1 44,-2-3 1,2 2-810,2-6 134,-1 0-465,6-4 0,3 0 271,8 0 1,10-7-194,11-5 1,0 0-164,4-5 0,-3 3-564,-1 2 0,-2 1 542,-2 3 0,-3 2 50,-6 6 1161,-5 0 0,-8 11-519,-12 6 1,-6 6 849,-10 6 0,3 3-496,-3 5 0,4-1-309,4-3 1,5 1-66,8-5 0,9-5 51,11-8 1,17-7-167,13-5 0,11-4-203,9-4 1,2-9-601,-29 3 1,0-1 0,31-8 424,-30 9 1,-1-1 0,22-5-3193,-3-5 3466,-8 12 0,-10-11 0,-3 12 0,-3 0 0</inkml:trace>
  <inkml:trace contextRef="#ctx0" brushRef="#br1">3846 12688 8039,'-9'-17'141,"1"1"1,1-1 455,-1 5-367,2-1 1,8 6 731,2 3 1,8 3-375,9 1 1,8 0 341,4 0 0,4 5-368,5 4 0,-2-3-306,5 3 0,5-7-292,3 3 1,-3-4-334,-4-1 1,-6 0-143,1 0 0,-2-6 390,-2-2 0,-6 1-1765,-2-1 0,-4 1 1886,-4-1 0,2-3 0,-3 4 0</inkml:trace>
  <inkml:trace contextRef="#ctx0" brushRef="#br1">4243 12737 8039,'-11'17'277,"2"-1"1,0 6 1044,5-1 0,-1 4-599,5 4 0,0 2 130,0 7 1,0 10-354,0 6 0,0 6-1012,0 6 1,0 3 524,0-31 0,0-1 0,0 30-302,0-5 0,0-7 297,0-9 0,0-5-876,0-8 1,0-2 410,0-7 0,0-3-6,0 0 463,-5-6 0,4-3 0,-5-6 0</inkml:trace>
  <inkml:trace contextRef="#ctx0" brushRef="#br1">3846 13742 8039,'-25'-6'0,"6"5"1137,2-3-280,9 2 1085,2 2-1354,23 0 1,-1 5 469,17-1 1,5 4-472,3-4 0,2 0-96,-2-4 0,2 0-310,2 0 1,4 0-327,-4 0 0,3-5-1219,2-4 0,4-3 666,-1-5 0,5 2-3292,-4-5 3783,0 4 1,1-7-1,1 4 1</inkml:trace>
  <inkml:trace contextRef="#ctx0" brushRef="#br1">4975 13308 7882,'-13'0'2900,"6"0"0,7 0-2351,9 0 1,7 0 193,5 0 0,4-2-312,4-2 1,4-4-419,8-9 1,3-2 80,6-6 1,-1-5-1408,1-3 0,-2-4 146,-2-5 0,-5 4-908,-8-4 0,-5 5 2075,-12 4 0,-5-3 0,-11 5 0</inkml:trace>
  <inkml:trace contextRef="#ctx0" brushRef="#br1">5359 12774 7882,'-12'5'942,"-1"-1"0,1 5-454,0 0 1,-5 3 407,0 5 1,1 3-351,3 9 1,1 10 265,0 10 0,1 4-719,2 9 0,4-2 432,5 11 0,0-1-435,-1-33 0,2 0 0,10 32-421,5-3 0,8-11-844,5-9 1,3-16 834,5-17 0,4-6-1326,0-7 0,5-7 90,-5-6 1576,6-5 0,-6-2 0,1-1 0,-6 0 0</inkml:trace>
  <inkml:trace contextRef="#ctx0" brushRef="#br1">7208 12502 7930,'-12'-57'0,"4"3"0,3 9 0,5 4 0,9 10 0,4 11 0,2 10 1593,-3 18 0,1 14-456,-1 20 1,1 11-790,-1 13 0,-8-28 1,0 0-232,1-1 1,-2 1 0,-1 3-1,-1 0 131,1 0 0,0 1 0,1 3 0,0 0-152,-1 0 0,0 1 0,0-3 0,0 0 13,-1-1 1,-2-1 0,-1-1 0,0 0-354,0-1 0,0 0 0,0-1 0,0-1-49,2 21 1,0-13-355,0-20 0,5-11-396,4-10 1,2-4 455,1-4 1,0-4-20,1-9 1,-1 2 169,1-6 1,-5 2 729,0-2 1,-4 3-528,5 6 0,-5 5 447,4 3 1,-4 4 219,4 4 0,-4 8 490,5 9 1,-5 9 248,4 8 1,-4-1-530,5 4 0,-1-2-176,4-2 1,-3-4-122,-1 0 1,4-7-460,5-1 0,1-6 146,-2-6 1,1-6-1160,8-3 1,-3-4-245,7-4 1,2-7 1368,2-6 0,9-10 0,2 0 0</inkml:trace>
  <inkml:trace contextRef="#ctx0" brushRef="#br1">8250 13283 7922,'-13'0'-5,"-1"0"1653,-2 0 1,2 1-765,-2 3 0,0 5 783,0 7 1,-5 6-825,-8 11 1,3 2-265,-3 10 0,8-3-159,5 3 1,3-6-668,5-2 1,4-10-189,8-6 1,4-10-371,9 2 1,1-9-41,3 0 0,2-10 403,-2-6 1,2-6-312,2-7 0,-2-5 234,-2-3 1,1 2 354,-5 3 0,3 3-81,-3 4 0,-1-1 366,-3 5 230,-1 6 1,-1 9 396,-3 10 0,-2 6 413,-6 11 0,0 5-538,0 3 1,0 3-216,0 1 0,0-1-186,0-3 0,0-4-1238,0-9 0,1-2 708,4-5 0,3-6-1525,8-3 0,4-14 847,4-6 0,3-8-1370,2-5 2356,-3-2 0,10-7 0,-5 1 0</inkml:trace>
  <inkml:trace contextRef="#ctx0" brushRef="#br1">8857 13196 7877,'0'-12'5669,"0"5"-3279,0 1-1825,-11 17 1,3 2 116,-8 7 1,-4 8-269,0-3 1,2 2-623,1-2 1,3 0 196,2 0 1,5-2-336,3-2 1,3-3 160,1-6 1,6 1-139,7-1 1,5-4 57,7 0 0,4-3-29,-1 3 1,6 0 313,-5 5 1,4-1-90,-4 0 1,-5 1 300,-3-1 0,-6 1-91,2-1 0,-5 0 69,-4 1 0,-3-5-253,-10 0 0,-3 1-287,-8 3 1,-5-4-963,-8 1 0,1-3 623,-5 3 1,0 2-444,-4-3 1,0 3 110,0 1 1001,-6-5 0,-1 4 0,-6-4 0</inkml:trace>
  <inkml:trace contextRef="#ctx0" brushRef="#br1">10706 13370 7767,'18'-32'0,"-4"2"750,2 5 1,2 6-156,-1 2 0,5 10-75,-2 7 0,-2 13 64,-1 11 0,-8 7-165,0 6 0,-7 6-93,3 2 1,-4 2-83,-1-2 1,-4 2-206,0-5 0,-6 3 101,2-4 0,1-5-220,-1-7 0,5-8-371,-1-5-51,2-2 1,4-14 55,2-8 1,7-11 145,5-14 1,5 0 29,-4-9 1,5 4 31,-2 0 0,0 5 492,0 0 1,0 11-166,0 2 1,-2 6 447,-5 5 1,-2 5-121,-3 8 1,2 10 56,-6 11 1,0 5 23,-4 8 1,-4 0-100,0 3 0,-6-2-290,2 2 1,2-6 59,2-2 1,-2-5-842,2 0 0,0-7 147,4-4-981,0-4 0,6-6 245,2-3 1,4-9-22,5-7 1,-2-8 873,6-9 1,-1-4 407,5-8 0,-5 2 0,8-9 0,-1 4 0</inkml:trace>
  <inkml:trace contextRef="#ctx0" brushRef="#br1">11376 13519 7767,'12'0'0,"-1"1"502,-3 3 0,-1 8 171,-3 9 0,-2 8 255,2 4 0,-4 4 306,-4 5 0,-2-2-597,-2 5 1,-2-6-148,6-2 1,0-7-131,4-9 0,3-9-317,5-8 0,2-5 102,10-7 1,3-7-325,5-14 0,0-7-32,5-5 1,-7-1-191,-1 5 0,-1 1-374,-8 3 0,-1 0 366,-6 8 0,-4-1-64,-5 9 0,-7 2 50,-5 7 0,-6-2-129,-7 6 1,-5 2 162,-3 6 0,-2 7 29,2 5 1,-1 6-22,5-1 0,0-2-124,4 2 1,4 0 504,1 3 0,-1 1 0,-4 0 0</inkml:trace>
  <inkml:trace contextRef="#ctx0" brushRef="#br1">13931 13605 7767,'0'-37'1358,"-4"1"-1052,0 3 0,-6-1 317,2 5 1,-7 0-196,-2 4 0,-9 6 169,1 2 0,-6 9-193,2 4 0,-4 9 203,4 8 0,-4 10-106,4 10 1,0 10 66,4 7 0,0 5-448,0 7 0,6-6 125,2-2 1,5-4-397,4-5 1,2-5 164,6-11 0,3-7-588,5-14 1,3-5 387,14-11 1,3-7-549,9-14 1,0-7 50,0-5 1,1-5 100,-1 5 1,0-5 427,0 5 1,-5 5-17,-3 7 1,-8 8 486,-5 5-448,-2 8 0,-7 15 641,-3 13 1,-3 15-122,-1 10 1,0 3 90,0 2 0,0-6-165,0-3 0,0-2-82,0-2 0,6-5-930,2-3 1,3-13 405,1-3 0,6-10-659,3-3 0,7-17 360,1-12 1,4-7-447,-4-5 0,5-5-874,-1-7 1910,-3 2 0,5-7 0,-6 0 0,0-5 0</inkml:trace>
  <inkml:trace contextRef="#ctx0" brushRef="#br1">14415 12762 7767,'0'-19'0,"4"1"0,0 5 0,0 1 0,-4 5 0,-1 7 0,-3 8 0,1 10 1931,-5 7 1,1 11-915,-1 9 0,-3 6 159,2 7 1,-2 2-1106,5-26 1,0 2-1,-1 1 1,0 2-551,-1 1 0,0 2 1,2 3-1,1 1 313,-4 2 0,1-1 1,4-1-1,1-1-245,-3-1 1,0-1-1,3-1 1,2 0-675,-2-4 0,2-1 0,0-1 0,0 1 1085,1 29 0,0-4 0,0 0 0,0-7 0,0-4 0</inkml:trace>
  <inkml:trace contextRef="#ctx0" brushRef="#br1">15060 13605 7684,'-14'-31'0,"-2"2"0,1 4 1248,-6 4 0,2 9-569,-2 8 1,-2 15 220,2 9 0,-8 15-304,-4 10 1,-6 13-610,21-27 1,-1 0-1,-1 2 1,1-1 199,-9 30 1,5-5 31,11-4 1,5-6-460,7-10 1,11-5 155,6-20 1,10-3-105,6-13 1,9-5-7,3-7 0,-1-9-142,2-8 1,-6-3-19,1-1 1,-4 1 116,-4 3 0,-6 4 62,-7 8 0,-5 5-109,2 8 852,-3 2 1,-7 18-491,-3 9 0,-4 15 229,-4 14 1,-2 3-155,-2 5 0,-3 7-350,3-3 0,1 4 264,-2 0 0,1 0-19,-4 1 1,-5-1 17,1-8 0,-8 1 1,-1-1 0,-1-5-51,-7-7 0,4-5 13,-4-8 0,4-8 68,-4-8 1,6-9-80,-2-4 0,-2-9-248,2-8 1,5-8-68,3-12 1,2-1-156,-2-12 0,4-5-712,9-6 1,-2-7 791,8 29 0,0 0 0,0-2 1,0 0-51,2-4 1,0-1 0,1-1 0,0 0 40,0 2 0,2 0 381,2-2 0,2 0 0,-2 1 0,1-1 0,2 0 0,1 0 0,1 1 0,2 0 0,2 0 0,2 0 0</inkml:trace>
  <inkml:trace contextRef="#ctx0" brushRef="#br1">15742 13705 7666,'-24'0'181,"-1"0"0,0 0 9,0 0 0,0 6 171,1 7 1,3 1 528,0 6 1,12-5-401,0 2 1,7-3 154,2-2 1,6-5-256,7-3 1,6-9-19,10-8 0,-1-10-108,5-10 0,3-4-261,1-5 1,3 2-307,-7-5 1,1 3 92,-1-3 0,2 5 125,-6-1 1,-7 9-288,-10 7-195,-5 6 1,-14 13 228,-5 6 0,-13 18 136,-12 15 1,-2 10 100,16-17 0,1 2 0,1 2 0,2 0 146,-2 3 0,0 1 1,2-1-1,1 1 72,1-1 0,1 0 1,-14 31-61,17-31 0,1 0 0,-7 29-135,2-4 0,10-11 31,7-14 1,11-10-562,10-15 1,9-4 266,7-8 0,6-15-150,7-14 1,-1-10 120,-24 17 0,0-1 1,2-3-1,0-1-116,0-2 1,0 0 0,-1-2 0,0-1 280,-3 4 0,-1-2 1,2-1-1,-1-1 205,-2 1 0,0-1 0,0-2 0,0-1 0,-1 0 0,-1 0 0,0 0 0,-1 0 0,-1 2 0,1-1 0</inkml:trace>
  <inkml:trace contextRef="#ctx0" brushRef="#br1">16462 12626 7666,'12'-18'1345,"1"9"-693,-1 1 0,1 12 83,-1 9 1,-1 10-13,-3 10 0,-2 9-282,-6 3 0,-2 10 278,-2 7 0,-8 6-759,2-31 0,-1 0-1,0 3 1,-1 0 220,0 1 0,-1 1 1,-2-1-1,0 0-78,-2 3 1,1-1 0,-2-3 0,0-1-306,-1 2 0,0 0 0,3-2 1,-1-2-48,1-1 1,-1-2-1,4 0 1,0-1-672,-12 24 0,7-10 507,10-14 0,4-13-195,8-16 1,3-6 257,5-6 0,6-7 155,3-14 0,2-3 146,2-5 0,1 4-104,3 0 1,-1 5 240,5 0 1,-4 7 525,4 4 0,-5 4-388,1 0 0,-9 6-188,-3 3 1,-3 8-58,-2 5 0,-5 8 224,-3 8 0,-3 1-70,-1 8 1,-2-3 143,-7 2 0,1 2-81,-8-6 0,0 0-70,0-5 0,1 0-75,-6-3 0,4-2-42,-3-3 0,3-6-692,-3 2 0,4-7 372,0-1 1,2-3-1250,2-1 1,1-1 1558,2-3 0,-2-9 0,4-6 0</inkml:trace>
  <inkml:trace contextRef="#ctx0" brushRef="#br1">16809 13531 8028,'-5'-19'812,"3"-1"-298,-2 4 0,4 6-135,4-2 1,5 4 158,7-1 0,3 6-189,6 12 0,0 2-40,0 14 1,-6-2-117,-2 10 0,-5 4-220,-4 5 1,-2 0 44,-6 0 0,-1-4 31,-4 4 0,-1-5-122,-7-4 1,1-1 85,-1-3 0,1-9-219,0 1 135,5-11 0,1-8 90,6-10 0,6-7 8,2-14 0,13-3 147,3-5 1,9-6-243,1-2 0,-3-2-475,2 1 1,0 2-828,5 3 1,-1 2 663,0-2 1,0 8-855,0 4 1560,1-3 0,-2 6 0,-1-3 0,0 6 0,-1 6 0,-1 6 0</inkml:trace>
  <inkml:trace contextRef="#ctx0" brushRef="#br1">17603 13481 7666,'-16'32'1509,"-1"-3"0,1-3-1353,3-1 0,1 4-156,-1 0 0,5 0 1272,0-4 0,1-1-856,-1 1 1,2-6-751,6-2 0,0-7-2261,0-2 1976,6-5 0,1 2-690,5-5 1,-4-1 161,1-3 1147,-7-3 0,9-11 0,-4-1 0</inkml:trace>
  <inkml:trace contextRef="#ctx0" brushRef="#br1">17516 13357 7666,'-12'-18'0,"0"5"0,5-5 0,3 11 0,8 3 0,4 4 0,8 4 0,1-3 0,8 3 0,-2 2 0,10-2 0,2 0 0,6-4 0,3 0 0,6 0 0,1 0-1063,3 0 791,-3 0 1,4-5-1,-6-2 1</inkml:trace>
  <inkml:trace contextRef="#ctx0" brushRef="#br1">18186 13432 7666,'-25'18'1045,"1"2"0,-1 7-458,0-3 1,4 5 323,1-4 1,-1 0-392,-4 4 0,2 0 8,2-4 0,7 2-154,6-6 0,5-2-314,-1 2 0,8-6 39,5 1 0,7-2 53,5-1 0,4-5-252,4 0 1,1-5 134,3 1 0,3-3-1175,-3-1 0,-1 0 510,1 0 1,0 0-2960,4 0 3589,-5 0 0,9 6 0,-2 1 0</inkml:trace>
  <inkml:trace contextRef="#ctx0" brushRef="#br1">20518 13333 7673,'-12'0'1338,"0"0"-882,-1 0 0,1 6 30,-1 7 0,1 17-163,0 16 0,-1 16-104,7-24 1,0 2 0,-2 5 0,-1 2-470,1 6 0,0 2 1,-3 4-1,1 2 532,2 1 0,0 0 0,-1 1 0,1-1-324,2-2 0,0 0 1,-1-1-1,1-1 178,0-2 0,0 0 1,0-1-1,-1 0-357,1-1 1,0 0 0,0-4 0,1-1 9,1-3 0,0-1 1,-1-3-1,0-1-551,3-2 1,0 0 0,-2 27-346,4-12-59,5-17 0,2-27 1053,6-14 113,-1-9 0,-5-12 0,-2 1 0</inkml:trace>
  <inkml:trace contextRef="#ctx0" brushRef="#br1">20419 13419 7644,'20'-31'1698,"-1"0"-1316,-3 7 0,5-5 412,8 0 0,7 1-311,5 7 1,-1 5-66,-7 8 0,0 2-102,-8 6 1,1 6-467,-9 2 1,-6 8 83,-7 5 0,-4 9-39,-4 8 0,-9 0-495,-7 8 1,-5-1 146,-4 5 1,-4 5 18,13-26 1,-1 0 0,-18 27-78,18-27 0,1 0 0,-19 23-597,2 2 1,0-4 95,-1-5 1012,12-7 0,-3 0 0,9-8 0,-4-8 0,-1-8 0</inkml:trace>
  <inkml:trace contextRef="#ctx0" brushRef="#br1">20866 13531 9059,'5'-7'204,"-2"-4"519,5 3 0,1-3-251,3-2 1,7 1-91,6 0 1,3-1-139,9 1 0,-7 3 61,7 1 1,-3 7-238,-1 1 0,-4 5-169,-9 8 1,-3 5 74,-9 2 1,-4 8 118,-8 1 1,-4 5-252,-9-1 1,-3 3 23,-9 1 1,1 1 123,-5-1 0,4-4-64,-4 0 0,5-1-76,-1 1 0,5-8-156,3-9 4,3-2 0,11-9 270,3-5 0,14-12-46,6-13 1,12-5 6,5-7 0,7-6-30,1-3 0,10 2-714,-1-1 0,2-1 297,-2-3 1,-6 3 517,-3 1 0,-8 8 0,-4-2 0,-3 3 0,-1 3 0</inkml:trace>
  <inkml:trace contextRef="#ctx0" brushRef="#br1">21759 13370 7644,'18'-13'0,"-4"1"159,2 0 1,-2 5-44,-2 2 0,-1 10 561,-2 3 0,-4 10-197,-5 7 1,0 6-99,0 11 1,-1-2-21,-3 5 0,-3-4-114,-6 5 0,2-6-92,3 1 0,3-9 35,5-7 0,1-7-221,3-10 1,9-5 92,7-12 1,9-6-522,4-14 0,3-4 116,1-8 1,-1 1-20,-3-6 1,-4 8 146,-8 1 0,-5 5 20,-7 7 0,-4 6 260,-5 2 0,-11 9-101,-5 4 1,-12 3 98,-5 1 1,-7 5-19,-1 3 0,-5 7 11,5 2 0,1 4-203,7-5 0,-2 5-257,6-5 0,7 5-518,10-4 1,6-1 393,11-3 1,8-1 240,12 0 0,5-1 286,8-2 0,4 2 0,2-4 0</inkml:trace>
  <inkml:trace contextRef="#ctx0" brushRef="#br1">22268 13506 7644,'19'0'582,"-3"0"0,-2 0-148,-1 0 0,-2 3 195,-3 5 0,2 6-241,-6 11 0,0 1 165,-4 3 0,0-2-213,0 7 1,0-11-150,0 2 1,5-10-61,4-3 1,11-5-150,5-7 0,8-11-209,0-5 1,7-12 241,2-5 0,3-7-371,-4-1 0,-1-1 222,-6 5 1,-6 4 63,-7 0 1,-4 7 13,-9 1 1,-5 7 73,-12 10 0,-6 1-82,-14 3 1,-2 2 13,-7-2 0,1 3-225,0 1 0,4 10 89,0 2 0,3 5-133,1-1 1,1-1-5,11 6 1,1-5-330,4 5 0,5-4 208,2 3 1,10-5 443,3 2 0,14 2 0,4 1 0</inkml:trace>
  <inkml:trace contextRef="#ctx0" brushRef="#br1">22888 13630 7644,'0'13'731,"0"-1"1,1 0-397,3 1 1,-1-5 961,5 0 0,2-1-592,7 1 0,3 2-335,9-6 1,-1-1-180,5-7 0,4-4-147,4-9 0,5-2-152,-5-6 1,5 0-282,-5 0 0,-1-4-915,-7 0 1,-1-1 630,-3 1 0,-8 7-729,-1-3 0,-10 7 270,-6-2 1132,-3 5 0,-6-14 0,-2 3 0</inkml:trace>
  <inkml:trace contextRef="#ctx0" brushRef="#br1">23297 12911 7702,'-16'8'0,"-1"0"0,1 1 503,3 3 1,1 5-105,-1-1 1,1 12 157,0 1 0,3 12-198,1 9 0,5 2-117,-1 10 1,3 3-32,1-28 0,0 0 1,0 1-1,0 0-286,0 1 1,0 0 0,-2 4 0,0 1 178,0 3 1,0 1 0,-3 3-1,0-1-6,1 0 1,0-1 0,-2 2-1,1 0-164,-1-3 1,-1-1 0,1 1-1,0-1 94,0-1 1,-1-1 0,0 0 0,-1-2-354,2-5 0,0-1 0,-2-1 0,2-2-33,2 24 0,-4-8-402,4-9 1,-6 0 288,2-3 1,-2-5 145,2-13 1,-7-3 671,2-9 0,-6-2-360,2-6 0,-5 0 483,2 0 0,-9 0-498,-4 0 0,-9 0-209,-3 0 1,1-2 153,-2-2 0,1-8-569,-5-9 0,6-4 652,3-4 0,5-4 0,1-8 0,1-5 0,1-2 0</inkml:trace>
  <inkml:trace contextRef="#ctx0" brushRef="#br1">25009 12402 13576,'6'-7'-1064,"1"2"555,5 5 1,6 14 1381,3 11 0,-3 21-608,-2 21 0,-9-27 0,0 2-555,0 3 1,-2 1-1,-1 5 1,-2 0 250,-1 3 0,-2 0 0,-1-2 1,-2-1-197,-1-1 1,-2-1-1,-1-1 1,-1-1-112,1-5 1,0-1-1,-1-2 1,0-1-921,-8 24 0,2-1 1266,-5-3 0,-3 0 0,3-1 0,5 7 0</inkml:trace>
  <inkml:trace contextRef="#ctx0" brushRef="#br1">24922 14734 7612,'7'19'4295,"3"-1"-3823,-6-5 1,0-1-2425,-4 0 104,6 1 1848,1-1 0,0-5 0,-2-1 0</inkml:trace>
  <inkml:trace contextRef="#ctx0" brushRef="#br1">26610 12328 7715,'0'12'2609,"0"1"0,0 7-2840,0 9 1,0 13 98,0 20 0,0-25 0,0 3-340,0 9 1,0 1-1,0 2 1,0 1 448,0 3 1,0-1 0,-3-4 0,0-1-50,-1-2 0,0-1 1,-2-2-1,-1 0-34,0-2 0,-2 1 0,-3 0 0,-1 0 10,-3 1 0,-1 1 0,-1-2 0,-1 0-480,-2 1 1,0 1 0,2-2 0,-2 0 247,-1-1 1,-1 1 0,0 1 0,0 1 327,-1-1 0,-1 1 0,0 0 0,0 0 0,0-1 0,1 1 0,-1 1 0,0 1 0</inkml:trace>
  <inkml:trace contextRef="#ctx0" brushRef="#br1">26138 14722 7673,'0'37'1093,"0"-1"139,0-3 0,0 1 256,0-5 0,0 0-752,0-4 1,1-6-861,4-2-365,2 2 1,6-11-1502,4 0 1990,-3-10 0,15-16 0,-3-8 0</inkml:trace>
  <inkml:trace contextRef="#ctx0" brushRef="#br1">28123 12365 7746,'19'0'0,"-1"0"2089,-5 0 0,3 3-1295,1 5 1,5 13-1023,-2 16 1,-3 13 64,-5 12 1,-10-26 0,-4 1-365,-3 4 1,-2 0 0,-2 5 0,-1-1 209,-4 3 0,-1-1 1,-1 0-1,0-1-256,-2-1 0,-1 1 0,0-3 1,-1 1 572,0-3 0,-1 0 0,-1 5 0,0-1 0,-3-1 0,0 0 0</inkml:trace>
  <inkml:trace contextRef="#ctx0" brushRef="#br1">27714 15056 7616,'11'34'2509,"-3"-1"1,-1-11-1056,-3-2 0,3-9-348,5-2 1,1 0-1011,-1 8 0,0-8-1049,1 4 953,5-9 0,1 7 0,6-4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2121 3708 8029,'0'-12'1988,"0"-1"-1584,0 1 0,0 4 430,0 0-533,0 5 1,0 0 213,0 11 1,0 2 172,0 11-416,0 5 1,0 7 92,0 8 0,0 3-144,0 6 1,-4 8-386,0 8 1,0-29 0,0 0 88,2 6 0,0 1 0,-3 2 0,0 1-290,1 0 1,0 1 0,-3 0-1,-1 1 151,-1 1 1,1 0-1,-1 1 1,1 0 134,2-1 1,0-1-104,0-3 1,0-1 0,1-5-1,1-2 1,1-2 0,0-1-579,-3 31 489,2-14 1,4-9-632,0-14 607,0-14 0,1-4 0,3-11-487,5 0 0,3-7 602,5-5 0,-4-8 180,4-9 0,2-8 0,1-7 0</inkml:trace>
  <inkml:trace contextRef="#ctx0" brushRef="#br0">2245 3870 8141,'0'-25'425,"5"0"173,-1 0 1,1 2-192,-1 2 0,-1 3 93,5 6 0,1 5 116,3 3 1,5 2-122,-1 2 0,2 6-172,-1 2 0,-2 4 68,5 5-413,-4 2 0,1 6 195,-4 0 0,-5 0-103,0 0 1,-3 5 103,3 3 0,-5 3-725,1 1 0,-8 6 13,-5 2 0,-2 3-39,-1 2 0,-5-6 1,-1-3-25,-1-2 1,0-7 150,-2-3 0,3-9-243,6-3 1,-1-9-230,1-4 310,0-2 0,1-9 612,2-6 0,-2-5 0,4-12 0,-5-2 0</inkml:trace>
  <inkml:trace contextRef="#ctx0" brushRef="#br0">2556 3994 8141,'12'-13'395,"0"5"-329,1 0 0,3 3 602,1-3 0,3 5-184,-3-1 1,4 3-159,-5 1 1,5 5-86,-5 4 0,0 7-135,-8 5 0,2 4 165,-6 4 0,0 2-460,-4 7 1,-2 4 185,-2 4 1,-3 1 182,-5-2 0,0 1-407,-1-9 1,2-4-180,3-12 2197,-3-4-1276,9-10 0,-3-7 20,5-8 0,1-8-207,3-5 1,3-3-290,6 0 1,-1-5-453,1 0 1,3 0 369,1 4 1,3 0-601,-3 0 0,1 1 343,-2-1 0,-2 4-1773,3 0 0,1 5 2073,-2-5 0,6 6 0,-3-3 0</inkml:trace>
  <inkml:trace contextRef="#ctx0" brushRef="#br0">3114 4167 8141,'-13'28'0,"1"-3"0,1 2 1244,3-6 0,2 2-25,6 2 0,0-2 245,0-2 0,0-7-973,0-6 0,6-5-236,2 1 1,7-8-756,2-4 0,5-5 385,-2-3 1,4-5-247,1-8 1,-1 3 329,1-3 1,-5 3-1084,-4 1 0,-2 4 375,-2 1 0,-1 4-428,-2 0 1500,-4 2-343,-10 2 0,-6 5 231,-6 3 0,-5 2-197,1 2 1,-2 0 4,-2 0 0,2 2-12,2 2 0,-1 4-217,5 9 1,1-2-84,3 6 0,1-1-258,0 5 0,5 0-680,3 0 1,2 4 1220,2-1 0,6 1 0,1-4 0</inkml:trace>
  <inkml:trace contextRef="#ctx0" brushRef="#br0">3536 4254 8141,'0'12'1386,"0"1"0,0-1-588,0 1 1,0-1 772,0 0 1,0-3-206,0-1-1012,0-5 1,1 2 0,3-6-78,4-3 0,3-5-347,2-7 0,5-5-204,2-8 1,8-1-1295,1-3 1207,-6-3 1,1 10-1,-5-3-1545,0 3 0,-2 6-251,-9 4 1842,-2 2 1,-9 7 324,-5 3 0,-6 6 88,-11 6 0,0 1 296,0 12 1,5 0-322,-1 4 0,2 4 131,-2-1 0,3 1-84,6-4 0,1 0-79,2 0 0,4-2-354,5-2 1,7-3 373,5-6 1,6-5 108,7-3 1,4-4 0,1-4 299,2-4-355,1-3 0,0-3 1,0-2-687,2-5 0,-1 2 292,-1-2 0,3 2 279,-3-2 0,3-8 0,1 3 0</inkml:trace>
  <inkml:trace contextRef="#ctx0" brushRef="#br0">4032 3795 8141,'0'-12'827,"0"-1"1,0 1-61,0 0 125,0 5-294,0 1-166,0 6 0,0 11 221,0 6 0,-2 6-221,-2 6 0,1 8-30,-5 9 0,4 2-78,-4 2 0,4 5-704,-5 3 1,1 6 407,-4 2 1,5-29-1,1 0-126,0 0 0,0 0 0,-2 2 0,-1 0 39,1 3 0,0-1 0,-1 1 1,1 0-48,2-2 0,0-1 1,0 0-1,-1 0-111,1-1 1,0-1 0,0-1-1,0-1-173,-7 32 0,5-10 557,0-15 1,4-2-97,-5-11 1,5-2-37,-4-6 1,5-3-60,-1-6-1583,-3-5 1238,0-1 0,-7-9 513,-2-5 1,-3-6 0,-6-11 0</inkml:trace>
  <inkml:trace contextRef="#ctx0" brushRef="#br0">1675 4899 7830,'5'7'-606,"-3"0"445,2-3 765,-3-3 74,-1 5 194,0-6 2129,0 0-2408,0 5 0,4-2-224,0 5 0,6-4 26,-2 5 0,3-5-48,2 4 0,5-5 33,2 1 1,11 1-216,6 0 1,7-1 70,10-4 0,13 0-464,-28 0 0,1 0 0,3-1 0,1 0 310,3 0 0,1-2 0,0 1 0,2-1 0,4-2 0,2 0-34,0 0 1,1 2-1,-2 1 1,0 1-61,-1-1 1,0 0 0,-3 1-1,0 1-40,0-1 0,1 2 1,1-1-1,-1 1 203,0 1 0,-1 0 0,2 1 0,-1 0-40,0 1 1,-1 0 0,0-1 0,0-1-789,3-1 0,0-2 764,0 2 1,-1-2 0,0 0 0,-1-2-79,-2 1 1,-1 0 0,1-1 0,-2 1-188,-2 0 1,-1-1 61,1 1 1,-1-2 0,-2-2 0,-2-1 0,-1 1 0,-2 0-232,28-7 0,-6 1-298,-10 0 0,1-1-77,-10 1 1,-5-1-606,-7 1 0,-8 4 256,-5-1 1,-2 1-739,-2-4 1809,-5-1 0,4 1 0,-4 0 0</inkml:trace>
  <inkml:trace contextRef="#ctx0" brushRef="#br0">3846 3919 7830,'-13'0'501,"1"0"0,5-1-121,3-3 773,2 2 0,4-7-499,2 4 1,3-3-74,5 4 1,6 0-240,3 4-185,2 0 1,2-4-1,1 0-75,3 1 1,-3 2 31,3 1 1,-2 0-916,-3 0 0,3 0 472,2 0 0,-3 0 329,3 0 0,-3-6 0,-1-1 0</inkml:trace>
  <inkml:trace contextRef="#ctx0" brushRef="#br0">5421 4180 7830,'13'0'1229,"-1"0"-766,0 0 0,1 1 130,-1 3 1,2-1-149,2 5 0,-2-4 86,3 5-948,-3-1 1,-2 6-1,-1 2-437,-3 5 0,2 2-1255,-6 2 1108,0-6 1001,-4 5 0,0 1 0,0 6 0</inkml:trace>
  <inkml:trace contextRef="#ctx0" brushRef="#br0">5434 4601 8177,'-13'13'3334,"6"-6"-2526,2 4-438,5-5 1,1 3-21,3-1 1,3-5-897,6 1 1,4-3 408,4-1 1,3 0-438,0 0 1,5 0 455,0 0 0,6 0 118,-2 0 0,8 6 0,3 1 0</inkml:trace>
  <inkml:trace contextRef="#ctx0" brushRef="#br0">6947 3659 7830,'7'-13'1089,"3"1"-230,-6-1-300,5 1 0,-2 5 128,6 3-160,-1 8 1,0 10-76,1 11 1,-1 11 20,1 9-1,-6 5-212,-3 3 1,-3 9-425,-1 9 1,-1-34 0,-1 0 213,-1 2 0,-2 1 1,1 0-1,-2 1-69,-4 2 1,0 1 0,1-1 0,1 1-195,-2-1 1,-1 0 192,4-4 0,-1-2 0,-1 2 0,0-1-37,-3 29 0,1-11-25,3-6 1,2-16 326,6-5 0,7-10 1,4-9-115,4-2 1,7-5 316,-1 1 1,2-2-115,2-2 0,-1 0-71,-4 0 0,4 0-296,-4 0 0,3-6-128,-3-2 1,4-3-1320,-4-2 0,2 1 735,-1 0 1,4-1-572,0 1 0,-2-1 1316,2 1 0,5-6 0,-4-1 0</inkml:trace>
  <inkml:trace contextRef="#ctx0" brushRef="#br0">7443 4576 7830,'0'20'0,"0"-1"1309,0-2 0,0-2 137,0 5 0,4-3-758,0 4 1,6-6-153,-2 1 0,9-3-148,4-5 1,3-2-312,5-6 0,0-12 84,9-4 0,-4-12-901,7-5 0,-2-4-1,-2-4 0,-1 4 542,-3-1 0,-4 7-792,-8 6 0,-3 1 359,-6 4 1,-5 2 393,-3 5 0,-9 7 15,-8 1 0,-5 0 457,-7 1 1,-1 0-216,-3 4 0,3 0 477,-3 0 0,7 7 36,1 5 0,2 7 338,-2 10 0,4 4-41,4 9 1,5 2-326,0 5 0,5 2-69,-1 3 1,2-4-22,2-1 1,6-1-1127,2-6 0,9-8 501,3-9 0,5-11-751,4-10 0,8-19-298,9-10 1,2-19 251,-23 18 1,0-2-1,0-1 1,-1-1-605,1-1 1,0 0 1611,-3-3 0,0 0 0,3 2 0,0 0 0,-4-3 0,-1-1 0,-1 1 0,1 0 0</inkml:trace>
  <inkml:trace contextRef="#ctx0" brushRef="#br0">8423 3919 7830,'0'13'2729,"-5"4"0,-1 0-1847,-2 8 1,-3 2-417,3 11 1,-3 10-1,0 6 269,2 5 0,0 6-631,7-31 1,0 2 0,-3-1 0,0 2-385,1 3 0,0 2 0,0 1 0,1 1 45,-2 1 1,1 1 0,3-1-1,0 0 1,-1-4 0,0-1-291,1-2 1,0-2 0,1 23-547,0-9 1,2-21 370,2-8 1,-2-12-140,7-9 1,-5-5 838,4-3 0,-5-3 0,2-2 0</inkml:trace>
  <inkml:trace contextRef="#ctx0" brushRef="#br0">8188 4428 7811,'-18'12'936,"4"-1"1171,-3-3-991,9-2 1,4-6-523,8 0 1,6 0 281,10 0 0,7-6-342,10-2 0,7-8-754,5-5 1,1 2-42,4-2 0,1 4-1885,-1-3 1,5 5 2145,-1-2 0,-3 3 0,0 2 0</inkml:trace>
  <inkml:trace contextRef="#ctx0" brushRef="#br0">10569 4279 7741,'0'-8'-45,"0"-1"1,-4 1 33,0-4 0,0 3 258,4 1 0,-1 1 625,-4-1 255,4-3-716,-10 4 0,6 1 105,-4 6-341,-2 6 1,0 8 200,-5 2 1,-1 9-118,5 8 0,-1 4 27,1 5 1,1 2 0,1 4-237,2-2 1,5-4 23,-1-5 0,8 1-27,4-1 1,5-11 45,3-5 1,4-12-49,5-4 1,1-5-30,3-5 0,-3-3-198,3-8 0,-2-8-60,2-5 1,-1-7-41,5-1 1,-5 0-158,0-4 0,-1-3 231,-3-2 0,1 2 29,0-2 1,-11 11 63,-6-3 1,-6 10 150,-7-1 1,-3 2-39,-8 3 0,-8 4-33,-5 4 0,-4 7 175,4 5 1,0 3-49,4 1 0,2 3-235,2 5 0,3 2 20,6 10 1,4 2-1,1 6-680,1 1 1,2 0 12,4-4 1,6 4 789,2-1 0,3 7 0,1-3 0</inkml:trace>
  <inkml:trace contextRef="#ctx0" brushRef="#br0">11041 4390 15668,'14'0'1000,"2"0"0,5-4-1319,8 0 0,4-4 239,8 4 1,3-5-1187,6 5 0,4-4 820,-1 4 1,0 0-1573,-8 4 1,-8 0-363,-8 0 2380,-8 0 0,-3 5 0,-6 2 0</inkml:trace>
  <inkml:trace contextRef="#ctx0" brushRef="#br0">11165 4539 7741,'-7'7'1307,"-4"-1"-830,4-1 0,-4-2 456,3 5 1,2-4-426,6 5 0,7-7 185,6 2 0,2-2-276,9-2 1,3-2-528,6-2 0,4-3-1008,0-5 1,0 0 745,5-1 0,-4-3-1452,0-1 0,-1-5 1824,0 1 0,0-2 0,0-2 0</inkml:trace>
  <inkml:trace contextRef="#ctx0" brushRef="#br0">11500 3808 7741,'-13'12'0,"1"-4"421,0 0 0,-1 2 135,1 7 0,-1 2 67,1 6 1,0 5 53,-1 3 1,1 10-256,-1 6 0,1 1 13,0 4 0,-5 2-340,0 2 0,-5 4-304,2 4 1,-4-4 197,-1 0 1,6 0-763,3-4 0,2-3 526,1-1 1,2-14 134,3-7 1,4-7-535,8-5 646,3-3 0,5-11 0,1-2 0</inkml:trace>
  <inkml:trace contextRef="#ctx0" brushRef="#br0">11946 4304 7741,'-12'0'0,"1"-2"1509,3-2-503,-3 3 1204,4-5-1641,0 6 0,7 6 286,8 2 1,5 2-323,3-2 0,3 3-314,6-3 0,4-2-18,0-2 0,6-3-192,-2-1 1,7-1-350,1-3 0,4-9-384,-3-7 1,5-4-1333,-2-1 1,-2-4 238,-2 1 1624,-8-7 0,-2 9 0,-7-4 0</inkml:trace>
  <inkml:trace contextRef="#ctx0" brushRef="#br0">12306 3894 7741,'-12'0'0,"-1"2"354,1 2 1,-2 1-64,-2 4 1,3 6 595,1-3 1,1 10-359,7 3 1,-5 7-42,5 9 0,0 5-136,4 7 0,0 5-401,0 8 1,0-30 0,0 0 98,0 5 0,0 1 0,0-6 0,0 1 31,0 2 1,0 0-1,-2-2 1,-1-1-59,-1 2 0,-1-1 1,-6 32 129,-1-3 1,-1-14-202,1-6 1,1-6 59,3-3 0,-2-4-59,6 0 1,-2-10-296,2 2 273,3-8 1,-5-4-321,6-4 577,-5-7 0,-2 3-385,-5-10 1,-2-1 79,-3-7 1,2 1-392,-6-1 1,1-5 133,-5-2 1,0-9-764,0-4 0,2-3 324,2-1 0,3-5 813,6 1 0,0-6 0,-1 3 0</inkml:trace>
  <inkml:trace contextRef="#ctx0" brushRef="#br0">12529 4304 9313,'0'9'2617,"0"4"1,0-2-2011,0 9 0,2 2-200,2 7 0,-3 4-108,3 9 1,2 2-741,-2 5 0,4 1 342,-3 0 0,0-6-221,-1-3 0,3-8 302,5-4 0,-2-4-1162,3-4 0,-4-9-791,8-8 1,-4-8 1059,0-4 1,3-7 910,1-2 0,0-11 0,-5 2 0</inkml:trace>
  <inkml:trace contextRef="#ctx0" brushRef="#br0">12765 4341 7741,'13'12'1472,"-5"1"-411,0-1 1,-1 0-486,1 1 1,2 3 85,-6 1 1,6 5-228,-2-1 1,3 2-32,1 2 1,-3-2-944,-1-2 0,-1 2 389,1-2 1,2 2-1231,-6 2 0,4-4 442,-4 0 938,0-6 0,7 3 0,3-6 0</inkml:trace>
  <inkml:trace contextRef="#ctx0" brushRef="#br0">13150 4304 7741,'-20'5'0,"-3"2"672,2 5 0,-4 6 53,-3 3 1,-4 4 268,-5 4 0,-1 4-640,1 8 1,0-2-28,0 2 0,5-6-588,3-2 1,8-7 276,5-1 1,6-1-3013,2-3 2345,5-9 0,3 0 651,8-12 0,4-6 0,0-1 0</inkml:trace>
  <inkml:trace contextRef="#ctx0" brushRef="#br0">13249 4266 7741,'12'-4'496,"1"0"0,-1 0-213,1 4 0,-5 0 1003,0 0 0,0 6-576,5 2 0,-5 8-345,0 5 0,-4 2-128,5 2 1,-7 4-66,3 0 0,-4 4-201,-1-4 1,-1 1-288,-4-1 1,-3-1-653,-8 5 0,-1-1 571,-8 1 1,3-3-887,-7-5 1,2 0 523,-2 0 0,3-2-225,-3-2 984,2-9 0,-3-1 0,-2-4 0</inkml:trace>
  <inkml:trace contextRef="#ctx0" brushRef="#br0">14452 4118 7741,'-25'-25'492,"2"5"59,2 4 1,-1 4-89,6 3 0,-1 5-153,5 8 0,-5 9 423,1 7 0,-5 11-251,5 6 1,-1 1-57,5 8 0,1-1-110,2 5 1,4 5-477,5 3 1,0-3 11,0-1 1,7-7-176,5-2 0,2-6 61,7-2 1,-2-8 134,1-13 1,4 0-541,-3-12 0,-2 0 260,2-4 0,-2-1-1068,2-4 0,1-1 1475,-6-7 0,1 1 0,-5-1 0</inkml:trace>
  <inkml:trace contextRef="#ctx0" brushRef="#br0">14328 4490 7741,'-7'0'3505,"2"0"-2492,5 0 1,5 0-352,4 0 1,9 0-275,6 0 0,7-2-722,6-2 0,1 3 236,4-3 1,2-2-452,6 2 1,3-2 463,1 2 1,3 3-2853,-8-3 2755,4 2 1,-20-3-1,2-2 1</inkml:trace>
  <inkml:trace contextRef="#ctx0" brushRef="#br0">16536 4093 7741,'6'-18'0,"-3"3"46,5-6 1,-5 6 154,1-2 0,-1-2 217,1-2 1,-3 2 16,3-2 0,-2 2 11,-2-2 1,-5 4-12,1 4 0,-4-3-165,4-1 1,-6 5-72,2 3 1,-3 2 13,-1-1 1,-1 3-46,1 5 0,-6 0 32,-3 0 1,-2 5-172,-2 3 0,-1 5 73,-3 3 1,-2 0-101,-2 4 1,-1 5-124,5 4 0,-4 7 77,4 1 0,-3 0-182,7 5 1,-2 2 217,6 1 0,2 9-69,-2 4 1,7-2 97,2 2 1,5-4-148,7 4 140,0-11 1,6 5 3,2-11 0,7-5 51,2-7 1,5-4 0,-2-4 53,4-5 1,1-6-19,-1-2-77,7-5 1,-5 2-140,3-5 0,1 0-146,-1 0 1,0-1 0,-4-3-237,0-4 0,-5 1-151,1-2 1,-6 1-312,2-4 1,-5-2 954,-4-3 0,3-2 0,-4-6 0</inkml:trace>
  <inkml:trace contextRef="#ctx0" brushRef="#br0">16276 4105 7773,'-13'0'486,"1"0"1,4 0 127,-1 0 0,7 2-196,-2 2 0,2 4 285,2 8 1,0 4-282,0 5 0,0 5-80,0 3 0,0 3-414,0 1 0,0 4 95,0 1 1,2 0-906,2 0 0,-3-4 583,3 4 1,-2-5-1042,-2-4 1,1-3 619,3-5 1,3-11 719,5-6 0,6-5 0,2-3 0</inkml:trace>
  <inkml:trace contextRef="#ctx0" brushRef="#br0">16784 4093 7761,'-6'0'2471,"0"-2"-574,6-2-1348,0 3 0,6-6 602,2 3 1,8 2-527,5-2 1,8-3-696,4-1 0,8 1-462,5-1 1,2 0-616,2-5 0,-6 5-1094,-3 0 1,-4 5 1183,-3-1 0,-10 3 1057,-7 1 0,-9-6 0,-2-1 0</inkml:trace>
  <inkml:trace contextRef="#ctx0" brushRef="#br0">17070 4043 7761,'-17'2'337,"1"2"0,-1 3-23,5 5 0,-1 2 213,1 2 1,0 4-126,-1 4 1,1 7 478,-1 2 1,1 3-361,0 1 0,3 1 172,1 4 1,0-2-269,-5 5 0,1-5-77,-1 1 1,5-1-351,0 2 1,5-9 74,-1 0 0,3-11-10,1-5 0,5-8 101,3-1 1,8-5-117,0 1 1,6-2-32,-1-2 1,4-2-876,4-2 0,-2 1-107,6-5 1,-4 1-507,4-1 0,-1-3-138,1 3 0,2-2 300,-6 2 1309,-1-3 0,8-2 0,3-6 0</inkml:trace>
  <inkml:trace contextRef="#ctx0" brushRef="#br0">17591 4105 7763,'12'0'119,"1"0"0,-4 2 281,4 2 0,-4 3 697,8 5 0,-2 2-507,2 2 0,-2 8 370,5 5 0,1 5-447,4-1 0,-6-1 14,-2 1 1,-3-5-126,-2 0 1,0-1-1064,1-3 1,-2-4 166,-3-4 0,3-3-70,-3-5 1,-1 2-1061,1-6 1,1-2 698,3-6 1,1-4-764,-1-8 1688,0-4 0,6-10 0,2-2 0</inkml:trace>
  <inkml:trace contextRef="#ctx0" brushRef="#br0">18062 4093 8594,'-12'5'1496,"-6"8"-996,-3 7 1,-8 13 240,-4 5 1,-3 13-294,-1 2 1,0 1-193,0 0 1,5-9-233,3-3 0,3-4-633,1-1 1,7-6-665,6-6 1115,5-6 1,8-12-2693,3-3 2850,9-8 0,6-14 0,6-8 0</inkml:trace>
  <inkml:trace contextRef="#ctx0" brushRef="#br0">18385 3944 7757,'12'-11'0,"5"7"1043,-1-9 1,5 4-484,-5-4 1,7 1 657,-3 0 1,4-1-956,0 1 0,1 3-93,0 1 0,0 5-120,0-1 1,-2-1 53,-2 1 0,1 1-360,-6 7 267,6 3 0,-8 7 136,3 2 0,-9-2 8,-4 3 1,-2 0 155,-2 0 0,0 4 64,0-5 0,0 5-24,0-5 0,0 5-166,0-4 0,0 3 33,0-3 1,0 5 77,0-1 1,4 1-95,0-2 0,4 4 161,-4-4 0,2 4 30,-2 1 0,-3 4 87,3-1 1,-2 1-301,-2-4 1,0 4 46,0 0 1,-6 4-157,-2-4 1,-2 0 87,2-4 0,-3 4-97,3 0 0,-2-2 85,2-6 1,-2-3-140,6-6 1,-1-1-95,0-2-127,4 2-93,-10-10 0,4 4 182,-5-5 0,-1 0-888,1 0 0,-2 0 490,-2 0 0,-9 2-1363,-8 2 0,-6-1 951,-6 5 1,-4 2 180,-13 6 1,28-8 0,-2-1-521,-4 4 1,-3-1 1272,-4-2 0,-2-1 0,0 5 0,0 0 0,-6-2 0,-2 0 0,0 2 0,0 0 0</inkml:trace>
  <inkml:trace contextRef="#ctx0" brushRef="#br0">2307 6226 7985,'0'-21'337,"0"1"1,0 4 67,0 0 273,0 8 1,0 5-193,0 11 1,0 7 329,0 14 1,0 4 66,0 9 0,0 7-397,0 9 0,0 4-611,0 4 0,0 5 251,0-33 1,0 2 0,0 5-1,0 1-130,1 3 1,-2 1-1,-1 1 1,-1-1-202,-1-2 0,0-1 0,0 1 0,1 0-7,-1-2 0,-1-1 1,2-2-1,-2-2 39,-1-2 0,0-3 1,-1 22-1350,3-13 240,2-16 0,4-7 572,2-13 1,3-9-341,5-9 1,1-9 813,-1-6 1,0-7 235,1-6 0,-6-6 0,-2-1 0</inkml:trace>
  <inkml:trace contextRef="#ctx0" brushRef="#br0">2245 6412 7985,'0'-25'0,"0"0"716,0 1 0,2 0-232,2 4 1,3-3 61,5 7 1,6-1 195,3 5 1,6 1-300,2 3 0,4-2-315,-4 6 1,4 1 124,-4 7 0,3 3-435,-7 6 1,1 4 202,-9 4 1,-6 8-302,-7 4 1,-3 4 42,-1 5 0,-7-1-102,-5 9 0,-7-1-817,-10 13 1,1-7 655,-5 7 0,4-9-82,-4-4 0,9-5 136,0-6 1,7-13-229,1-9 1,2-8 673,1-8 0,2 0 0,3 0 0,3 0 0</inkml:trace>
  <inkml:trace contextRef="#ctx0" brushRef="#br0">2729 6486 7985,'13'-12'188,"3"0"146,1-1 0,-1 2 128,-3 3 1,3 2-93,1 6 0,3 0 66,-3 0 1,1 7-80,-2 6 1,-6 0-3,2 8 0,-3 0-116,-1 4 0,-3 1-62,-5 3 0,0 1 48,0 3 0,-1 3-231,-3-3 0,-3-1 59,-5 1 1,3-11 128,1-1 0,5-10 104,-1-3 1,3-7-125,1-1 0,0-7-182,0-9 0,3-4 68,5-4 0,2-5-554,10 0 0,-3-4-43,3 4 1,0-4-301,0 4 1,2 0-224,-5 4 1,0 2 453,-5 2 1,-1-1-266,-3 5 0,2 1 883,-6 3 0,0 1 0,2 0 0,1-1 0</inkml:trace>
  <inkml:trace contextRef="#ctx0" brushRef="#br0">3312 6474 7985,'7'-7'438,"-1"2"0,-6 6-27,0 3 1,0 4 105,0 9 0,-2-2-92,-2 6 1,3-1-138,-3 5 0,-2 0 57,2 0 0,0-6 105,4-2 57,0-4-282,0 0 0,5-12-306,4-5 0,3-7-51,5-5 1,-4-9-154,4-8 1,1 1-107,-2-1 0,0 5 202,-8-1 0,1 3 60,-4 1 0,-1 6 48,-4 3 1,-3 7 15,-5 5 0,-2 3-42,-11 1 1,1 5-88,-5 4 0,4 7 68,1 5 1,0 1 55,0-1 1,2 2-445,5-2 0,5 1 176,0-2 1,5 2-732,-1-5 1,2 4 268,2-5 800,0 1 0,11-5 0,3 0 0</inkml:trace>
  <inkml:trace contextRef="#ctx0" brushRef="#br0">3622 6375 7985,'13'0'444,"-1"0"1,-4 4-71,1 0 0,-5 6 365,4-2 1,-5 9-34,1 3 1,2 4 74,-2 0 0,0 3-22,-4 2 1,0-2-292,0 6 1,-2-7-305,-2-1 0,3-1 39,-3-8 1,2-3 180,2-5 1,2-5-112,2 1 1,-3-8-168,3-5 1,3-6-172,2-1 0,2-6-327,1 1 0,0-3-1110,1 0 0,-1 3 758,1 0 1,-1 1-1229,0-5 1,1 6 972,-1 2 1,5-1 998,-1 2 0,6-7 0,-2 4 0</inkml:trace>
  <inkml:trace contextRef="#ctx0" brushRef="#br0">4057 6511 7985,'0'13'436,"0"3"-306,0 1 1,0 1 821,0-2 0,4-2-375,0 2 1,1-2-192,-1-1 0,3-2-81,6-3 1,-1-3-50,1-5 0,3-1-452,1-3 0,6-4 218,2-9 0,-4-2-466,3-6 0,-3-4 322,0 0 0,1 0-271,-6 4 1,0 2 182,-8 2 1,-3-1 9,-5 6 108,0-1 1,-7 6 23,-5 3 1,-6 2 64,-7 6 0,0 2-35,1 2 1,-1 4 232,0 9 0,0 3-48,0 9 1,2-1 428,2 5 0,-1-4-220,6 4 0,-1 1-42,5 8 1,1-4-340,2 4 1,4-8-273,5-1 1,1-7-33,3-1 0,7-3 219,6-9 0,9-4-568,-1-9 1,7-1 261,-3-3 1,5-4-758,-1-9 0,2 2 1173,-2-6 0,3 0 0,-5-3 0</inkml:trace>
  <inkml:trace contextRef="#ctx0" brushRef="#br0">5322 5928 7985,'0'-12'1325,"1"0"-381,3-1 255,-2 1-796,3-1 1,-5 8 31,0 5 0,0 16-112,0 13 0,-1 17-57,-3 7 0,-3 8-116,-5 5 0,5-31 1,0 1-284,-1 3 1,-1 0 0,0 1-1,0 0-141,-1 1 1,0 1 0,0-3 0,2-1 158,-5 28 0,2-7-332,3-13 1,2-10-31,6-12 233,0-10 1,5-14-1,-1-8 1,5-3 192,0-2 1,6 1-20,1 0 1,6-1 4,-1 1 1,3 1 494,0 3 0,-3 2-336,0 6 0,-6 0 140,1 0 1,-2 1-86,-1 4 0,-7 1 125,-1 7 1,-4-1-51,-1 1 1,-1 3 89,-4 1 0,-1 1-13,-7-2 1,-3-2-64,-1 3 1,-5-4-477,1 0 1,2-6 195,-2-3 0,5 1-716,-5-1 0,6 0 392,-2-4 1,4-1-957,0-3 0,6-3 510,3-5 1,3-6 811,1-3 0,11-8 0,3-3 0</inkml:trace>
  <inkml:trace contextRef="#ctx0" brushRef="#br0">5731 6474 7985,'4'14'0,"1"2"0,-1-1 880,-4 6 0,-2 0-119,-2 4 1,-3 1 469,-5 3 1,-5 1-523,1 3 1,-1 0-361,5-8 0,4 1-235,-1-9 2,7-1 0,-1-9-454,11-3 0,3-13 288,14-8 1,-2-5-535,10-3 1,-4-4 45,4 0 0,-4 0-209,4 5 1,-5 10 439,1 6 1,-3 6 45,-1 6 0,0 10 324,0 11 0,-6 7-103,-3 9 1,-2 4 391,-1 9 0,-2-1-383,-3 4 0,2-3 526,-6 4 1,0-6 59,-4 2 0,-6-1 248,-2 0 0,-4-6-87,-5 3 0,-2-9-260,-6 0 0,-4-7-311,0-6 0,-1-8 34,1-8 1,3-5-226,-3-7 0,1-7 114,-1-5 0,3-8-797,-3-8 1,3-4-222,1-5 1,2-6-678,2-3 1,3 0 74,6 0 0,5-1 787,3 6 1,5-3 507,7 7 0,6 2 257,11 10 0,11-5 0,2-2 0</inkml:trace>
  <inkml:trace contextRef="#ctx0" brushRef="#br0">7704 6573 7985,'-25'-12'0,"0"-1"0,0 1 936,0 0 0,1-1-358,-1 1 0,1 5 368,4 3 1,2 8-366,5 4 1,-3 13-37,-1 4 1,1 9-178,3 3 0,1 6-336,0 7 0,3-5-328,1 1 1,5-6-403,-1 1 1,8-8-44,5-4 0,3-8 394,5-5 0,3-9-1111,9-7 1,8-11 624,9-10 0,3-12 336,5-4 0,-7-4-900,3-1 1397,-9 4 0,3-8 0,-5 6 0,-2 0 0,-3-1 0</inkml:trace>
  <inkml:trace contextRef="#ctx0" brushRef="#br0">7927 6598 7985,'0'12'0,"0"1"0,4-1 733,0 1 0,0 0-212,-4 4 0,0 2 727,0 6 0,0 0-594,0 0 0,0-6 340,0-2 1,0-4-546,0 0 1,2-6-407,2-3 1,7-6-598,6-6 1,5-3 452,-2-14 0,0 3-210,0-7 1,0-1 315,0 1 0,1 0-956,-9 4 0,2 6 284,-10 2 0,0 4-33,-4 0 0,-7 6 379,-5 3 0,-7 8 283,-10 5 0,-3 9 16,-5 6 1,1 1-61,3 4 0,0-3-623,8-1 1,-1-6 234,9-2 1,2 1-121,7-2 1,5 0 589,11-8 0,2-3 0,11-5 0,-5-1 0,5-3 0,4-9 0,4-7 0,5-4 65,-1-1 1,6-3-84,-2-1 1,2 4 1148,-10 4 0,0 7-500,-5 2 1,0 1 340,-4 7 1,-3 5-404,-9 7 1,2 9 71,-6 4 1,0 2-248,-4 2 1,0-2-291,0-2 1,0 1-472,0-5 0,4-1 197,0-4-273,6-5 1,-3-2 283,5-10 0,2-7-386,3-9 0,-2-2 195,6-2 0,-6 0 37,1 0 1,-1 6 266,2 3 1,-7 3 280,2 5 0,-8 4 430,0 8 1,2 4-350,-2 9 1,-1 2 176,-7 6 0,1 4-170,-5 0 1,5 0-288,-1-5 0,2 1 135,2 0 0,0-6-542,0-2 0,2-5-281,2-3 1,7-7-620,5-10 1,8-7-369,1-14 1,4-3 1638,4-5 0,2-11 0,-3-3 0</inkml:trace>
  <inkml:trace contextRef="#ctx0" brushRef="#br0">9031 6015 7985,'13'0'1459,"-1"6"0,-4 2-514,0 8 0,-5 1-371,1 8 0,-2 2 680,-2 11 0,0 4-582,0 4 1,0 2 91,0 2 1,4-1-1070,0 1 0,4-1-686,-4 1 1,5-4 142,-5-1 1,4-11 688,-4 0 0,0-8-1015,-4-6 1,0-2 323,0-5 1,-5-6-399,-3-3 0,-3-3 586,-2-1 0,-5-1 152,-2-3 1,-4 1 591,-1-5 1,0-5-189,1-3 0,-5-6 135,0 1 1,-4-3-30,4 0 0,1 3 408,8 0 0,3 6-274,9-1 1,2 6 937,6 2 1,7 4-388,5-5 1,11 5 368,5-4 0,11 4-312,-2-5 0,9 1-30,-1-4 1,6-5-1264,-1 1 0,1-1 404,-10 5 1,3-5-710,-6 1 1,4 1 339,-9 6 516,-5 4 0,-5-1 0,-3-1 0</inkml:trace>
  <inkml:trace contextRef="#ctx0" brushRef="#br0">9453 6449 7985,'5'13'0,"1"-5"1243,2 0 1,3-1 138,-3 1 0,-1 5-454,2-1 0,-2 2-57,1 7 0,-1-1-361,-3 5 1,-3 4-468,3 0 1,-2 0 21,-2-4 0,-2-2 38,-2-2 1,3-3 321,-3-6-410,2-5 0,4-7-250,2-8 1,4-9-388,9-4 1,-4-6-508,4-2 1,1-1 515,-2 1 1,6 1-615,-1-5 0,1 7 581,-1 1 0,2 6-1600,-2 6 2246,2 1 0,8-6 0,0-1 0</inkml:trace>
  <inkml:trace contextRef="#ctx0" brushRef="#br0">10197 6536 7985,'-19'12'719,"-6"1"1,-2 3 979,-11 1 1,7 5 238,-11-1 0,6 3-1002,-5 5 1,4-2-427,4 1 0,9-7 172,12-4-1010,5-9 0,13-3 283,2-5 1,8 0-499,5 0 0,8-11 206,4-5 1,3-6-268,1-3 0,-1 0-759,-3 0 1,-1 1 566,-3-1 0,-6 4 400,6 1 1,-10 4-55,6 0 1148,-8 8-644,1 2 1,-13 17 731,-5 6 0,-5 6 53,-8 6 0,5-1-375,0 5 0,4-7 67,-5-1 1,7-2-111,-3-6 1,5-1-1159,5-4 0,1-5 517,7-2 1,3-5-1836,1-5 0,5-2 116,-1-5 1939,2 0 0,7-1 0,2 1 0</inkml:trace>
  <inkml:trace contextRef="#ctx0" brushRef="#br0">10966 6288 7985,'-24'-18'982,"-1"6"0,0 1-540,0 7 0,4 2-256,1 10 1,0 8 561,0 13 1,-2 8-264,5 8 1,1 5-627,3 4 0,1 2 282,-1 6 1,7-11-170,1-5 0,5-13 135,5-9 0,1-6-126,7-9 1,3-4 104,1-5 0,5-11-323,-1-5 0,3-12-436,5-5 1,-2-4 337,2-5 0,1 0-562,-1-4 0,5-3 450,-1-1 1,-2 0-227,-2-3 1,1-4 292,-1-1 0,-15 26 0,-1-2 338,-2-1 1,-1 0-1,0-1 1,-2 0-66,-1 1 1,-2 0 0,4-33 127,-1 6 0,-4 7 1429,4 6-1185,-5 10 1,7 21 930,-6 14 1,0 14-525,-4 10 0,0 11 448,0 6 0,-5 10-500,-4 6 0,-2 11 173,-1-2 1,-1 3-226,1-3 0,0 0-126,-1 0 0,1 4-1371,-1 0 1,1 0 617,0-4 0,5-7-1585,3-5 1,2-3 1174,2-10 1,2-3 720,2-9 0,1-3 0,6-5 0,2-9 0,2-5 0</inkml:trace>
  <inkml:trace contextRef="#ctx0" brushRef="#br0">11487 6449 7985,'0'13'0,"0"-1"1709,0 0 1,-4 2-764,0 3 1,-1 2 463,0 6 0,0 0-687,-3-1 1,-3 1-97,2 0 1,0-2-1551,0-2 1,0-3 282,5-6-1468,0 1 1732,4-1 0,0-6-2079,0-6 0,0-7 2455,0-10 0,5-7 0,2-8 0</inkml:trace>
  <inkml:trace contextRef="#ctx0" brushRef="#br0">11438 6288 7985,'0'-12'-89,"0"-1"2258,5 1 0,2 4-1036,6-1 0,-1 6 183,0-1 0,6 3-631,3 1 1,8 0-985,4 0 0,4 0-659,5 0 1,-2 0-977,5 0 0,-4 0-201,5 0 1,-6 0 2134,1 0 0,-2 5 0,-2 2 0</inkml:trace>
  <inkml:trace contextRef="#ctx0" brushRef="#br0">12033 6276 7985,'-12'18'0,"-5"-3"2170,1 5 1,-1 1-1032,5 4 1,-6 1 625,-3 3 1,-1-2-899,1 7 0,2-1 14,3 4 0,7-4-357,1 0 1,5-10-553,3 2 0,11-4-341,6 0 0,5-4-342,3-4 0,5-6-497,3-3 1,4-10 673,5-6 0,2-7-1609,5-10 1,0 1 876,-4-5 1,2 4-1405,-6-4 2670,6-5 0,-11 0 0,3-2 0,-3 2 0,-3-2 0</inkml:trace>
  <inkml:trace contextRef="#ctx0" brushRef="#br0">12728 5817 9955,'5'12'674,"-3"7"658,2 6 0,-10 12-81,-6 13 0,0 11-519,3-27 0,1 2 0,1 0 0,0 1-221,1 0 1,0 0-1,1 1 1,2-1-139,-2 0 0,1 0 0,3-1 0,0 0 7,-4 30 1,4-7-86,1-13 1,0-5-59,0-8 1,0-4 184,0-8 0,6-3-185,-5-11 1,4-9-27,-5-10 1,-5-6-5128,-3-7 1,-7-1 820,-2-3 0,-6-3 3225,-2-5 1,-1 0 869,-8 0 0,1-1 0,-4 1 0,1 1 0,3 3 0,4 9 1733,9 7-754,7 9 1,8 4 771,5 8 1,12 3-940,9 5 1,8-1-81,8-3 0,10-2 166,2-6 1,9-2-374,0-2 0,2-7-1325,-3-5 1,3-2 587,-7 1 1,0 4-3196,-8-4 3407,-2 3 0,-7-1 0,-3 3 0,-4 5 0,-3 4 0</inkml:trace>
  <inkml:trace contextRef="#ctx0" brushRef="#br0">13112 6437 7800,'0'25'506,"0"-1"1,0 3 722,0 2 1,0-2 365,0 6 1,-1-4-809,-3 4 1,1-5-542,-5 1 0,5-3-26,-1-1 0,-1-6-1161,0-2 733,1-9-2277,4-3 1227,0-16 1,4-1-2244,1-9 3501,-1-8 0,-4 3 0,0-11 0</inkml:trace>
  <inkml:trace contextRef="#ctx0" brushRef="#br0">12988 6288 9082,'13'0'1793,"-1"0"1,2 0-1699,3 0 0,2-1-178,6-4 1,1 3 119,3-7 0,-2 5-543,6-4 0,-1 1 203,1-1 1,2 2-1115,-6 6 0,-5 0 1417,-3 0 0,-6 6 0,3 1 0</inkml:trace>
  <inkml:trace contextRef="#ctx0" brushRef="#br0">13398 6424 7800,'0'50'1439,"-2"-6"-924,-2-3 0,2 1 949,-7-5 1,7-3-718,-3-9 0,4-1 201,1-4 1,6-3-262,2-9 1,8-2 9,5-6 1,4-7-1076,4-6 1,2-5 284,7-6 1,-1-7-1030,0-2 1,-4 2 770,0-2 1,-1-1-782,1-3 1,-10 4 396,-10 0 0,-6 6 266,-7-2 0,-6 8 432,-2 4 0,-10 9 212,-7 4 1,-1 8 753,-7 4 0,1 9-585,-1 4 1,3 2 563,5 2 1,0 2-318,0-2 0,6 3-937,3-8 1,7 0 181,5 0-860,3-4 1,6 0 378,4-8 1,9-4-48,6-8 1,3-7-493,6-5 0,0-6 588,4 1 0,-4-1 269,0 1 0,-5-1 94,1 6 1,0 1 1184,-5 6 0,-2 4-651,-9 5 1,-6 9 1506,-3 4 0,-3 9-629,-1 3 0,-5 0-384,-4 3 1,-2-1-567,-1-3 0,4 0 185,-1-3-786,7-4 0,7-10 296,12-3 0,6-4-679,6-4 0,7-8 402,5-9 0,6-2-703,-1-2 0,2 0 422,2 0 1,-6 6 714,-3 3 1,-2-1 112,-2 5 1,-7 2-225,-5 10 1,-6 1 734,-6 4 0,-6 3-363,-3 8 1,-3 4-496,-1 4 0,-1-3 224,-3 0 0,-2-1-1131,-2 5 0,-2-4-9,6 0 0,0-6 1069,4 1 0,-6 4 0,-1-1 0</inkml:trace>
  <inkml:trace contextRef="#ctx0" brushRef="#br0">14849 6858 7721,'32'-5'0,"-7"-2"4007,-9-5 0,-2-5-88,-2 1-5498,1-1 1246,-6 10 1,-7 2 378,-8 5 1,-13 0 152,-4 0 0,-8 0-1,0 0 1,-3 0 149,-1 0-348,0 0 0,-1 0 0,1 0 0</inkml:trace>
  <inkml:trace contextRef="#ctx0" brushRef="#br0">1824 7739 7736,'18'0'0,"1"-4"869,6 0 1,2-2-618,6 2 0,14 3-234,19-3 0,-28 3 1,1 0-418,8 1 1,2 0 0,3 0-1,3 0 422,7 0 1,0 0 0,1 0 0,0 0-654,3 0 1,0 0 0,0 0-1,0 0 424,2 0 0,1 0 0,1 0 0,0 0 167,-20 0 0,0 0 1,-1 0-1,-1 0 1,-1 0-1,2-1-13,2 0 0,2 0 1,0-1-1,0 0 0,0-1 1,1-1-112,1-1 1,2 0 0,0-1 0,4 1-1,1 0 1,1 0 209,3-2 0,0 0 1,1 0-1,-2 1 0,0-1 1,0 1-132,4-1 1,0 0 0,0 0 0,-1 1 0,1-1 0,0 1 136,-16 1 0,0 1 0,1 0 0,1 0 0,0 1 0,0 1 0,0 0 0,1 0-44,3-1 0,0-1 0,0 1 0,0 0 0,-2 1 1,0-1-1,0 1 0,1 0-130,2-1 1,-1-1-1,2 1 1,-1 0-1,0 1 1,0 0 0,0 0-1,1 0 57,1 0 1,0 0 0,0 0 0,0 0-1,1 0 1,-1 0 0,1 1 0,0-1-23,0 0 1,0 0-1,0 0 1,0 0-1,1 0 1,-1 0-1,1 0 1,-1 1-30,-1-1 1,0 1 0,0 1 0,0-1 0,1-1 0,0 1 0,1 0 0,0-1 42,0 0 0,1 0 0,0 0 0,1 0 1,2-2-1,0 0 0,1 0 0,-1 1 32,0-1 0,0 1 1,1 0-1,-1 0 0,1-1 1,1 0-1,0 0 1,-1 0 39,-1-1 0,-1 1 0,0 0 0,0 0 0,2 0 0,0 1 0,1-1 0,-1 0 28,-13 0 0,0 0 0,1-1 0,-1 1 1,0 0-1,2 1 0,0 0 0,-1-1 0,1 1 1,-1 0 61,0-1 0,-1-1 1,0 1-1,0 0 0,1 0 1,-1 1-1,2 0 0,-1 0 1,-1 0-1,1 0-29,9-1 1,0 0-1,0-1 1,0 1 0,2 1-1,-1-1 1,1 1-1,-1 0 26,2-1 1,-1 1-1,0 0 1,0 0 0,0 0-1,-1 0 1,0 0 0,0 0-14,-1 0 0,-1 0 1,0-1-1,0 1 1,-2 0-1,1 1 0,-1-1 1,0 0-4,-2 1 1,-1 0 0,0 0 0,-1 0-1,-1-1 1,0 1 0,0-1 0,0 0-16,0 1 0,0 0 1,0 0-1,-1 0 0,-2 0 1,-1 1-1,0 0 0,0-1 7,14 1 1,-1-1-1,0 1 1,-2 0 0,-1 1-1,-1 0-118,-4 0 1,-1 0 0,-1 0-1,-4 0 1,-1 0 0,0 0 22,-2 0 0,0 0 0,-1 0 1,14 0-1,-1 1-428,-7 1 1,-3 0 0,-7 1 0,-3 1 459,20 9 0,-9 2 0,-8-3 0,1-2 0</inkml:trace>
  <inkml:trace contextRef="#ctx0" brushRef="#br0">3672 8136 7679,'-8'0'1073,"-1"0"0,1 0-462,-4 0 1,4 0-180,-1 0 0,-3 0 24,-5 0 0,-5 10-148,2 2 0,-5 10-327,-4 3 0,-3 1 90,-5 7 0,5 0-120,3 4 0,4-1 109,5-3 0,3-1-95,9-3 1,4-8-39,8-1 1,3-6-42,5-6 1,6 2 105,3-6 0,2 4 24,2-4 0,-1 6 65,-4-2 1,4-1-42,-4 2 1,0-1 193,0 4 0,-6 1-36,-2-1 0,1 0 72,-5 1 0,-2 3-35,-2 1 0,-8 5-48,-5-1 1,-3-2-494,-5 2 1,2-8 204,-5 0 1,3-2-947,-4-7 1,6 0 544,-1-4 1,2 0-225,1 0 0,5-7 213,0-5 0,5-6-377,-1-7 1,3 0 341,1 0 1,5-3 547,3-1 0,9-6 0,2 3 0,6-5 0</inkml:trace>
  <inkml:trace contextRef="#ctx0" brushRef="#br0">3796 8334 7679,'23'0'647,"-2"0"1,-4 2-357,-9 2 0,3 8 577,-3 9 0,-2 4 461,-2 4 0,-4 4-684,-4 8 1,-3-2 175,-6 2 1,1 2-351,0-2 0,1-6-602,2-11 1,4 0 186,5-8-48,0-5 1,1-5-100,3-6 0,3-10-262,6-2 0,5-10-826,2-3 0,4-1 514,1-7 1,-5 0-114,1-5 1,-2 7 335,2 2 1,-3 4 322,-6 4 1,1 3-204,-1 6 290,0 0 0,-3 5 207,-1 3 1,-5 9 273,1 7 1,-3 6 254,-1 7 1,0 0-317,0 0 0,-4 1-90,0 3 1,0-3 0,4 3 1,0-3-950,0-1 0,4 0 411,0 0 1,6-2-1311,-2-2 1,4-1 502,5-7 1,-3 1 1045,2-10 0,4-6 0,-1-5 0</inkml:trace>
  <inkml:trace contextRef="#ctx0" brushRef="#br0">4528 8347 7679,'-6'12'1472,"0"5"-1141,-7-1 0,5 6 274,0-1 1,3 4-200,-3 4 0,5 8 728,-1 8 0,3 6-529,1 7 0,0 3-559,0-25 1,0 2-1,0 3 1,0 1 59,0 5 0,0 1 0,0 5 1,0 0-187,0 1 1,0 0 0,-2 2 0,-2 1-31,1-3 1,-2-1 0,-2 0 0,-1-1 125,0 0 0,-1-1 0,-1-1 1,0-2-318,1-2 1,1-1 0,0-5 0,1-1-34,-1 23 1,-2-14-566,6-15 0,0-15 283,4-18 1,0-14-547,0-15 0,0-9 1162,0-16 0,0 3 0,0-4 0</inkml:trace>
  <inkml:trace contextRef="#ctx0" brushRef="#br0">4354 8682 7687,'25'-36'180,"0"3"0,0-2 306,0 6 0,3-1-164,1 1 0,6 3-70,-2-3 0,3 10-64,1 6 1,-4 6 7,0 7 0,-5 11-44,1 6 0,-10 11 44,-7 5 0,-1 7 221,-6 1 0,-4 6-104,-9-2 1,-1 9-502,-7 4 1,-5-2 48,-4 2 0,-1 0 189,-7 4 1,0-1-490,-4-3 0,5-12 259,3-12 1,8-11-52,5-15 1,4-5 56,3-11 1,4-12-937,5-13 0,7-9-7,5-8 1117,6-5 0,1-7 0,-1 0 0</inkml:trace>
  <inkml:trace contextRef="#ctx0" brushRef="#br0">5061 8458 7692,'5'25'395,"-1"0"1,4 0 528,-4 0 1,2 5-605,-2 3 0,-3 11-188,3 10 1,-2 4 757,-2 12 0,-3-32 1,0 0-396,-1 3 0,0 0 0,-1 5 0,-1 1-265,0 2 1,-1 1 0,-1-2 0,-2-1-306,0 3 0,0-1 0,0-1 0,1-1 110,-2 1 1,1-1-1,2-1 1,-1-1-100,-1-3 0,0-1 1,4-4-1,1-1-434,-8 26 0,9-12-839,0-13 1006,3-11 0,1-19-1154,0-11 1,1-13 1043,3-7 0,-1-8-736,5-9 0,-1-4 576,1-4 0,2-6-519,-6-3 1120,6-3 0,-10-2 0,5-3 0,-2 31 0,-2-1 0,-2 0 0,-2-1 0,-2 0 0,-1 0 0</inkml:trace>
  <inkml:trace contextRef="#ctx0" brushRef="#br0">5111 8669 7692,'21'-25'0,"-1"1"0,-4 4 888,0 4 1,3 3-219,2 5 0,-3 3-53,-1 5 0,-4 1 167,0 3 0,-2 3-330,-3 5 1,2 6-312,-6 3 0,0 2 77,-4 2 1,-1 6-193,-4 2 1,-3 2 111,-8 3 0,0 3-679,-4 0 1,-1 6-106,-4-1 1,2-5-478,2-4 0,3-6-702,6-11 1343,5-7 0,4-16-914,11-14 1394,6-7 0,17-25 0,0-2 0</inkml:trace>
  <inkml:trace contextRef="#ctx0" brushRef="#br0">5595 8682 7692,'4'26'1597,"0"3"0,4 1-760,-4 3 1,1 3 52,-5-3 1,0-1-391,0 1 1,-2-3 734,-2-1 1,3-5-586,-3-12 0,4-5-498,4-3 0,3-10-403,5-6 1,6-7-558,3-10 0,2-3-428,2-5 1,-2 0 694,-2-1 0,-3 3-269,-6 2 1,-3 2 204,-1 6 0,-7 6 57,-1 3 1,-7 2 163,-9 1 0,-1 7 725,-8 1 0,3 5 23,-7 5 1,-1 3 216,1 8 1,-1 5-319,1 8 0,7-3-81,-3 3 0,8-3-998,1-1 1,2-4 473,2-1 1,5-4-386,3 0 1,4-8 283,4-3 1,8-7-329,9-6 1,7-7 770,0-14 0,7-4 0,-2-9 0,7 2-242,1-5 0,2 5 242,-2-1 0,4 8 498,4 4 0,-3 8-239,-1 4 0,-12 10 432,-4 7 0,-8 7-179,-9 10 0,-1 2 345,-2 6 0,0-2-318,-5-2 0,0 1-39,-4-5 0,0 3 178,0-3 1,5-1-172,-1-3-299,0-1 0,-4 1 0,0-1 1,0-4-696,0 1 475,0-1 1,0 4 12,0 1 1,0-1-30,0 0 0,0 1-75,0-1 1,-2 2-23,-2 3 0,2-4 72,-7 4 0,2-2 87,-1 2 0,-3-4-18,3 4 0,-3-5-227,-2-3 1,2 2 73,3-3 1,-3-3-2349,3 0 329,2 1 958,1-4 0,5-2 61,0-8 1137,11-9 0,3-2 0,10-6 0</inkml:trace>
  <inkml:trace contextRef="#ctx0" brushRef="#br0">6401 8781 7692,'25'-2'500,"0"-2"0,-5 3 709,1-3 1,4 2-748,4 2 0,-2-1-174,-6-3 0,3 3-156,-4-4 1,4 0 62,0 1 1,1-6-242,0 2 0,0-5 121,0-3 0,2 1-561,-2-6 1,3 6 256,-8-2 1,-2-1-325,-1 2 351,-9-1 77,-2 5 0,-17 5 486,-6 3 1,-9 10-195,-3 6 0,-4 2 320,4 6 0,-4 1-150,4 4 1,-3 0 124,7-1 0,-1-3-196,10 0 0,-1-2-248,5 2 0,5 1 18,3-6 1,8-1 112,4-6 1,15-4-195,11-5 1,8 0 32,12 0 0,3-5-641,5-4 0,0-6 414,0-1 0,-2-1-3380,-2 5 3619,-3-1 0,-5-2 0,-3 0 0,-6 0 0,-5-2 0</inkml:trace>
  <inkml:trace contextRef="#ctx0" brushRef="#br0">8522 8657 7750,'-4'12'221,"0"1"1,0-5 305,4 0 0,7 0 421,5 5 0,8-6-394,9-3 0,2-3-326,7-1 0,0-1-27,3-3 1,-1-7-406,6-6 1,-6-5 189,1 1 1,-4-1-1227,-3 2 1,-5-4 267,-9 4 972,4 2 0,-11-6 0,5 5 0</inkml:trace>
  <inkml:trace contextRef="#ctx0" brushRef="#br0">8870 8223 7750,'-25'18'0,"4"2"654,1 9 1,6 8-202,1 9 0,2 4 510,7 3 1,-4 2-351,4 3 0,0-4-244,4-8 0,1 0-397,3-4 1,0-1-359,9-4 0,-4-11-408,8-5 1,2-11 643,2-6 0,7-10-1076,1-6 0,-1-7 483,-3-10 0,0-4-379,0-9 1122,-6-2 0,5-5 0,-6-1 0,-3 0 0,-4 1 0</inkml:trace>
  <inkml:trace contextRef="#ctx0" brushRef="#br0">9279 7962 7750,'13'-23'0,"-1"2"0,-4 3 1705,1 6-1188,-7 5 1,4 13 298,-6 10 1,-6 13-224,-2 8 0,-3 3-49,-1 10 0,-1-2-5,1 10 0,-5 1-84,1 7 0,-6-1-582,11-30 1,1 0-1,0 0 1,1 1 217,-2 1 0,1 0 1,2 0-1,-1-1-470,-1 0 1,0-2 0,0 26 77,2-15-133,5-13 0,13-21 43,2-11 0,9-11-154,0-10 1,2-8-111,2-4 0,1-3 145,3-1 1,-7 1 377,3 3 0,-9 3 385,1 5 0,-3 6-24,-2 2-266,0 9 0,-3 8 740,-1 8 0,-5 13-95,1 4 1,-3 6 200,-1-2 0,-4 4-158,0-4 1,0 4-220,4-4 0,0-1-191,0-7-70,0 2 0,0-9-676,0 2 0,5-7 383,4-5 0,-2-4-1503,1-4 1,0 1 167,4-5 1,-3 1 1456,-1-2 0,0-7 0,5 2 0</inkml:trace>
  <inkml:trace contextRef="#ctx0" brushRef="#br0">9627 8731 7750,'0'17'276,"0"-1"1,0 5 320,0-4 1,4 3 956,0-3 1,5 3-760,0-3 1,2-2-601,1-7 0,6-2 32,3-6 0,2-6-187,2-2 0,0-13 65,0-3 0,4-9-693,0-1 1,-2-4 147,-6 1 1,-3-2-117,-6 10 0,-1 0 137,-3 4 1,-2 2 88,-6 2 1,-7 5 282,-5 8 1,-6 2-86,-7 6 1,0 1 168,0 4 1,0 7 13,1 9 0,-1 3 587,0 5 0,6 7 34,2 6 1,1-1 276,3-4 0,-1 4-379,10 1 0,0 3-220,4-3 1,2-7-918,2-6 1,4-4 447,9-4 0,-2-9-166,5-8 1,1-4 214,4-4 1,-3-8-1281,3-9 0,-7-4 46,6-4 1304,-2 3 0,3-10 0,0 5 0</inkml:trace>
  <inkml:trace contextRef="#ctx0" brushRef="#br0">10123 8595 7750,'0'8'0,"0"0"0,0-4 873,0 5 0,0-1 786,0 4 0,0 2-860,0 3 0,0 2 264,0 6 0,0 5-497,0 3 0,-4 2-322,0-2 0,-5 3-30,5-3 0,-4 1-358,4-1 0,0-4-273,4-8 31,0-3 0,2-14 82,7-8 1,3-10 107,9-15 0,6-4-466,-2-8 1,7 1 176,-3-6 1,5 2-625,-1-1 1,-1 3 568,1 9 0,-4-1-808,4 5 0,-5 5 167,1 8 1181,-9 8 0,0-2 0,-4 6 0,3 0 0</inkml:trace>
  <inkml:trace contextRef="#ctx0" brushRef="#br0">10520 8706 7750,'-7'18'2126,"-3"-4"-1218,6 3 1,-4 1 292,4-2 1,-2 6-287,2-1 1,3-3-411,-3-2 0,4 2-400,4-1 1,3-2-14,5-7 1,2-2-545,2-6 1,4-6 384,4-2 0,1-9-868,0-3 1,0-4 330,0-1 1,-2-3-131,-2-1 0,-3 1 316,-6 7 0,-5-1-186,-3 6 575,-3-1 1,-7 6-55,-7 3 1,-1 2 198,-6 6 0,-5 11-139,-4 6 0,-4 5 567,4 3 0,1 5-59,8 3 1,-2 3 92,5 1 1,5 0-395,3 1 0,8-7-21,1-2 0,11-4-316,10-4 1,4-5 128,3-7 1,4-4-1365,5-5 1,5 0 1387,-1 0 0,11-11 0,-1-3 0</inkml:trace>
  <inkml:trace contextRef="#ctx0" brushRef="#br0">11897 8595 7690,'7'-7'2543,"2"8"-1736,-5 12 0,2 6-164,-2 10 1,-3 4-261,4 8 0,-4-2-291,-1 2 0,-1-1 65,-4 2 0,4-8-323,-3 3 0,-2-12 193,2 0 0,0-13-1661,4 1 1257,0-9 1,0 0-1329,0-8 1,4-9-68,0-7 1772,6-4 0,-9-1 0,5 1 0</inkml:trace>
  <inkml:trace contextRef="#ctx0" brushRef="#br0">11884 8434 7690,'0'-20'0,"0"-2"317,0 6 0,6-1 482,2 5 1,3 4-404,2-1 1,4 6-149,4-1 1,4 3-1317,4 1 0,-3 0 649,3 0 0,1 0 419,-1 0 0,6 11 0,-4 3 0</inkml:trace>
  <inkml:trace contextRef="#ctx0" brushRef="#br0">12368 8446 7690,'0'8'399,"0"1"1,0-5-200,0 4 0,-4-4 948,0 4 0,-2 1-520,2 3 1,1 0-34,-5 1 0,0 3-66,-4 1 1,3 4-174,1-5 1,4 6-390,-4-1 0,5 1 77,-1-1 0,4-2-2,4-3 0,4-3 127,9-1 0,2 1-197,6-5 1,0 1 7,-1 0 0,5 2 59,0-3 0,0 2-71,-4-2 1,-6 3-86,-2-3 0,-3 3-36,-2 2 1,-5-1 83,-3 0 0,-8 2-637,-4 3 1,-9-3 297,-4 2 1,-1-2-704,2-2 1,-4 5 506,4-1 0,-4 1-1463,-1-5 2067,6 1 0,-4-1 0,3 1 0</inkml:trace>
  <inkml:trace contextRef="#ctx0" brushRef="#br0">13696 8533 7690,'12'-31'0,"-4"9"750,0-2 0,6 8-253,7 4 1,-2 8 106,2 12 0,0 7-229,3 14 1,-4 3 57,-4 5 1,-7 5-140,-5-1 1,-3 6-123,-1-2 0,0-1-259,0 2 0,-1-10 125,-3 1 1,1-7-426,-6 3 0,7-11 93,-2-1-22,2-11 1,4-12 119,2-10 1,4-7-32,9-10 0,0-3 1,4-5 1,3-3 86,-4 3 0,0-3 236,0 6 1,-3 4-70,3 1 1,-4 6 567,0 6-428,-2 6 0,-3 14 354,-3 5 1,-2 6-245,-6 11 1,0 4 67,0 0 1,-4 1 9,-1-1 0,0-3-55,1 3 0,1-4-772,-5-4 0,5 1 364,-1-6 1,3 5-2673,1-5 1376,0 1-53,0-5 1,5-5 401,3-3 1054,9-8 0,2-8 0,6-8 0</inkml:trace>
  <inkml:trace contextRef="#ctx0" brushRef="#br0">14365 8644 7690,'13'0'0,"-1"0"0,-3 2 739,-1 2 0,-5-1-260,1 5 0,-3 6 496,-1 6 1,0 5-331,0 4 0,-4-3-143,0 3 0,0-3-455,4-1 1,1-1 63,3-4 0,-1-3-203,5-9 1,5-4 127,3-8 0,6-4-270,-1-9 0,2-2 143,2-6 1,-4-4-295,-1 0 0,-4 0 115,0 5 0,-3 3 56,-5 0 1,-3 6 41,-5-1 1,-5 6 82,-3 2 0,-13 1-172,-4-1 0,-4 2 91,0 6 0,-3-1-257,-5-3 0,0 2 136,0-2 0,5 3-451,3 1 1,3 1 173,1 3 0,2 3 568,2 5 0,3 6 0,6 2 0</inkml:trace>
  <inkml:trace contextRef="#ctx0" brushRef="#br0">15581 8632 7690,'13'0'-759,"-1"0"1,0 4 707,1 0 1,5 0 50,2-4 0,4 2 2171,1 2 1,5-3-1076,3 3 0,3-2-633,1-2 1,-1 4-422,-3 0 1,-3 0 26,-5-4 0,-7 6-347,-6 2 1,-5 3 261,-7 1 0,-11 6-582,-5 3 1,-12 8 254,-5 4 0,-4 3-21,-4 1 0,-2 0-30,-3 0 1,5 1 410,8-1 1,3-5 521,5-3 1,3-1-313,5-3 1,8 0 559,13-13 1,4 0-284,8-8 1,9-4 19,8 0 1,7-10-149,2-7 1,5-5-481,-2 2 0,-2-4-78,-2 0 1,0-1-149,-3 0 0,0 0-1354,-9 0 0,0 6 766,-4 2 1,-6 4-243,-2 0 0,-3 2 1160,-2 3 0,-5-3 0,-2 4 0</inkml:trace>
  <inkml:trace contextRef="#ctx0" brushRef="#br0">16189 8855 8302,'0'9'1473,"0"-1"0,1-4-400,4 4 1,0 0-488,3 5 0,5-5-198,-1 0 0,2-5-146,7 1 0,-1-2-319,5-2 0,5-11-462,3-6 1,-1-5 423,1-3 1,-1 0-101,1 1 0,-1-5 97,-3 0 1,-9 4-1096,1 4 782,-11 6 1,-6-1 66,-8 7 0,-5 0 122,-7 5 0,-3 1 63,-6 7 1,-4 3 298,0 5 0,0 5-124,4-1 0,0 8 140,1 1 0,-1 1-91,0 7 0,4-4 480,1 4 0,4-1-221,0 1 0,3 2-129,5-2 0,3-4-553,5-4-213,0 0 1,5-13-375,3 1 0,9-8 479,4-9 0,2-4-381,2-9 1,0-2 866,0-6 0,-1 1 0,1-1 0,0 0 0</inkml:trace>
  <inkml:trace contextRef="#ctx0" brushRef="#br0">16636 8669 7690,'19'-25'810,"0"2"-460,-2 2 1,-2 3 343,6 6 1,-2 5-262,2 3 0,1 3 96,-6 1 0,1 5-138,-5 3 1,0 9 46,1 4 1,-6 6-63,-3 2 1,-3 4-51,-1-4 0,-5 6-344,-3-2 1,-4-2 85,0 2 0,-4-4-276,-1 4 0,-4-5 180,5 1 0,-1-4-468,5-5 282,-1-7 85,7-8 1,1-12-114,10-5 1,3-6-102,8-7 1,4 0 117,4 1 0,1-1 92,0 0 1,1-1 14,3-3 1,-3 7 47,3-3 0,-2 3-14,-3-3 84,1 0 0,5 1 0,2-1 0</inkml:trace>
  <inkml:trace contextRef="#ctx0" brushRef="#br0">17219 8669 7690,'0'14'842,"0"3"1,0-2-334,0 5 0,-4-3 256,-1 4 0,-3-1-284,4 5 0,-4-4 184,4-1 0,-1-4-240,5 0 0,5-6-62,-1-2 1,7-5-476,1 1 1,2-8 165,7-4 0,-1-5-539,5-3 1,0-4 381,0-5 1,0 1-542,-1-1 0,0 4 168,-4 1 1,-2 0 143,-5 0 0,-6 2 123,-3 5 0,-3 1 188,-1-1 1,-9 2 47,-4 3 1,-9-2-63,-3 6 1,-1 0 101,-7 4 0,4 2 23,-4 2 0,5 4-619,-1 9 1,3 2 244,1 6 1,6-5-667,3 1 0,2 4 284,1 4 1,5 0 665,0-5 0,5 1 0,-2 0 0</inkml:trace>
  <inkml:trace contextRef="#ctx0" brushRef="#br0">18323 8756 7810,'-18'-7'0,"4"2"324,-3 5 1,-2 5-25,-1 3 0,0 9 343,0 4 1,-1 3-115,-4 5 0,6 2 29,2 2 1,3 5-251,2-5 1,5-1-101,3-11 0,10-5-1,6-7 1,2-4-13,6-5 1,5-7 12,4-5 0,6-6 0,-2-7 0,-3-4-13,-1 0 1,-4 0 12,-5 4 0,0-1-1378,-4-3 0,-3 9-280,-1-1 1170,-5 0 0,-10 9 16,-5 0 0,-2 5 101,-10 7 1,-1 0-190,-4 0 1,0 5 78,1 3 1,0 2-115,3-2 0,3 3-298,6-2-90,0 2 1,1 1 774,2 0 0,4 1 0,5-1 0</inkml:trace>
  <inkml:trace contextRef="#ctx0" brushRef="#br0">18558 8892 7690,'25'5'1127,"0"-1"0,1 4-114,3-4 0,-1 0-455,5-4 1,-4-1-38,4-3 0,-4-7-161,4-6 0,-4-5-878,4 1 1,0-7 398,4-6 1,-1 3-1886,-3-2 0,-4 1 282,-8-1 1722,-3 3 0,0-1 0,1 0 0</inkml:trace>
  <inkml:trace contextRef="#ctx0" brushRef="#br0">19067 8384 7690,'-12'-4'0,"-1"0"1880,1 0-1092,-1 4 0,1 9-28,0 4 1,1 13-343,2 3 0,-2 5 44,3 3 0,-3 10 148,-1 3 1,3 9-590,1 3 1,0 6 26,2-31 1,-1 0 0,3 2-1,0-1 2,0-1 0,0 1 0,0 0 0,0 1-167,-2-4 0,-1 0 0,-5 29 13,-1-2 0,5-6-125,0-2 0,1-7-90,-1-14 0,1 1 125,3-5 1,-2-1-309,-2-8 1,-3-3-176,3-9-85,-3-2 0,-2-8 634,1-2 0,3-3-335,1-5 0,0-6 116,-5-3 0,5-2-189,0-2 1,1-5 226,-1-3 0,-2-9 309,6-3 0,-6-9 0,3-2 0</inkml:trace>
  <inkml:trace contextRef="#ctx0" brushRef="#br0">19700 8508 8180,'-4'12'1334,"-1"1"0,-3 5-399,4 2 0,-6 9-409,2 4 1,3 10 73,0 7 0,4-1-226,1 5 1,0-4-232,0-5 1,0-1-284,0-2 1,0-9-371,0 0 1,0-11-454,0-6 0,6-6 538,2-2 1,-1-6-1018,1-2 1,0-6 654,5-6 0,-1-5 134,1 1 0,-2-6 653,-3 1 0,3-2 0,-4-2 0</inkml:trace>
  <inkml:trace contextRef="#ctx0" brushRef="#br0">19911 8731 7690,'12'0'1302,"-4"0"-842,1 0 0,-5 0 368,4 0 0,-1 10-348,1 2 0,2 9 190,-6 0 1,4 6-238,-4 2 1,5 0-38,-5-4 1,5-2-1214,0-2 0,2-3 528,1-6 0,2-5-1342,2-3 0,0-4 875,4-4 1,-3-8 755,3-9 0,-4-2 0,2-2 0</inkml:trace>
  <inkml:trace contextRef="#ctx0" brushRef="#br0">20270 8582 7690,'-24'13'1267,"-3"5"-982,-2 2 0,-6 5 123,-7 4 1,1 3-110,4 5 0,-6 4 366,-3 1 1,4 3-149,0-3 1,9-2-276,4-7 1,9-7-610,3-6 0,5-4 180,3 0-3273,4-8 2057,5-2 1403,5-6 0,2-11 0,6-3 0</inkml:trace>
  <inkml:trace contextRef="#ctx0" brushRef="#br0">20419 8545 7690,'13'7'1750,"-1"3"-1356,0-6 0,1 6 204,-1-2 1,1 4-48,-1 5 0,-4 2 96,1 6 1,-7 4-298,3 0 0,-4 4-155,-1-4 1,-1 5-265,-4-1 0,-7-1 110,-9 1 1,1-1-896,-5 1 1,1 1 548,-9-5 0,4 0-961,-4-4 1,6-6 189,-2-2 1,1-5 1075,-1-4 0,3-2 0,-4-6 0</inkml:trace>
  <inkml:trace contextRef="#ctx0" brushRef="#br0">21002 8806 7643,'13'0'1078,"-1"0"0,1 0-320,-1 0 1,-4 9-122,0 4 0,1 3 60,3 1 1,-5 2-507,-3 6 0,-2 0 0,-2-1 0,-2 1-408,-2 0 1,1-6 191,-5-2 1,1-3-2171,-1-2 1320,-3 1-2576,4-7 3451,-5 0 0,-1-17 0,1-3 0</inkml:trace>
  <inkml:trace contextRef="#ctx0" brushRef="#br0">21002 8533 7643,'0'-13'973,"0"1"191,0 0 0,0-1-290,0 1 1,6-1-384,2 1 1,4 4 188,5-1 0,-2 5-279,6-4 0,0 5-1065,3-1 1,-3 4 457,0 4 0,-2 3-1827,2 6 0,-3-1 2033,-6 0 0,0 6 0,1 2 0</inkml:trace>
  <inkml:trace contextRef="#ctx0" brushRef="#br0">17876 8818 7643,'0'-12'-414,"0"-1"1,0 1 826,0-1 1,0 5 378,0 0-523,0 5 1,-1-2 509,-3 5-415,-3-6 1,-6 6 9,1 0 1,-5 6-92,1 6 1,-1 2-93,5 2 0,-1 4-112,1 4 1,4 1 82,0 0 0,5-1-117,-1-4 1,2 2 108,2-5 1,4-1-265,1-3 1,8-5-33,0 0 1,3-5-89,1 1 0,-2-8-215,6-4 1,-2-5 219,2-3 0,-3 1-284,-6-6 1,0 4 198,1-3 0,-2 0-80,-3 0 1,-1 2 50,-3 5 0,-3 1 162,4 0 0,-5 3 40,-5 1 0,-1 5-12,-7-1 1,1-1-174,-1 1 1,1-1 138,0 5 1,-1 2 182,1 2 0,5-3 0,1 16 0,6-3 0</inkml:trace>
  <inkml:trace contextRef="#ctx0" brushRef="#br0">18037 8793 7643,'-24'13'286,"-1"-1"0,-3 5-95,3-1 0,3 5 546,10-5 0,1 2-249,3-1 0,2-3 124,6 2 0,6-8-128,2-3 0,8 0 59,5-1 0,7 0-169,1-4 0,5-7-135,-1-5 1,3 0-205,1-5 1,0-2 47,1-2 1,-2 2-681,-3-2 1,-3 6 456,-5-2 1,2 0-1074,-2 0 0,-3-1 154,-9 2 1,-1 2-92,0-3 1,-1 3 488,-2 2 0,-2 0 661,-3-1 0,-3-1 0,3-2 0,3-9 0,0-7 0</inkml:trace>
  <inkml:trace contextRef="#ctx0" brushRef="#br0">18434 8458 7643,'-12'-13'150,"0"-4"0,3 7 707,1-2-119,0 2 0,-1 3-285,1 3 1,0 3-30,-4 1 1,3 10-132,1 2 1,4 9 202,-4-1 1,3 8-118,-3 1 1,5 5-14,-1-1 0,3 3-126,1 1 0,-1 2-206,-4 2 0,4 5-168,-3 8 0,3-2-49,1 6 0,0 5-19,0 7 1,-5-2-178,1-2 0,-4-2 157,4-2 0,-6-5 71,2 1 1,1-12-30,-1-5 1,1-8 203,-1-8 0,1-4 172,3-1 0,1-6-58,-5-1 0,-1-2 106,-3-7 1,-1 5-721,1 0 1,0-4 542,-1-1 1,1 2-933,-1-2 0,0 0 386,-4-4 1,3 0-187,-2 0 0,2-1 30,2-3 635,-1-3 0,-5-11 0,-1-2 0</inkml:trace>
  <inkml:trace contextRef="#ctx0" brushRef="#br0">21250 8806 7643,'0'-24'0,"0"4"0,2-2 708,2 5 0,-3 0 239,3 5-154,3 0 0,0 6-324,6 6 1,-5 7-206,0 10 0,-1 6-61,1 6 0,-2 5-164,-6-1 1,0-1-60,0 1 1,0-5-59,0 1 0,0-7 25,0-2 109,5-4-332,-3-4 1,9-6 80,-3-6 1,3-10-125,1-3 1,1-7 119,-1-1 1,1-2-23,-1-2 0,0 1 329,1 4 1,-5 2-87,0 5 1,-3 7 183,3 1-200,-5 4 0,2 11 256,-5 2 0,0 9-90,0-1 0,0 4-163,0 1 1,0-1-206,0 1 1,0-4-417,0 0 0,7-6-707,5 1 0,2-3 607,7-5 0,5-2 712,7-6 0,3 0 0,1 0 0</inkml:trace>
  <inkml:trace contextRef="#ctx0" brushRef="#br0">22851 8458 7659,'7'-24'0,"-2"3"0,-5 0 1,-4 2 1076,0-2 1,-6 3-149,2 6 0,-4 1-437,-5 3 1,-2 4-297,-6 8 0,-1 5-4,-3 12 1,-3 5-26,-5 11 0,0 6-232,-1 3 0,1 2 274,0 1 1,0 7-66,0 1 1,18-25-1,2 1-95,0 0 0,1 0 0,1 2 0,2 1 47,-4 30 1,2-4 84,11-4 0,7-9-280,9-3 1,8-10 97,9-16 0,4-3-62,8-9 1,3-2 31,6-6 0,1-7-557,3-6 1,-8-5 296,4-6 1,-5-5-346,1 0 1,-10 0-725,-11 4 1,-3 0 660,-10 0 1,2 2 698,-10 2 0,0-2 0,-4 3 0</inkml:trace>
  <inkml:trace contextRef="#ctx0" brushRef="#br0">22689 8632 7661,'-19'12'1212,"-3"1"-940,6-1 1,-1 6 693,5 3 0,1 2-418,2 2 1,0 5 206,5 3 1,-1 3-408,5 1 0,0 1-308,0-1 0,0-1-431,0-3 0,2 3 313,2-3 1,-3 1-1658,3-1 0,-2 2 1735,-2-6 0,0 5 0,0-2 0</inkml:trace>
  <inkml:trace contextRef="#ctx0" brushRef="#br0">3635 10778 7710,'-37'5'589,"-1"2"-412,1 5 0,7 1 273,5-1 0,7 1 76,10-1 0,2-4 191,6 1 0,7-7 29,6 2 1,7-2-303,13-2 1,3 0 1,14 0 0,1 0-144,7 0 0,-2 0-544,-2 0 1,-4 0 285,-1 0 0,4 0-746,-8 0 0,-1 0-117,-11 0 1,-4 0-648,-8 0 0,0 1-857,-9 3 2323,3-2 0,-13 14 0,3-2 0</inkml:trace>
  <inkml:trace contextRef="#ctx0" brushRef="#br0">3697 11125 7710,'-19'5'0,"1"-3"1400,5 2-477,6 3-400,2 0 1,12 4-138,5-3 1,6 2 98,7-6 1,5 0-327,3-4 0,3 0-414,1 0 1,0-6-889,1-2 1,-5-3 748,0-1 1,-4-6-1552,4-3 1945,-6 3 0,4-5 0,-6 3 0</inkml:trace>
  <inkml:trace contextRef="#ctx0" brushRef="#br0">4106 10740 7710,'-19'-24'322,"2"-1"1,9 0-21,4 0 0,3 2 482,1 2 0,2 3-287,7 6 0,-1 5 46,8 3 0,4 2-25,0 2 1,0 6-5,0 2 0,1 5-157,4 3 0,-4-1-106,-1 6 1,-1 0-452,2 3 0,1 3 192,-5 2 1,-6-2-488,-7 6 0,1 6 351,0 6 0,-3-1-334,-6 2 1,-8-1-3,-9 5 0,2 0-142,-2-1 0,0-2 169,-3-6 0,0-1 134,4-11 0,0-4-243,4-4 0,6-10-186,-2 1-379,2-8 1127,3-4 0,2-12 0,5-7 0</inkml:trace>
  <inkml:trace contextRef="#ctx0" brushRef="#br0">5880 11113 7710,'-12'5'1393,"5"-4"0,10 6-210,13-3 1,9 2-576,12 2 1,2 2 7,2-6 1,-2 4-220,2-4 0,-2 1-429,-2-5 1,0 0 61,0 0 1,-4-6-411,0-2 0,-4-7-485,4-2 1,-5-4-2272,1 5 3136,-8-6 0,2 2 0,-4-4 0</inkml:trace>
  <inkml:trace contextRef="#ctx0" brushRef="#br0">6401 10728 7710,'-25'-17'653,"1"1"1,0 1-217,3 7 1,-1 2 254,6 6 1,3 3-247,5 5 0,1 6 52,-1 11 1,2 1-148,6 3 0,0 2 30,0 7 1,2 4-144,2 4 0,-3 3-54,4 5 1,0 3-384,-1 5 0,0 2 254,-4-2 1,0 3-197,0-7 0,0-3 107,0-1 0,0 0-336,0-5 0,0 2 167,0-9 0,-4-5 23,0-4 0,0-5 208,4 0 0,-1-7-70,-4-4 111,4 2 0,-9-5-104,6 2 1,-5-7 72,0-5 1,2-3 160,-1-1 0,0 0-472,-5 0 0,-3-4 109,-1 0 0,-1-6-437,2 2 0,2-5-88,-2-3 0,2-3-277,1-6 1,2 0 281,3 0 1,3-5 298,5-3 0,2 3 385,7 1 0,4-3 0,12 0 0</inkml:trace>
  <inkml:trace contextRef="#ctx0" brushRef="#br0">6848 11050 11098,'-2'23'1516,"-2"1"1,-1 1-795,-4 12 1,-2-1-300,3 10 1,3-2-441,1 1 0,2-1 64,2-2 0,2-5-278,2 0 0,1-2-207,3-11 0,8 3-509,-4-11 1,5-5-930,-1-7 0,-2-9 250,2-8 1626,-2-5 0,4-12 0,1-2 0</inkml:trace>
  <inkml:trace contextRef="#ctx0" brushRef="#br0">7108 11150 7710,'0'12'0,"0"1"0,0 0 0,0 4 0,2-2 0,2 6 0,-1-1 0,5 5 0,0 0 0,4 0 0,5-2 0,0-2 0,0 1 0,0-6 0,1 0 2521,3-8 1,1 1-3156,-6-4 1,2-1 99,-1-4 1,-4-7-2091,4-6 2624,-3-4 0,4-14 0,1 0 0</inkml:trace>
  <inkml:trace contextRef="#ctx0" brushRef="#br0">7431 11088 7710,'-14'0'0,"-3"0"0,2 1 1090,-5 3 0,-1 9-480,-4 7 1,-5 11 492,-3 6 0,-4 7-786,-5 10 0,4-3 95,-4 2 0,9-4-525,4-8 0,9-1 163,3-11 0,9-6-2823,4-6 2241,2-9 0,8-4 532,2-8 0,9-8 0,2-8 0</inkml:trace>
  <inkml:trace contextRef="#ctx0" brushRef="#br0">7592 11088 7710,'6'8'1037,"2"0"0,-1-4-52,1 5 1,-4-5 351,4 4 1,-5 0-539,1 5 1,2 0-359,-2 4 1,0-3-361,-4 2 0,0 4 74,0 0 1,-1 5-638,-3 4 0,-7-3 368,-6 3 1,-5 1-820,1-1 0,-1 0 510,2-4 0,-2-1-258,5-4-1849,-5-2 2530,8-11 0,-4-7 0,6-7 0</inkml:trace>
  <inkml:trace contextRef="#ctx0" brushRef="#br0">8039 11162 7717,'12'-1'0,"0"-3"0,1 2 2205,-1-2 1,1-1-651,-1 0 1,6 1-172,3 4 0,2-4-1317,2 0 1,4 0-42,0 4 0,5 0-1196,-1 0 1,3 0 776,1 0 0,1 0-1337,-1 0 1,-11 0 811,-5 0 0,-7 5-133,-6 4 1,-3 2 482,-5 1 1,-11 5 233,-5-1 0,-6 2 334,-3-1 0,-5-4 0,-4 4 0,3 1 0,-2-2 0,5 1 0,-1-5 0,-1 5 1028,1-1 0,1 1-501,8-5 0,-2 2 1308,5 3 0,5-4-940,3 4 1,8-3-64,1-2 0,6-1-331,6-3 1,6-2-248,3-6 0,6 0 57,2 0 0,5-7-51,0-5 1,0-2-1451,-1-7 1,2 5 762,-6-5 1,4 0-2342,-4-3 0,-2-1 2768,-6 0 0,-3 0 0,-6 0 0</inkml:trace>
  <inkml:trace contextRef="#ctx0" brushRef="#br0">8423 10802 7716,'-11'13'1013,"3"-1"0,-3 2-419,3 3 0,1 3 372,-2 9 0,5 4-429,-4 9 0,0 7 709,-5 9 1,0 4-978,-4 4 1,2-2 232,-6 2 1,5-3-472,-5-1 1,6-7 117,-2-5 0,9-12-1260,4-9 1,3-4 726,1-4 1,5-9-1478,3-8 0,9-12 696,4-4 0,3-13-1253,5 0 2418,-3-2 0,9-1 0,-6-5 0,0-6 0</inkml:trace>
  <inkml:trace contextRef="#ctx0" brushRef="#br0">8659 11311 7716,'0'21'1371,"0"-1"0,0-3-243,0 3 1,-1 1 277,-4 4 0,4 4-82,-3 0 1,3-4-710,1-5 0,2-5-538,7 2 0,0-7 73,12-2 0,0-7-361,3-1 1,7-11 216,2-9 0,3-9-660,1-4 1,-4-2 250,0 2 1,-7-1-262,-1 5 1,-3-4 103,-10 4 1,-2 4 183,-10 4 1,-1 2-51,-3-2 0,-9 3 132,-7 6 0,-9 4-97,-5-1 1,-1 7 52,-3-3 0,-2 5-33,3 5 1,-3-3-229,7 7 0,1-1-1119,-1 4 1718,0 6 0,-4-4 0,0 4 0</inkml:trace>
  <inkml:trace contextRef="#ctx0" brushRef="#br0">10247 11212 7677,'0'8'884,"0"0"1,1-4-115,3 5 0,6-2-312,11 1 1,2 3 105,14-3 1,1-2-218,11-2 0,-2-3-135,7-1 1,-3-10-836,-2-2 0,1-10 505,0-3 1,-12 0-1371,-5-4 1,-5 3 393,-3 2 1094,-6-1 0,-1-6 0,-6 0 0</inkml:trace>
  <inkml:trace contextRef="#ctx0" brushRef="#br0">10842 10778 7677,'-12'0'0,"-5"4"277,1 0 0,-5 7-47,5 1 0,-1 6 566,5 7 0,-1 7-78,1 5 0,5 6-329,3 6 0,2 6-15,2 3 0,0 3 11,0 1 0,0-1-178,0-4 0,0-1-1,0-7 1,-5 2-162,-3 3 0,-3-9 53,-2 1 0,1-6-159,-1-3 0,1-4-118,0 0 1,-1-11-211,1-1 1,5-6-441,3-3 568,-3-5 0,5-3-504,-2-8 0,3-4 442,1-8 0,5-4-485,4-5 1,2-1 321,1-3 1,2-2-756,3-7 1241,-4-4 0,11-2 0,-5-6 0</inkml:trace>
  <inkml:trace contextRef="#ctx0" brushRef="#br0">11066 11274 7677,'11'8'0,"-3"0"0,2 1 843,-6 3 1,4 0 543,-4 1 1,0 3-717,-4 1 0,0 3 29,0-3 0,0 0 118,0-5-569,0 0-31,0-5 1,6-1-618,2-6 0,7-7 296,2-6 0,3-4-851,-3-8 1,4 4 246,-5 0 1,-1 5-993,-6-5 1239,-4 6 1,-5-3 162,0 6 1,-7 5 283,-5 3 1,-6 2-98,-7 2 1,-5 0 87,-3 0 0,1 6-101,-1 2 0,5-1 331,-1 1 1,5-1-207,3 1 1,3 3-255,6-2 1,5-2-1402,3 1 995,2-5 658,8 2 0,6-5 0,7 0 0</inkml:trace>
  <inkml:trace contextRef="#ctx0" brushRef="#br0">11388 11175 7677,'25'0'598,"0"0"0,-5 1-227,1 3 0,-2 7 468,2 6 1,-3 5-333,-6-2 0,-1 4-97,-2 1 1,-4-1-111,-5 1 0,0 1-75,0 3 0,-4-7-171,0 3 0,-4-8-271,4-1 79,-6-8 180,3-2 0,0-7-17,3-4 1,3-3-3,1-8 0,1-4-277,3-4 1,3-3 96,5-2 1,5 2-794,-1-6 0,7 1 194,-3-1 0,4 3-669,0 5 1425,1 6 0,6-5 0,0 5 0</inkml:trace>
  <inkml:trace contextRef="#ctx0" brushRef="#br0">12914 11286 7714,'-7'-12'326,"-8"1"-272,3 2 0,-4 0 419,4 5 1,0 0-96,-1 4 0,-3 1 331,-1 3 1,1 4-272,3 9 0,1 8-97,-1 8 1,1 1-207,0-1 0,-1 3-95,1-3 1,1-3-119,2-1 0,4-8 114,5-4 1,7-9-20,5-4 1,6-14 37,7-6 1,4-8-461,0-5 0,4-1 184,-4-3 0,0-1-25,-4 5 0,-2-4 63,-2 4 0,-3 4 457,-6 4 581,0 6-663,1 3 1,-8 13 74,-5 11 0,-1 12-77,-7 9 0,-1 1 292,-3-1 1,1 2-101,3-6 0,-2 1-220,6-1 0,-4-7-197,4 3 0,-1-13-296,5 1 0,2-9-816,2 0 1,4-4 603,9-4 1,-2-7-1119,6-6 1,-1-6 189,5-2 1471,0 0 0,5-11 0,2 5 0</inkml:trace>
  <inkml:trace contextRef="#ctx0" brushRef="#br0">13472 10691 7714,'-8'0'509,"0"0"1,1 5 293,-1 4 0,-5 9 845,1 6 0,-1 14-377,-3 11 1,2 4-669,2 9 1,-1-3-411,1 7 1,1-7 78,2-1 0,3-7-1087,1-1 0,4-6 630,-3-7 0,4-5-421,4-3 1,-1-9-237,5-3 1,2-5-826,6-4 1,-1-2 247,6-6 1,-4-7 772,3-5 0,-3-8 646,4-9 0,5-2 0,5-6 0</inkml:trace>
  <inkml:trace contextRef="#ctx0" brushRef="#br0">13869 10616 7714,'6'-6'823,"-5"0"0,5 7-422,-6 4 0,-2 8 884,-2 12 1,-4 7-575,-9 9 0,-2 9-65,-6 8 0,2 4-517,2 4 1,-1-3 610,5 3 1,1-4-1203,4-4 0,5-4 403,3-9 0,2-2-1803,2-6 1,0 3 988,0-2 1,0 3 872,0-4 0,0 0 0,0 6 0</inkml:trace>
  <inkml:trace contextRef="#ctx0" brushRef="#br0">15172 11336 7752,'-17'0'0,"1"0"0,-1 0 534,5 0 1,-1 0-142,1 0 0,5-2 311,3-2 0,3-3-283,1-5 0,6-2-123,7-2 1,5-4-113,7-4 1,4-1-107,-1 0 0,6 6-45,-6 2 0,6 5 91,-5 3 1,-1 4 7,-3 5 0,-1 7 50,-4 5 1,2 7 52,-5 10 0,-2 7-119,-7 6 1,-1-1 159,-3-4 0,-2 2-227,2 2 1,-3-6-191,-1 2 0,-4-8-139,0 0 1,-4-5 111,4-3-1360,0-3 1116,4-11 0,6-7-1089,7-8 0,2-9 717,10-4 0,-3-3 782,7-5 0,2-3 0,1-5 0</inkml:trace>
  <inkml:trace contextRef="#ctx0" brushRef="#br0">15792 11088 7752,'-5'-13'572,"-2"6"1,-6-2 90,1 5 1,-2 5-104,-2 7 1,0 9 4,-4 3 0,-1 9-56,-4 4 1,-5 9-143,-3 3 0,2 2-260,2-1 1,-1 0 106,1-4 1,0-1-475,4-4 0,6-1 225,3-3 0,7-8-1106,5-8 1,3-4-739,1 0 0,3-6 936,5-3 1,6-8 942,10-5 0,1-7 0,0-3 0</inkml:trace>
  <inkml:trace contextRef="#ctx0" brushRef="#br0">16375 11113 7752,'-1'-9'754,"-3"1"1,-5 5-227,-7-1 1,-1 8 190,-8 4 0,2 10-289,-10 7 0,4 7 459,-4 9 0,5 3-380,-1 6 1,9-5 122,3 1 1,9-6-643,4 1 1,2 1 24,2-5 1,7-7-467,6-9 1,0-12 384,8 0 0,4-2-281,4-3 0,0-6 84,-4-6 1,-1-3-1343,1-1 1,-1-1 90,-4 1 1514,-2-6 0,-5 4 0,-1-4 0</inkml:trace>
  <inkml:trace contextRef="#ctx0" brushRef="#br0">16090 11385 7752,'-13'4'1313,"1"1"-1018,0-1 1,5-3 987,3 3 0,9-2-580,7 2 0,12-3-339,9-1 1,3-4-151,1 0 1,6-6 114,2 2 1,-1 1-726,2-1 0,-6 4-859,1-5 0,-2 7-2132,-2-2 3387,-5-3 0,-8 5 0,-6-3 0</inkml:trace>
  <inkml:trace contextRef="#ctx0" brushRef="#br0">17702 10939 7752,'17'-21'241,"0"1"0,-1 0 414,-4 0 1,1-7 80,-1 7 1,-3-5-279,-1 8 0,-5-1 29,1 2 1,-4 4-152,-4-1 1,-3 2-91,-6 7 1,0-4-40,-4 4 1,-2-1-13,-6 5 1,0 2-102,0 2 0,-1 4 120,-3 9 1,2 2-272,-7 6 0,0 9 92,-7 3 0,1 16-335,17-25 1,0 2 0,3 0-1,0 0 254,-1 3 0,1 1 0,1-2 0,1 0-27,1 1 0,1 0 0,0 0 0,3-1-85,1 3 1,3 0 0,-3 25 125,7-2 1,11-12 104,6-4 1,8-11-29,9-6 1,-2-7 24,6-10 1,0-2-46,5-6 1,0-6-317,3-2 1,-6-3 503,2-1 1,-8 1-892,0 2 1,-3-6 54,-1 3 0,-6 1-550,-2 3 0,-9-1 528,-4-3 1,-2 4 644,-2-1 0,-6 1 0,-1-4 0</inkml:trace>
  <inkml:trace contextRef="#ctx0" brushRef="#br0">17479 10988 7752,'-7'2'0,"3"2"836,-3 3 1,6 9-327,-3 1 0,2 5 161,2-1 0,0 8-431,0 4 0,2 3-352,2 1 1,3 1-687,5 4 1,1-4 542,-1 4 1,-4-4-495,1-1 1,-3 1 748,3-1 0,2 0 0,-4 0 0</inkml:trace>
  <inkml:trace contextRef="#ctx0" brushRef="#br0">3635 13097 7752,'-20'0'0,"3"0"181,4 0 0,1 0 33,-1 0 1,1-2 173,0-2 0,3 3 442,1-3-344,5 2 1,-1 2 108,8 0 1,5 0-231,7 0 0,5 0-1,8 0 0,-2 0-150,6 0 1,0 0-53,5 0 1,-5 0 64,0 0 0,4 0-334,4 0 0,1-4-229,-5 0 1,4-5-298,1 0 1,2 2-2,-7-1 1,2 4-576,-11-4 0,0 5-1147,-7-1 1519,-3 2 837,-11 8 0,-13 1 0,-8 5 0</inkml:trace>
  <inkml:trace contextRef="#ctx0" brushRef="#br0">3784 13258 7752,'-18'6'0,"4"-4"106,-3 7 0,8-2 198,0 1 1,8 3 413,1-3 1,3-1-78,9 1 0,5-5-247,12 1 0,2-2-24,7-2 0,3-5-133,0 1 0,1-5-567,-5 0 1,0-2 290,0-1 1,-1 4-897,-3-1 1,-4 5 309,-8-4 0,1 5-1042,-5-1 1667,-1 3 0,-9-5 0,-2-1 0</inkml:trace>
  <inkml:trace contextRef="#ctx0" brushRef="#br0">4069 12762 7752,'5'-7'598,"4"3"1,2-2-110,1 2 1,6 0-142,3 4 1,4 6-135,4 2 0,1 4-89,3 5 0,1 2 76,-5 6 1,-1 1-343,-7 3 1,-3-1 177,-6 5 0,-5 0-365,-3 4 0,-5 4 76,-8 1 0,0 0-9,-12 0 0,0-4 70,-4 4 1,2-9 65,2-4 0,-2 1-72,2-1 1,3-4 65,2-5 0,2-4-259,2 0 1,-1-2 108,1-2 1,4-5 280,-1-3 0,1 3 0,-4 0 0</inkml:trace>
  <inkml:trace contextRef="#ctx0" brushRef="#br0">19551 4626 7873,'0'-12'2306,"5"-1"-1528,-3 6 657,3 2-1090,-5 5 1,0 1-164,0 3 0,0-1-424,0 5 0,0 5 221,0 3 1,-4 5-642,0-4 1,-6 3 360,2-3 0,-3 3-826,-1-3 1,1 0 408,2-5 1,0 0 717,5 1 0,-6-1 0,3 1 0</inkml:trace>
  <inkml:trace contextRef="#ctx0" brushRef="#br0">20208 4167 7873,'0'13'3985,"0"-1"-3416,0-5 0,2 3-109,2-6 1,8 0-187,9-4 1,4-6-218,4-2 1,2-7 46,7-2 1,-1-5-908,0 2 1,0 0-59,0 0 0,-1-1-669,-3-4 1,-4 4 1529,-8 1 0,2-1 0,-3-4 0</inkml:trace>
  <inkml:trace contextRef="#ctx0" brushRef="#br0">20543 3770 7873,'-16'0'186,"-1"0"0,1 0 463,3 0 1,1 0-192,-1 0 1,5 2 137,0 2 0,1 3-198,-1 5 0,2 6-96,6 3 1,0 4-63,0 3 1,0 8-158,0 6 0,0 4-115,0 0 1,2 2 151,2 2 0,-1 4-166,5-1 0,-4 1-83,4-4 1,-1-5-45,1 1 1,2-4 42,-6 0 0,4-1-74,-3-8 0,0-3 58,-1-1 0,-2-3 84,2-1 1,-3-5 131,-1-4 1,4-2-158,0-2 639,0-5-340,-4-1-293,-5-6 0,-2 0 107,-5 0 1,-1-6-987,1-2 0,-1 1 87,1-1 0,-4-2-190,-1-6 0,-1 0 612,2-4 0,0-2 451,-4-7 0,5 3 0,-3-16 0,5 4 0</inkml:trace>
  <inkml:trace contextRef="#ctx0" brushRef="#br0">20841 4043 7873,'0'-8'962,"0"0"81,0 5 566,6-3-1138,-5 6 1,4 6 244,-5 2 0,0 9-368,0 3 0,2 4 0,1 2 22,1 3 0,0 3-111,-4 5 1,0 0-46,0 0 0,0-1-600,0-3 0,4 2-58,0-6 0,2-6-363,-2-7 1,-1-7-825,5-5 1,0-3 753,4-1 1,2-11-44,3-5 0,-2-6 920,6-3 0,5-11 0,6-3 0</inkml:trace>
  <inkml:trace contextRef="#ctx0" brushRef="#br0">21126 4093 10502,'4'12'1296,"1"1"0,0-1-190,-1 0 1,3 6-528,6 3 1,3-2-670,1 2 1,5-2-1369,-2 2 0,4 1 938,1-6 1,-5 0-1490,1-8 1,-2-3 310,2-5 1698,2-5 0,-3-7 0,4-8 0</inkml:trace>
  <inkml:trace contextRef="#ctx0" brushRef="#br0">21461 3994 7873,'-16'8'-993,"-1"0"1,-5 4 2448,1 5 1,-2 5-617,-2-1 1,-4 8 66,0 4 0,-4 3-251,4 1 1,0-1 15,5-3 1,4-3-1316,4-5 1,3-2 227,5-2-274,3-3 1,5-10-2368,0 0 3056,0-5 0,11-8 0,2-9 0</inkml:trace>
  <inkml:trace contextRef="#ctx0" brushRef="#br0">21635 3932 7873,'12'4'1775,"1"0"1,-5 1-488,0-1 0,-4 3-837,5 6 0,-5 1-202,4 2 1,-4-1-653,5 6 0,-7 0 315,2 3 0,-2 1-1092,-2 0 1,-6 1 680,-2 3 1,-9-1-600,-3 5 0,-4-2 389,0 3 1,-3-6 70,-2-7 0,2 1 638,-6-5 0,-6-1 0,-5-3 0</inkml:trace>
  <inkml:trace contextRef="#ctx0" brushRef="#br0">22379 4093 7873,'6'18'1439,"-3"-3"-946,5 6 1,-5-1 254,1 5 0,1 0-289,-1 0 1,1 5-14,-5 3 0,0-3-385,0-1 1,0-1-347,0 1 1,0-9-839,0 1 0,0-6 717,0-2 1,1-6-1844,3-3 2249,-3-14 0,10-4 0,-4-11 0</inkml:trace>
  <inkml:trace contextRef="#ctx0" brushRef="#br0">22429 3783 9705,'12'0'-1788,"2"0"1788,3 0 0,2 0 0,6 0 0</inkml:trace>
  <inkml:trace contextRef="#ctx0" brushRef="#br0">22950 3932 7873,'-6'6'2703,"1"1"-1953,-3-3 0,-3-1 459,2 5 1,-2-3-587,-1 3 0,5 0-154,3 5 1,-2-1-201,2 0 0,0 2-300,4 3 1,1-4-91,4 4 1,2-2 189,5 2 0,0-2-18,1 6 0,-2-6 108,-3 1 1,3-1-186,-3 2 1,-2-3-102,-2 2 1,-1-2-151,1-2 1,-3 1-158,3-1 1,-6 2-247,-3 3 0,-8-4-607,0 4 1,-3-3 562,-1-2 0,-2 0-144,-6 1 1,0-1 68,0 1 799,1-1 0,-7-5 0,0-2 0</inkml:trace>
  <inkml:trace contextRef="#ctx0" brushRef="#br0">23731 4043 7873,'0'-19'0,"-4"0"132,0 2 1,-1 7 295,1-2-43,2 8 1,-9-6-124,3 6 1,-3 1 295,-2 7 0,1 5 103,0 7 0,-2 4-272,-3 4 1,4 3-77,-4 1 1,5-1-74,3 2 1,0-3-386,5-1 0,-1-6 214,5-3-270,0-7 0,10-5 39,2-8 0,13-10-169,0-11 0,3-1-425,-4-7 1,1 5 317,0-1 0,-1 3 6,-4 1 0,-2 10 44,-5 3 1,-1 8 513,0 0 1,-1 9-156,-2 7 1,0 12 635,-5 9 0,6 3-454,-2 1 1,3 0-381,2 0 0,1-4-352,2 1 1,9-7 312,8 2 0,3-10 266,1-6 0,0-1 0,0-5 0</inkml:trace>
  <inkml:trace contextRef="#ctx0" brushRef="#br0">20556 5060 7873,'0'-18'1335,"0"4"-400,0-2-162,0 8 0,1 2-319,3 6 1,2 11 357,2 6 1,2 14-297,-6 7 0,4 11-34,-4 1 1,0 2-63,-4-2 1,0 4 16,0-1 1,0 0-185,0-8 0,0-4-39,0-7 0,0-6 267,0-7-267,0-3 0,6-11 0,2-3 0,5-14 26,3-6 1,-2-6-27,2-3 0,-2-4-3254,-1 0 1,-5 4-81,0 5 2830,-5 5 205,8-3 0,-10 12 597,3 6 0,2 6-264,-2 6 1,0 6 230,-4 3 1,0 2-121,0 2 0,0 0-62,0-1 1,4-3-281,0 0 1,2-6-444,-2 1 0,2-2-1160,2-1 0,3-6 762,-3-3 0,3 1 824,2-1 0,5-5 0,1-6 0</inkml:trace>
  <inkml:trace contextRef="#ctx0" brushRef="#br0">21126 5519 7873,'-12'18'0,"0"-3"1024,-1 6 1,5-5-422,0 5 0,3-2 801,-3 2 0,5 1 71,-1-5-959,3-1 1,8-9-357,5-3 0,6-9 28,7-8 1,1-6-405,3-10 1,-3-1 227,3-3 1,-3-3-622,-1 3 1,-5 2 372,-4 2 0,-4 7-431,-3 2 1,-4 5 140,-5-2 1,-1 5 390,-3 3 1,-9 4 18,-7 5 0,-8 1 243,-1 3 0,0 3-177,4 6 1,1-1-27,-1 0 0,5 1-327,4-1 0,8 1 169,4-1 0,2 0-1009,2 1 0,6-1 37,2 1 1206,3-1 0,7 0 0,1 1 0</inkml:trace>
  <inkml:trace contextRef="#ctx0" brushRef="#br0">21623 4924 7873,'-2'-9'463,"-2"1"1,3 4 327,-3-4 624,2 5-520,2-2-557,0 5 1,0 1 22,0 3 0,0 4 154,0 9 0,0-3 180,0 2 1,0 3-245,0 2 1,0-2 43,0 2 1,0-4-139,0 3 1,0-3-292,0 3 0,0 1 43,0 4 1,0 5-52,0 3 0,-1 5-78,-3 3 1,2 2 105,-2 2 1,3 3-769,1-2 1,-4 2 288,-1 2 0,1-8-626,4-4 1,0-8 404,0-9 1,4-4-745,1-4 1,4-5 652,0 0 1,-3-5 704,3 1 0,4-8 0,7-3 0</inkml:trace>
  <inkml:trace contextRef="#ctx0" brushRef="#br0">21933 5432 8545,'0'8'1654,"0"1"1,0-1-719,0 4 1,-4 2-396,-1 3 0,-3 2-269,4 6 0,0 0-31,4-1 0,1 0-261,3-3 0,3-5-43,6-8 1,0-2-4,4-6 1,2-3-301,6-5 0,0-6 222,0-11 0,-5-1-199,1-3 0,-6 3 129,2-3 0,-3 4-28,-2 5 1,-5 2 77,-3 5 1,-4 1 152,-4-1 0,-4 7-122,-9 1 0,2 5-3,-6 5 1,1-3-310,-5 7 0,1-3 118,4 3 0,-4 2-537,4-3 1,0 3 315,0 1 1,0 2 547,0 3 0,-4 2 0,5 6 0</inkml:trace>
  <inkml:trace contextRef="#ctx0" brushRef="#br0">22565 5395 8216,'0'-19'115,"0"-1"514,0 4 0,5 2-181,-1-2 0,1 3 456,-1 5 1,-1 2-383,5 6 1,-5 6-231,1 2 1,2 13-88,-2 4 0,0 8-98,-4 0 1,-4 7-228,0 1 0,-2 0 160,2-3 0,3-5-174,-3 0 1,2-10 114,2 2-252,0-8 1,2-1 27,2-8 1,3-13-47,5-12 0,6-10 22,3-6 1,2-3 120,2-1 0,0-1 201,-1 1 0,-3 6-103,0 2 0,-2 4 255,2 4 1,-3 9 56,-6 8-21,-5 2 0,-1 8-76,-6 2 1,0 4 353,0 5 0,-2-2-74,-2 6 1,1-6-31,-5 1 1,5-2-389,-1-1 0,1-1 218,-1 0-391,3-5 0,-3-1 123,8-6 0,3-7-197,5-5 0,1-2 114,-1-7 0,0 5-465,1-5 1,-1 6 227,1-2 0,-1 9 174,0 4 0,1 2 645,-1 2 1,-1 2-271,-3 2 1,2 8 440,-6 9 1,0 2-312,-4 2 0,0-3 206,0 3 0,0-7-157,0 7 1,0-5-238,0 1 0,0-2-390,0-2 1,0-3-540,0 2 1,-1-2-1297,-3-2 0,2-3 991,-2-1 0,4-5-480,4 1 0,-1-4 465,6-4 1099,4-9 0,7-6 0,4-6 0</inkml:trace>
  <inkml:trace contextRef="#ctx0" brushRef="#br0">23223 5494 7873,'0'13'849,"0"-1"495,0 0 0,0 1-585,0-1 1,0 5 603,0-1 0,0 1-665,0-5 1,1 1-303,3-1 1,3-4-201,6 1 0,-1-7-156,0 2 1,6-9-860,3-7 0,0-4 591,4-8 0,-8 2-750,8-7 1,-8-2 488,-1 2 1,-2 5-289,-1 3 1,-7 2 322,-1-2 0,-5 3 431,-5 6 0,-3 3 104,-8 1 1,-4 5 58,-4-1 1,-5 4-15,0 4 1,0 3-30,4 6 1,1-1 102,4 0 0,2 2-70,5 3 0,1-5-1121,0 1 1,5-1-4,3-4-241,2-2 0,4 3 777,2-4 1,3-7 457,5-6 0,5-5 0,-1-3 0,6-3 0,-1-6 0,2 1 0,2 4 0,4-2 0,0 5 0,1-4 1389,-1 5 1,-3 5-536,3 7 0,-2 2 237,-3 2 1,0 11-522,-3 6 0,-5 6-232,-8 6 1,2-1-73,-6 5 0,0-1-52,-4 1 0,-1-2-114,-3-2 0,-3-2 141,-6 1 0,-3-3-239,-1-4 1,5-5 133,4-7-96,-1-4 1,3-12-100,1-5 0,5-7-158,5-10 1,1-3-785,7-5 1,5-4 512,2-1 0,0 2-918,0 7 0,5-1 624,4 5 1,1-3-786,-1 7 1567,-2 3 0,3 10 0,-5-1 0</inkml:trace>
  <inkml:trace contextRef="#ctx0" brushRef="#br0">23893 5296 7688,'-2'20'180,"-2"1"0,1 0 1120,-5 4 1,5 2-580,-1 6 1,-1 2 1184,1 10 0,-5 6-955,5 7 1,-1 8-766,2-31 0,2 0 1,-1 1-1,1 0 55,-3-1 0,0 0 0,2 1 0,1 0-272,-3 30 0,-2-4-946,2-4 1,0-17 311,4-3-1539,0-15 1715,0-11 0,0-9-1481,0-11 0,4-3 999,0-14 1,4-2 422,-3-11 0,3-3-243,-4 0 791,0-6 0,-4 3 0,0-6 0,0 1 0</inkml:trace>
  <inkml:trace contextRef="#ctx0" brushRef="#br0">23781 5531 7688,'0'-30'629,"0"5"1,0 1-181,0 3 1,0 3 385,0 1 1,7-1-267,5 2 0,6 1-30,7 7 0,0-4-33,0 4 0,0 3-146,-1 1 1,1-2-265,0 2 1,-6 1 57,-2 7 1,-5 7-460,-3 6 1,-4 6 274,-5 2 1,-5 1-533,-4 7 1,-3 0-438,-5 5 0,-2-1 481,-6 0 1,0 3-72,1-3 0,-1 2 209,0-10 1,6-2-503,2-6 575,3-3 1,7-14-352,3-8 1,4-14 657,4-15 0,9-8 0,6-4 0</inkml:trace>
  <inkml:trace contextRef="#ctx0" brushRef="#br0">24253 4837 7688,'6'-12'1750,"1"5"-1203,-3 2 1,-2 5 481,2 5 1,-3 7-266,-1 9 0,0 12-24,0 4 1,0 10-73,0 2 0,-4 7-440,0 6 1,-6-3-153,2 3 1,-2-8 61,2 3 0,-3-10-958,3-5 1,1-5 310,-1-4-1641,5-8 1347,-3-13 0,12-17 118,2-12 1,7-5 258,2-3 0,1-4 159,-2 0 0,-2 0 615,3 5 0,-3 2-359,-2 5 0,-4 2 305,0 11-310,-5 0 1,7 5 997,-6 3 1,0 9-241,-4 7 0,0 4 26,0 0 1,-4 0-398,0-3 1,0 2-165,4-2 1,0-3-655,0-2 0,-4-2 249,-1-2-2400,1 1 1944,4-6 0,4-3-531,1-8 1,4-3 62,0-6 1122,-4-5 0,12-1 0,-4-6 0</inkml:trace>
  <inkml:trace contextRef="#ctx0" brushRef="#br0">24513 5407 7688,'12'20'1647,"-5"-2"-1277,-3-6 0,-2 5 514,-2-1 1,0 1 235,0-5 0,-4 2 474,0 2 0,-5-2-644,5 3 0,0-8 89,4 0-3101,0-1 1294,0 4-3391,0-5 3277,0-1 1,-1-8-1002,-3-2 0,2 1 1883,-2-5 0,-3-6 0,0-5 0</inkml:trace>
  <inkml:trace contextRef="#ctx0" brushRef="#br0">24538 5234 7688,'5'-18'915,"2"4"0,6-2 664,-1 7 1,-4 4-504,1 5 0,-1 0-189,4 0 1,1 0-359,-1 0 1,5 0-156,-1 0 0,2 0-1510,-1 0 0,-4 0 364,4 0 772,2 0 0,1 0 0,4 0 0</inkml:trace>
  <inkml:trace contextRef="#ctx0" brushRef="#br0">25059 5234 7688,'-3'12'1595,"-5"1"0,0 3-748,-9 1 1,-1 5 604,2-2 1,-6 5-385,1 4 0,3-3 7,1 3 1,9-3-965,4-1 0,3-4-20,1 0 1,2-6-206,7 1 1,-1-2 166,8-2 1,4-5-945,0-3 1,0-2 605,0-2 1,1 0-2395,4 0 0,-4-4 2679,-1 0 0,1-6 0,4 3 0</inkml:trace>
  <inkml:trace contextRef="#ctx0" brushRef="#br0">20419 6412 7690,'-12'0'0,"-1"0"616,1 0 1,4 0 244,-1 0 1312,7 0-1608,7 6 0,15-1 532,13 3 0,4 3-490,4-2 1,3 0-285,6 0 1,-2 0-458,-2-5 0,6 0-387,-2-4 0,2 0-206,-2 0 1,-6-6 556,-3-7 0,-6-1-1784,-2-6 1,-11 0 31,-2 0 1922,-4-4 0,-10 5 0,0-6 0</inkml:trace>
  <inkml:trace contextRef="#ctx0" brushRef="#br0">20965 6214 7701,'-12'-6'12,"-1"5"639,1-3 0,4 2-203,-1 2 0,2 2 400,-1 2 0,1 8-346,3 9 1,3 8 405,-3 4 1,2 4-209,2 4 0,0 5 26,0 8 1,0-3-570,0 2 1,0 2 50,0-1 0,0 0-153,0-5 1,-1-6 89,-3-6 0,1-5-208,-5-7 0,1-2 108,-1-2 1,-3-4-171,2-9 0,-2-3-722,-1-5-5,-1 0 0,1-1-178,0-3 1,-1-3 368,1-5 0,1-2-530,2-3 1,0-2 576,5-6 0,0-5-260,4-3 0,0-3 874,0-1 0,5-6 0,2-1 0</inkml:trace>
  <inkml:trace contextRef="#ctx0" brushRef="#br0">21263 6387 7690,'7'8'0,"-3"1"0,-1-1 833,1 4 1,-3 2 249,3 3 0,-2 3 435,-2 9 1,0-1-634,0 5 0,-2-1 224,-2 1 1,3 1-1098,-3-5 1,4-1 13,4-8 1,-2-6-597,7-6 1,-1-5 409,4 1 0,5-12-374,0-4 1,3-10-205,-3-3 0,3 0-800,-3-4 1,-1-1 585,-3 1 1,-2 0 450,-3 4 1,2 0 387,-6 0 0,4 2-37,-4 2 1,1-1 627,-5 6 0,0-1-241,0 5 555,0 5 0,0 3-185,0 8 1,-5 7 138,1 5 1,-4 11 415,4-3 1,-2 5-552,2 0 0,3 3 58,-3 5 1,-2-4-260,2 0 1,-4-5-1048,4 1 1,-1 0 426,5-4 1,0-3-966,0-10 0,0-4 205,0 1 0,0-8-253,0-1 1,7-7-519,6-9 0,-1-5 1115,5-8 0,1 1 626,-2-5 0,1 0 0,1-4 0,1 0 0</inkml:trace>
  <inkml:trace contextRef="#ctx0" brushRef="#br0">21598 6449 7690,'7'-12'2030,"0"4"57,-3-1-1327,-3 7 1,9-3-324,-6 10 1,0 3 245,-4 8 1,0-1-255,0 6 0,0 0-339,0 4 1,0-2 8,0-2 0,0 2-786,0-2 1,0-2 88,0 2 1,-1-6-1280,-4 1 550,4-2 817,-4-7 0,10-3-106,3-8 0,5-8 221,3-9 1,-1-2 219,6-2 1,-4 4-22,3 1 1,-4 6 801,0 1 0,-2 2 141,-2 7 0,1-4 1998,-1 4-1768,-5 5 0,-2 10-473,-5 6 0,0 1-403,0-2 1,0 2 64,0 3 0,0-2-1221,0-2 0,-1-4 682,-3 4 1,3-2 372,-4 2 0,-1-4 0,-1 5 0</inkml:trace>
  <inkml:trace contextRef="#ctx0" brushRef="#br0">22280 6536 7690,'6'-25'0,"-4"0"67,7 1 1,-7 0 144,2 4 0,-2-3 363,-2 7 0,0 4 795,0 3-957,0 7 1,-6-4 112,-2 6 1,1 7-154,-1 5 0,0 8 115,-5 9 0,6 4-105,3 8 0,-1-1-47,1 5 1,-1-3-67,5 3 0,0-5-31,0 1 1,0-2-480,0-2 1,5-1 211,-1-3 0,5-4-404,0-8 1,-2-5 258,1-7 1,0-4-937,4-5 0,1-1 455,-1-3 1,2-9-901,3-7 0,-4-4 218,4-1 1336,-3 0 0,4-5 0,1-2 0</inkml:trace>
  <inkml:trace contextRef="#ctx0" brushRef="#br0">22851 6152 7690,'0'-13'2794,"0"6"-1668,0 2 0,0 6-503,0 3 0,0 10 73,0 11 1,-2 5-282,-2 7 1,3 6-158,-3 3 0,-2 7-699,2 5 1,0-1 162,4 1 0,-4-6-129,0 2 1,-1 1 304,5-1 0,-4-8-1286,0-8 1,0-7-346,4-6 499,0-6 0,1-6 570,4-9 0,-4-12 664,3-5 0,3-7 0,0 0 0</inkml:trace>
  <inkml:trace contextRef="#ctx0" brushRef="#br0">22689 6573 7690,'-24'-19'45,"-1"2"0,1 4 655,4 0 0,2 6-228,5 3 1,6 1 1237,3-1-740,3 3-495,1-5 0,5 6-122,4 0 0,7 0 284,5 0 1,2 0-303,2 0 0,6-1-226,2-3 1,2 3-911,3-4 1,-1 3 560,0-2 0,0 2-1290,1-2 1,-7 3 695,-2 1 1,-3 0-570,-1 0 1,-1 0 410,-4 0 992,-2 0 0,-5 0 0,-1 0 0</inkml:trace>
  <inkml:trace contextRef="#ctx0" brushRef="#br0">23136 6486 7690,'6'13'2614,"-1"-1"-2103,3 1 0,-2 3 224,-6 1 1,1 5 275,3-2 0,-2 4-270,2 1 0,-3 4-305,-1 0 0,-1-1-897,-3-3 1,2-4 334,-2 0 1,3-6-1259,1 1 1,0-6 287,0-2-987,0-5 0,1 0 2083,3-12 0,3-4 0,6-12 0</inkml:trace>
  <inkml:trace contextRef="#ctx0" brushRef="#br0">23260 6400 7690,'-5'6'1803,"3"0"-684,-3-6-853,5 0 0,1 0-71,3 0 1,3 0-1345,5 0 0,1 0 641,-1 0 1,1 0-340,-1 0 0,1 4 517,-1 0 1,-1 7 329,-3 2 0,2 2 0,-6 10 0,0-2 0,-4 10 0,0 0 1346,0 4 1,0-1-652,0-3 0,-4 2 1051,0-6 0,0-2-13,4-6-1157,0-9 0,5-6-344,4-6 0,6-7-422,1-5 0,6-8-1007,-1-9 0,7 2 809,0-6 1,1 5-187,-4-1 0,-5 4-233,-4 5 64,3-4 0,-6 11-159,-1-4 1329,-5 9 0,-8 9 764,-3 12 1,-7 0-759,-6 8 0,-4 0 543,5 3 0,-5 1-326,5 0 0,-5 0-449,4 0 0,2-5 190,7 1-920,-3-6 0,9 3 246,-2-6-451,3-5 1,11-2 117,2-10 1,9-6-134,-1-5 0,8-6 207,1 1 0,5-2 191,-1-2 1,3 0 710,1 0 0,-3 6-291,-1 2 1,-4 4 342,4 0 0,-10 6-245,2 3 1,-9 3 1376,1 1 1,-7 5-468,-2 4 1,-4 2-229,4 1 0,-5 2-707,1 2 0,-2-2 19,-2 3 1,0-2-2455,0 1 1,0 0 595,0 4 1697,0-5 0,-6 14 0,-1-3 0</inkml:trace>
  <inkml:trace contextRef="#ctx0" brushRef="#br0">6860 12973 8226,'0'-32'-1,"0"3"1,-4 3 83,0 1 1,0 2-57,4 2 0,0 3 1019,0 6 1,4 4 435,0-1-867,0 7 1,-2-3-32,2 10 0,-2 7-177,7 9 0,-7 3-431,3 5 0,0 4 140,-1 9 1,0 2-191,-4 5 0,0-3 129,0-1 0,2 0-1215,2 0 0,-3 2 232,3-6 1,-2-1-569,-2-7 0,0 2 1496,0-6 0,-6 5 0,-1-2 0</inkml:trace>
  <inkml:trace contextRef="#ctx0" brushRef="#br0">6153 13717 8226,'-7'0'3312,"2"0"-2786,5 0 0,1 0 122,3 0 0,7 0-187,6 0 0,9 0-60,-1 0 1,8 0-138,0 0 1,10 0-198,6 0 0,8-6 11,9-2 1,-29 3 0,0-1-237,4 0 0,1 0 1,1 0-1,1-1 212,1 1 1,1 0 0,0 0-1,0 0-208,2-1 0,-1 1 1,1 0-1,-1 0 39,-3 0 1,-1-1 0,2 1 0,-2 0 41,-3 0 0,-1 0 1,29-5-678,-11 2 0,-11 0 406,-9 4 1,-9 1-2358,-8 4 1428,-4 0 0,-4 6-597,-8 2 1870,-14 3 0,-9 2 0,-13-1 0</inkml:trace>
  <inkml:trace contextRef="#ctx0" brushRef="#br0">6364 14374 8226,'-12'6'0,"1"-3"937,2 5 1,4-4-105,5 4 1,2-5 85,7 1 1,6 2-42,14-2 0,4 0-350,8-4 0,2 0-331,3 0 0,6 0 6,-2 0 0,2-6-518,-2-2 1,-1-8 394,1-5 1,-2-2-1631,-3-2 0,1-1 10,-9-3 0,-2 2 1540,-11-2 0,-4-2 0,-2-1 0</inkml:trace>
  <inkml:trace contextRef="#ctx0" brushRef="#br0">6811 13953 8226,'-13'0'640,"1"1"-331,-1 3 0,1-1 455,0 5 1,5 2-266,2 6 1,0 4 289,1 4 1,0 8-288,4 5 1,4 1-54,0 3 1,6 3-176,-2 1 0,3 4-135,1 0 1,1-5-38,-1-2 1,-4-4 161,1 0 1,-2-1-209,1 0 0,-1-5 36,-3-3 1,-3-3-209,3-1 0,-6-1 33,-3 1 0,-4-6-1,1-2 1,-5-5-76,-3-3 0,0-2-196,-4-3 0,0-3-206,0 3 1,-2-7 244,5-1 0,1-9-854,3 0 1,1-8 480,-1 1 1,7-9-680,1-4 0,4-4 135,1-5 1233,0-2 0,6-5 0,0-1 0</inkml:trace>
  <inkml:trace contextRef="#ctx0" brushRef="#br0">7145 14151 8226,'7'6'897,"-1"-4"222,-6 7 0,1-1-15,3 4 1,-2 2-446,2 3 1,-4 6 320,-4 6 0,1 1-403,-5-1 0,5-1-233,-1 5 0,-2-6-95,2 2 1,0-2-730,4-3 0,1-4-629,4-4 1,1 2 32,7-1 0,1-2-421,2-7 0,-1-2 514,6-6 1,0-6-882,4-2 1864,-6-9 0,4-8 0,-3-6 0</inkml:trace>
  <inkml:trace contextRef="#ctx0" brushRef="#br0">7443 14163 8226,'7'13'467,"-3"-1"0,2 1-50,-2-1 1,6 6 728,-2 3 1,1 6-508,0 2 0,6 1 414,-3-1 0,5-4-1283,-1 0 0,4-2 147,4-6 1,1-2-1485,0-7 1,0-2 1059,0-6 0,0-7-1249,-1-5 1756,-4-12 0,9-7 0,-3-7 0</inkml:trace>
  <inkml:trace contextRef="#ctx0" brushRef="#br0">7828 14064 8226,'-20'4'872,"4"1"0,-2 4-265,1-1 1,0 5 70,0 3 0,-1 5-223,-3 8 1,-6 3 674,2 5 1,-8 1-334,0 4 0,3-8-129,1 3 1,2-8-1340,3 0 0,4-4 317,4-4-4111,2-3 3473,7-6 1,2-6 991,5-6 0,5-11 0,2-9 0</inkml:trace>
  <inkml:trace contextRef="#ctx0" brushRef="#br0">7890 14101 8226,'12'0'0,"1"0"1124,-1 0 0,0 0-216,1 0 0,-1 6-42,1 2 1,-1 3-228,0 2 0,1 3-191,-1 1 1,-5 5-750,-3-2 0,-2 4 306,-2 1 1,-6 4-848,-2 0 0,-5 4 625,-3-4 0,-7 1-1234,-6-1 1,-5-3 303,6 3 1,-6-3 1146,6-1 0,-7-6 0,3-1 0</inkml:trace>
  <inkml:trace contextRef="#ctx0" brushRef="#br0">9391 13481 8226,'-7'0'747,"1"0"1,6 2-316,0 2 0,0-1 259,0 5 0,0 4-461,0 5 1,0 5 18,0-1 0,0 2-424,0 2 1,0 0 195,0-1 1,0 1-902,0 0 1,0-4 193,0-1-1811,0-5 2497,0 3 0,6-11 0,1-1 0</inkml:trace>
  <inkml:trace contextRef="#ctx0" brushRef="#br0">9403 13271 8659,'0'-7'-556,"0"1"556,6 6 0,1-5 0,5-2 0</inkml:trace>
  <inkml:trace contextRef="#ctx0" brushRef="#br0">9887 13308 11492,'-8'5'1427,"0"3"0,-1 4-1340,-3 0 0,-1 6 56,1 3 0,-4 2-125,-1 2 0,5 4 154,3 0 1,7 4-339,-3-4 1,5 0 178,5-5 1,3-4-309,8-4 0,4-2 46,4-2 1,1-3 14,0-1 0,0-5 248,0 1 1,-2-3-43,-2-1 0,1 0 89,-6 0-64,-5 6 0,-6 1 10,-10 5 1,-1 0-9,-7 1 0,-5-1-508,-2 1 1,0-1-79,0 0 1,0 1-282,0-1 0,0-5-318,4-3 1,2-2 125,-3-2 1060,-2 0 0,0 0 0,-6 0 0</inkml:trace>
  <inkml:trace contextRef="#ctx0" brushRef="#br0">11214 13320 7724,'-8'14'1239,"0"2"0,4 9-618,-4 8 0,5 7 18,-1 2 1,2 4-178,2 0 1,0 1-355,0-2 0,2-9 89,2-11 0,4-7-243,9-10 1,-2-2 123,5-6 1,0-7-184,0-6 0,5-5-42,0-6 0,0-3-43,4-2 0,-4 2-236,-5-6 0,-2 5 160,-5-1 0,-1 3-38,0 1 1,-5 6 136,-3 3 1,-2 2 215,-2 1-183,0 6 0,0 3 273,0 8 1,-4 9-82,0 8 0,-1 2 323,5 2 1,0 4-4,0 0 0,0 0-120,0-5 1,0 0 989,0-4-338,0-2-269,6-11 1,1-3-201,5-8 0,1-4-428,-1-9 1,5-6-173,-1-6 0,5-5-286,-5 1 1,5 1-1015,-4-1 0,3 1 770,-3-1 1,3-1-332,-3 5 0,4 4 340,-5 4 1,5 12-396,-5 0 0,5 7 1075,-4 2 0,-6 0 0,5 0 0,-2 0 0</inkml:trace>
  <inkml:trace contextRef="#ctx0" brushRef="#br0">11897 13469 8226,'0'25'95,"0"0"0,0-1 113,0 1 1,0-6 417,0-2 0,5-5 24,4-3 1,2-4-43,1-5 1,2 0-510,2 0 0,2-9 107,3-4 0,6-8-698,-2 1 1,3-4 369,-3 0 1,-5-1-70,1 0 1,-2 0 86,2 0 1,-4 2-490,-9 2 1,1 3 144,-4 6 0,-3 1 410,-6 3 0,-8 1 394,-9 3 1,-6 2-235,-2-2 1,-4 8 381,4 4 0,-5 9-226,6 4 1,-1 4 158,4 3 0,0 4-20,0 5 0,6 2 152,2 2 1,5-1-312,4 6 0,2-4-473,6 0 0,7-8-364,5-13 0,8-5 385,9-7 1,2-7-902,7-10 0,-1-11 505,0-14 1,2-3-797,2-1 0,-4-2 1079,0-2 0,1-3 1,-7-6-1</inkml:trace>
  <inkml:trace contextRef="#ctx0" brushRef="#br0">12567 12824 8226,'-13'0'2057,"1"4"-1607,-1 0 1,5 11 1019,0 2 1,1 12-680,-1 8 0,-3 7 280,2 10 1,0 8-939,5-27 0,0 0 0,-2 2 0,0-1-167,2 2 0,0-1 0,-3 32 57,-1-3 1,5-4-1495,-1-4 1,3-5 586,1-7 0,5-14-181,4-12 1,7-10-636,5-6 1,2-15 857,2-10 0,4-8 842,0-8 0,0-6 0,-4-1 0</inkml:trace>
  <inkml:trace contextRef="#ctx0" brushRef="#br0">12877 12750 8226,'-2'-7'1598,"-2"3"1,2 4-526,-7 4 0,1 10-471,-4 10 1,-1 12 390,1 10 0,-1 3-341,1 5 0,0 7-588,-1 5 0,7-31 0,1 1-73,1 0 0,0-1 0,-2 1 0,1-1 28,0 1 1,2-1 0,-3 32-1676,2-5 0,-2-5 1124,2-4 1,-4 0-1901,4-8 0,0-1 2432,4-15 0,-4 0 0,-1-7 0,3-5 0,0-6 0</inkml:trace>
  <inkml:trace contextRef="#ctx0" brushRef="#br0">13212 13494 8226,'-20'0'-61,"4"0"1,-2 0 142,1 0 0,1 0 520,3 0 0,5 0 383,0 0-377,5 0 1,0 0-78,12 0 1,4 0-52,12 0 1,6 0-529,2 0 0,-2 0 119,2 0 0,-4 0-1022,5 0 0,-3 0 585,2 0 0,-1 0-2378,-3 0 2744,-3 0 0,10 0 0,-4 0 0</inkml:trace>
  <inkml:trace contextRef="#ctx0" brushRef="#br0">14068 13419 8226,'-18'0'0,"-3"0"0,2 0 877,-2 0 1,0 2-283,-3 2 0,-1 3 134,0 5 0,-1 2-266,-3 2 0,3 4 34,-3 5 0,3-1-111,1 1 1,5 0-126,4 0 1,8-6-242,4-2 1,4-4 167,4 0 1,8-6-91,9-3 1,-1-4 95,5-4 0,-3-5-408,7-7 0,-1-2 123,1-3 1,-3-4-249,3 1 0,-2-1-27,2-4 0,-1-1-172,5 1 1,-4-6-122,4 2 1,-4-4 69,4-4 1,0-9 225,4-8 1,-5 2-198,-3-2 0,-8 0 330,-5-4 1,-2 5-36,-2 4 0,-5 9 652,-3 6 0,-2 12 614,-2 10-62,-6 7 1,4 4 27,-7 5 1,5 9-238,-4 4 0,1 9-71,-1 3 0,-3 1 94,2 7 0,-2 1-333,-1 8 0,2 2-104,-2 5 1,2 1-616,-6 0 1,5 1-278,-2 2 1,5 4-684,-4 5 1,1-4-736,6 0 1,1-7 924,4-2 1,0-6-143,0-10 1,10-14 685,2-10 0,9-8 525,0-5 0,2-4 0,2-9 0,0-2 0</inkml:trace>
  <inkml:trace contextRef="#ctx0" brushRef="#br0">14477 13444 8226,'7'13'1282,"-2"-1"-857,-5 0 1,5 1 523,-1-1 0,1 5-382,-1-1 1,-1-1-197,5-6 0,1 0-176,3-5 1,2 1-160,2-5 0,4-10-568,5-2 1,-1-9 415,1 0 1,0-5-452,0 1 0,-6-2 345,-2 6 0,-5-1-198,-4 1 247,-2 3 1,-12 7 276,-2 3 1,-10 3 74,-7 5 0,-1 5 244,-7 3 1,1 9 184,-1 4 0,-1 6-135,5 2 1,0 5-66,4 0 1,6 0-150,2-1 1,9 3-1079,4-3 0,2 1 487,2-1 1,7-8-1201,6-8 0,1-3 440,6-2 0,5-5 1092,4-3 0,5-14 0,-2-3 0</inkml:trace>
  <inkml:trace contextRef="#ctx0" brushRef="#br0">14886 13494 7774,'11'5'1367,"-2"4"0,2 0-610,-3-1 1,3 3 58,1-2 0,1-4-323,-1-1 0,6 2-269,3-2 0,6-1-20,2-7 0,10-3-646,-2-6 1,5 0-261,-1-4 1,-2-2-603,2-6 1,-7 0 68,-1 0 0,-6 1-250,-3-1 1485,-4 0 0,-8-5 0,1-2 0</inkml:trace>
  <inkml:trace contextRef="#ctx0" brushRef="#br0">15407 12948 7774,'-5'-7'-258,"-2"2"221,-5 5 0,-1 5 685,1 3 0,-1 10-172,1 7 1,1 7 342,3 9 0,-3 5-332,2 7 0,4 8-182,1 5 0,1-30 0,-1 0 28,0-1 1,0 0-1,-6 33 44,2-2 0,-3 1-162,2-1 1,-2 3-12,-1-7 0,0-2-224,-1-11 1,5-1 114,0-2 0,1-1-417,-2-7 0,0-1 58,5-12-1404,-6 2 924,3-19 1,0 2-169,3-14 1,4-10 34,4-11 0,3-5-87,6-7 964,-1-6 0,11-6 0,4-8 0</inkml:trace>
  <inkml:trace contextRef="#ctx0" brushRef="#br0">15718 13419 7758,'0'13'2156,"-5"-1"-1537,1 1 0,0 4-194,4 4 0,-4 3-172,0 0 0,-4 0-51,4-4 1,-1 4-316,5-3 0,0 1 145,0-2 0,0-2-1569,0-5 0,0-5 253,0 0 1284,6-5 0,1 2 0,5-5 0</inkml:trace>
  <inkml:trace contextRef="#ctx0" brushRef="#br0">15792 13271 9403,'12'-6'2855,"1"5"-3337,-1-4 0,1 0 243,-1 1 1,0 0-2424,1 4 2662,-1-6 0,6 5 0,1-5 0</inkml:trace>
  <inkml:trace contextRef="#ctx0" brushRef="#br0">15916 13457 7758,'-5'24'978,"2"-3"-734,-5 0 0,3-2 689,-3 2 1,5 1-389,-1-6 0,3 1 66,1-5 1,0 1-386,0-1 0,4-4-300,0 1 1,6-7-106,-2 2 1,4-4 219,5-4 1,-2-3-594,6-5 1,-5 0 363,5-1 0,-6-3-314,2-1 0,1 1-338,-2 3 1065,1 1 0,-5 1 723,1 2-94,-7 4 1,0 6 155,-6 3 1,0 3-429,0 6 1,-1 1-128,-4 2 0,0-2-192,-3 2 0,-2-2-305,6-1 0,-4-1 123,3 0 1,1 1-922,4-1 0,0-4-1048,0 1-1395,0-7 1498,0 10 0,2-11 473,2 3 1312,-3-3 0,10-6 0,-4-2 0</inkml:trace>
  <inkml:trace contextRef="#ctx0" brushRef="#br0">16363 13581 7758,'0'8'-42,"0"0"1011,0 0-181,0 5 445,5-1-802,2-5 0,7-1-57,2-6 1,0-6-323,4-2 1,0-5 101,0-3 1,4-3-199,-4-6 1,2 0 90,-1 0 0,-3 6 26,-6 2 1,-3 2-60,-1-1-88,-5 7 1,-5-6 149,-10 11 0,-6 5 251,-7 8 0,-4 7 227,0 5 1,0 2-180,5 2 0,-1 4 54,0 0 0,1 1-167,4-1 1,-1-3-711,9 3 1,-2-2 175,10-3 0,1-4-75,7-4 1,4-8-76,9-3 1,6-10-376,6-3 0,4-7-567,-4-1 0,2-7 663,-2 3 0,-3 1-146,3-2 0,-3 6 847,-1-2 0,-6 8 0,-2 0 0,-4 5-24,0-4 55,-1 5 0,-5 3 186,-3 8 1,-2 3 297,-2 2 1,0 3 1521,0 1 1,0 4-906,0-5 1,0 6 30,0-1 1,0-3-588,0-2 1,1-2-266,3-2 0,4-5-96,9-3 0,2-4-538,6-4 1,7-8 116,5-9 0,10-9-96,7-7 1,-1-2-1044,-3-6 1,4 3 1037,-27 20 1,-1-1 0,2-2 0,-2 0-58,0-1 1,-2-2 0,-2 0 0,0-1 66,19-25 0,-21 24 0,-1 1 345,18-29 0,-7-6 3,-5 2 0,-3 10 842,-9 15 81,2 5 158,-14 18 1,3 6-340,-8 16 0,2 2-304,-7 11 0,-3 1 344,-5 7 1,2-2-482,7 6 1,-3 0-30,3 4 1,1 6-284,-2 3 1,5-2-203,-4 1 0,4 1-241,-4 3 1,5 5-649,-1 0 1,2-5-378,2-3 0,0-6 1428,0 1 0,6 3 0,1 0 0</inkml:trace>
  <inkml:trace contextRef="#ctx0" brushRef="#br0">18782 13568 7693,'0'-21'0,"0"1"0,-2 1 570,-2-2 1,-1 2-95,-4 2 1,-2 9-21,3-1 0,-4 7-26,-5 2 1,2 2-167,-6 7 1,5 2-2,-5 14 1,6-2-56,-2 10 0,4 4-39,0 5 0,1-1 27,-1-4 0,7-5-236,1-3 0,4-4-97,1-5 1,1-3-154,4-9 0,3-2-185,8-6 1,4-10 250,4-2 1,1-13-251,0 0 1,0-8 170,0 0 0,0 1 1,-1-1 1,-4 5 85,-4 0 0,-2 5 162,-2 3 0,-5 9 200,-3-2 1,-2 11 235,-2 2 1,0 11 289,0 9 1,-2 5-341,-2 4 1,1-1 149,-5 5 0,5-2-132,-1 2 1,3 2-561,1-6 1,1-2 209,3-6 1,3 1-460,6-5 1,3-6-247,1-7 0,4-3-619,-5-1 1,6-5 1323,-1-4 0,2-7 0,2-3 0</inkml:trace>
  <inkml:trace contextRef="#ctx0" brushRef="#br0">19117 13556 9035,'0'12'1007,"0"1"0,0 0-629,0 4 1,0 8 282,0 8 1,-4 3-249,-1 1 0,-3 0-346,4 0 0,0-1-328,4-3 1,0-7 247,0-5 0,1-11-222,3-2 0,3-5 220,6-3 1,0-7-287,4-6 0,-2-6 41,6-10 0,-5 3 52,5-3 0,-4 3 15,3 1 1,-5 0 392,2 0 0,-2 6-60,2 3 1,-8 7 31,4 5 0,-4 3 14,4 1 1,-5 1-90,0 3 1,-5 9-793,1 7 0,2 4 368,-2 1 1,0 4-1095,-4-1 1,0 3 1420,0-2 0,6-3 0,0 4 0</inkml:trace>
  <inkml:trace contextRef="#ctx0" brushRef="#br0">20246 12973 7693,'0'-13'1196,"5"1"1,-2 11-735,5 5 1,0 16 183,5 9 0,-2 17-264,-3 8 0,2 10-176,-8-29 1,0 1 0,0 3 0,0 0-266,-1 2 0,-2 1 1,-1-1-1,-2 1 146,1-3 0,-2 0 0,0-2 0,-1-1-371,-6 26 0,-1-7 265,1-5 0,0-7-314,-1-10 0,6-8 9,3-9-5,3-8 0,2-5 113,3-11 1,9-7-62,7-14 0,4-3 52,1-5 0,-1-3 61,1 3 0,-1-2 214,-4 10 1,2 2 385,-5 6 0,-1 4-29,-3 9 1,-2 8-194,-3 8 1,-2 10 383,-6 7 0,0 5-270,0 8 0,-6 3 34,-2 0 1,-3 1-163,-2-5 0,7-1-258,1-3 0,4-7-271,1-5 0,0-6 239,0 1 0,1-7-1290,4-5 0,1-3 660,7-1 0,5-7-666,2-5 1,3-6 819,-3-7 0,4-5 566,-4-3 0,4-3 0,1-1 0,-6-1 0,-3 1 0,-2 6 0,-1 2 0,-1 9 0,0 8 916,-5 5 1,-1 18-328,-6 6 1,0 10 612,0 6 1,0-1-567,0 1 1,0-5-133,0 0 0,5-3-201,4-4 1,2-3-266,1-6 0,2-6-60,2-6 1,4-6 91,4-6 1,0-7-106,-3-6 1,1 0 103,-6-4 1,-3 3-429,-5 1 1,-5 2 130,1 2 0,-4 3-166,-4 6 1,-5 5 105,-7 3 0,-4 2 20,-4 2 0,-5 0 2,0 0 1,-2 6 76,2 2 1,7 3-113,-2 1 0,6 1 71,-3-1 0,7 1-468,2-1 0,5-4-205,7 1-120,0-7 1023,0 4 0,5-6 0,2 0 0</inkml:trace>
  <inkml:trace contextRef="#ctx0" brushRef="#br0">21201 12886 7693,'7'0'1879,"-2"1"-1086,-5 4 1,0-3-287,0 7 1,0 0 90,0 8 0,0 9-230,0 11 0,-1 11 336,-3 10 1,1 8-712,-1-31 0,0 1 0,0 2 1,-1 1 194,-1 0 1,0 0-1,0 3 1,0-1-408,-1-2 0,1 1 0,0 1 0,0 0-38,-1-1 0,1-1 0,-2 30-1005,0-7 1,5-14 689,-1-3 1,3-7-942,1-9 0,6-11 728,7-14 1,1-6-387,6-6 1171,1-6 0,9-16 0,2-2 0</inkml:trace>
  <inkml:trace contextRef="#ctx0" brushRef="#br0">21523 13667 7693,'-18'25'0,"0"4"0,-2 0 0,-2 4 488,5-4 1,2 0 695,7-4 1,2-2-468,6-2 1,0-7-311,0-6 1,7-5-189,6 1 1,0-10-12,8-6 1,0-6-286,4-7 1,-5 0 101,1 1 1,-6-1-69,2 0 0,-4 4-104,0 1 1,-2 0-200,-3 0 0,-2 2-53,-6 5 0,-2 5 126,-2 0 1,-4 4 51,-9-5 0,-2 7 106,-6-2 0,-5 6-332,-3 2 0,1 6 157,-1-2 0,4 3-680,-4 2 0,5 3-243,-1 1 1213,3 5 0,-4-8 0,-2 4 0</inkml:trace>
  <inkml:trace contextRef="#ctx0" brushRef="#br0">21883 13655 7693,'0'-21'322,"0"1"0,0 0-161,0 0 0,6-1 780,2 9 1,3 2-228,1 10 0,1 7-53,-1 5 0,1 12-282,-1 9 0,-5 8-127,-3 5 1,-3 2-225,-1 1 0,-4-4 59,0-4 1,-4-3-306,4 0 0,-5-7 213,5-2 0,0-8-160,4-5 0,0-9 11,0-7 0,7-11-73,5-9 0,6-11-190,7-6 1,4-1 135,0-8 0,4 1-8,-4-5 0,0 10 160,-4 3 1,-6 13 195,-2 4 0,-4 6-53,0 6 0,-6 4 173,-3 8 1,-4 8 157,-4 9 1,-7 2 208,-6 2 1,1 4-49,3 0 1,1 0-37,-1-4 1,1-5-452,0 1 167,5-6-338,1 3 0,8-12 123,2-6 0,8-7-48,9-10 1,-2-1 83,2-2 1,-1-4-23,5 3 0,-4 5 200,0 3 0,-6 2-111,1 7 1,-6 0 201,-2 4 1,-5 10-29,1 2 0,-3 9 37,-1 0 1,0 2-37,0 2 0,0 0-283,0-1 0,0-3-231,0 0 1,0-6-1249,0 1-493,0-2 1475,0-1 0,6-6-1468,2-3 1,3-6 283,2-6 1715,-1-6 0,6-11 0,1 1 0</inkml:trace>
  <inkml:trace contextRef="#ctx0" brushRef="#br0">22665 13754 7693,'-9'13'1105,"1"-1"1,4 2-479,-4 2 1,4 4 793,-5 4 0,5 1-707,-4 0 1,5 0-346,-1 0 0,3-6-66,1-3 1,5-3 99,3-5 0,9-4-1236,4-8 1,2-4 570,2-9 1,0-3-61,-1-9 0,0 3 163,-3-3 1,1 2-668,-6 3 1,-1-1 223,-6 0 1,-4 6 182,-5 2 0,-5 3 69,-4 2 0,-7 1 125,-5 3 0,-8 2-136,-4 6 0,1 2 85,-1 2 1,6-2-100,-2 7 1,7-5 59,1 4 0,6-5-447,-2 1 762,9 3 0,-3-6 0,4 5 0</inkml:trace>
  <inkml:trace contextRef="#ctx0" brushRef="#br0">22789 13667 7693,'24'7'1171,"0"4"-744,-3-2 0,1 3-41,-6 5 0,1 2-146,-5 6 1,-5-1 181,-3 1 0,-2 0-123,-2 0 1,0 0-214,0-1 1,0-3-53,0 0 0,-5-6 70,1 1 0,-1-6-50,1-2 56,2-5 1,-3-3-10,5-8 0,1-9-11,3-3 1,3-5-117,6-4 1,4-4-246,4-8 0,-2 2-413,2-2 0,-2 2-1088,2 2 0,3 4 196,-4 0 1576,4 11 0,6-7 0,2 9 0</inkml:trace>
  <inkml:trace contextRef="#ctx0" brushRef="#br0">23397 13717 7693,'-6'12'0,"1"1"1093,-4-1 1,-2 6-473,3 3 1,1 13 755,-1 8 0,0 15-802,-5 10 1,7-27-1,0 2-598,-1 3 1,1 1-1,0 2 1,1 1 288,1 0 1,0 1 0,-2-2 0,1 0-92,1-2 0,0-1 0,1-2 0,0-2-780,1-5 0,0-1 1,-3 25 34,0-10-708,1-6 0,6-23 624,2-9 0,-1-11-952,5-9 0,-1-7 622,1-14 1,2 0 983,-6-8 0,5 8 0,-2-7 0</inkml:trace>
  <inkml:trace contextRef="#ctx0" brushRef="#br0">23285 13816 7693,'0'-20'1038,"0"-1"0,0 6-587,0-2 1,5-1-200,4 2 1,3 3-45,5 5 1,2 5-1,6-1 0,0 3 631,-1 1 0,0 7-341,-4 5 0,-2 7-392,-5 10 0,-2-1-138,-3 5 0,-4-1-172,-8 1 1,-4 4-477,-9 0 0,-2 0 371,-6 5 1,-1-4-359,-3-1 1,1-3 196,-5-1 0,6-7-610,-2-1 1,8-12 500,5-8 0,7-12-184,5-10 763,8-13 0,9-20 0,6-6 0</inkml:trace>
  <inkml:trace contextRef="#ctx0" brushRef="#br0">23744 13233 7693,'8'0'1312,"0"0"0,-3 2-207,3 2 0,-5 3-542,1 5 0,1 7 312,-1 6 1,1 7-386,-5 9 0,-6 5 76,-2 7 1,-3 5-446,-2 8 0,-3-1-71,8-29 1,-1-1 0,-11 25-431,3 2 0,0-14-470,5-2 0,5-9-931,3-8 1313,3-11 1,6-15-147,3-12 0,9-4 208,4-12 0,3-4 582,5 0 1,-2-4-191,2 4 1,-3 1 237,-1 8 1,-6 2 546,-3 5 383,-2 7 1,-3 1-329,-3 10 0,-2 7-350,-6 9 1,0 3-238,0 5 1,-6 3-44,-2 5 0,-1-4-95,0 0 0,-2-5 87,3 1 1,-2-3-304,2-1-1121,-3-6-1692,10-1-2108,-10-6 5036,9-5 0,-3-12 0,5-9 0</inkml:trace>
  <inkml:trace contextRef="#ctx0" brushRef="#br0">24054 13866 7693,'0'8'3789,"0"0"-1912,0 1 0,-1 3-943,-3 0 0,2 5 468,-2 0 1,3-1-677,1-4 0,0 1-1246,0-1 0,1 1-288,3-1 0,-1-4-575,5 1 0,-4-7-201,5 2 0,-5-2 278,4-2-574,-5 0 1,2-6 1879,-5-2 0,0-8 0,0-4 0</inkml:trace>
  <inkml:trace contextRef="#ctx0" brushRef="#br0">24153 13618 10826,'-7'0'5814,"2"0"-5114,5 0 1,5 0-788,4 0 0,2 0-774,1 0 0,6 0-1731,3 0 1,2-4 649,2 0 1942,0-1 0,0 0 0,-1-2 0</inkml:trace>
  <inkml:trace contextRef="#ctx0" brushRef="#br0">24625 13680 9943,'-4'8'1700,"-1"0"1,-4 5-816,0 3 1,-7 8-7,-5 0 1,2 12-352,-2 10 1,1 2 18,-5 2 1,7-5-940,5 1 0,2-12 330,7-1 0,6-7-858,6-5 1,9-4 609,3-9 1,15-3-600,6-5 0,7-7 233,6-5 1,-2 0-3522,6-5 4197,0-2 0,-1-1 0,-2-4 0</inkml:trace>
  <inkml:trace contextRef="#ctx0" brushRef="#br0">12716 3597 7652,'0'-7'1361,"-5"-4"-411,1 2 1,0-3-32,4-4 0,6 0-420,2-4 1,7-2-117,2-7 1,9-3-148,-1-5 0,8 0-145,0-1-143,-3 7 0,9-5 0,-6 4-465,-3 1 0,0 2-1445,-5 8 1222,3-3 1,-14 12-2170,2 0 1758,-8 5 703,-2 12 448,-6 8 0,-11 6 0,-3 6 0</inkml:trace>
  <inkml:trace contextRef="#ctx0" brushRef="#br0">12852 3572 7652,'-6'-13'1769,"5"4"-1119,-3-4 0,8 2-109,4-9 0,5-1-122,3-4 0,9-5-157,8-3 1,-1 1-963,1-1 1,0 0 502,4-4 0,0 4-1429,1 0 0,-4 6 1626,-5 3 0,6-7 0,-9 5 0</inkml:trace>
  <inkml:trace contextRef="#ctx0" brushRef="#br0">13634 2667 7652,'-7'-13'927,"-3"1"-243,6-1 0,0 5 287,4 0-126,5-1 1,2-2-385,6 3 1,4-1-24,4 4 0,1-3-131,-1 4 0,2 0-115,-2 4 0,7 5 124,0 4 1,1 9-92,-4 6 1,-1 7 159,-4 6 1,0 6-54,-4 2 1,-3 7-341,-1 2 1,-5 4-59,-7-4 1,0-2-835,0-6 1,0-5-39,0-8 0,5-14-452,4-10 1,2-8-387,1-5 1,5-9 938,-1-7 0,6-9 837,-1-4 0,2 2 0,2 1 0</inkml:trace>
  <inkml:trace contextRef="#ctx0" brushRef="#br0">14241 2530 7662,'-5'-11'808,"-3"3"-606,-3 2 0,0 5 0,0-2 599,-2-1 0,3 5-66,-6 8-351,-3 7 0,-5 9 1,-6 8-192,-2 3 0,-2 8-199,-8 6-233,4-1 0,14-17 1,0 1-1,1-2 1,0 0-35,-1 1 0,0-1 0,1-1 1,0 0-1446,1-1 0,-1 0 1467,0-1 1,0 1 0,-1 1 0,0 0 0,1-3 0,1-1 250,-20 20 0,2-9 0,2-5 0,-2-6 0,0-12 0,-2-9 0</inkml:trace>
  <inkml:trace contextRef="#ctx0" brushRef="#br0">14427 2146 8699,'-6'0'1357,"0"0"0,7 1-993,4 3 0,-3 3-262,7 5 0,-3 1 90,3-1 0,-2 5-220,-3-1 0,-3 6 103,3-1 0,-2 2-325,-2 2 0,-2-1 170,-2-4 0,1 2-117,-5-5 1,5-1-178,-1-3 140,3-6 1,1-9-63,0-10 1,5-6 66,4-7 0,3-1 270,5-3 1,-2 3-95,5-3 0,-3 3 448,4 1 0,-5 6-181,5 2 1,-5 5 112,5 4 0,-6 2 25,2 6 1,-5 1 113,-4 4 1,2 1-305,-6 7 0,0 5 99,-4 2 1,0 0-605,0 0 1,-1 0 239,-3 0 0,1 4-538,-5-4 0,4-2 309,-5-1 0,3 1-1066,-3-2 1,0 5 1397,4-4 0,-4 5 0,2-3 0</inkml:trace>
  <inkml:trace contextRef="#ctx0" brushRef="#br0">14837 2741 7730,'-11'-1'-43,"3"-4"1622,-3 4-579,9-10-343,-3 10 1,7-5-219,7 6 1,0 6-134,12 2 1,0 3-274,3 1 0,5-3 59,0-1 1,-1 0-796,-7 5 0,2-7 497,-2-1 1,2-4-1313,2-1 1,0 0-1,0 0 1518,-6-6 0,4-6 0,-3-7 0</inkml:trace>
  <inkml:trace contextRef="#ctx0" brushRef="#br0">15085 2592 7730,'-12'0'-759,"1"1"1849,2 4 1,0-3-423,4 7 0,-3 0-283,4 8 1,0-2 97,4 6 1,0 5-152,0 7 0,0 3-298,0 1 0,-1 6-174,-4 2 0,3 3-356,-7 2 0,2-6-665,-1-3 1,-1-2 595,4-2 0,1-11-94,4-5 1,2-11 658,2-6 0,8-8 0,8-3 0</inkml:trace>
  <inkml:trace contextRef="#ctx0" brushRef="#br0">15804 2741 7730,'-4'-14'21,"0"-2"0,-4 2 143,4-3 1,-5 4 272,5 0 1,-5-1-84,0-2 1,3 5 197,-3-6 0,1 12 187,-4-4-322,-1 7 1,1 2-65,-1 0 0,1 11-118,0 5 0,3 6 94,1 3 1,4 5-79,-4 3 1,1 7-45,-2 2 0,3-1 5,1-4 0,3 1-240,-7-1 1,7-1-70,-2-3 1,4-9-89,4-7 1,3-9-295,5-4 1,2-4 247,2-4 1,2-8-451,3-9 0,2-4 288,-2-4 0,1 3 35,-1-3 1,1-1 9,-6 1 0,1-4 268,-5 4 0,1 0 43,-1 4 0,-5 5 159,-3-1 245,3 11-181,-6-6 0,5 21 376,-6 4-409,0 2 1,0 13 0,0 0 209,0 3 0,0 4 61,0-2-339,0-3 1,0 8-1,0-3-220,0 0 0,0-3-395,0 1 1,0-3-929,0-1 0,5-5 190,4 1 1268,-4-6 0,6 3 0,-4-5 0</inkml:trace>
  <inkml:trace contextRef="#ctx0" brushRef="#br0">16040 2989 7730,'6'-7'1203,"-5"-4"-789,5 4 0,-1 0 100,3 3 1,-2 4-35,-2 4-270,-3 3 0,3 7 0,1 2 23,-3 5 0,0 4-93,-2 4 0,0-3-152,0 3 1,-2-3-374,-2-1 0,3-6 329,-3-2 0,2-3-1189,2-2 921,6-5 0,-1-3-90,4-8 1,2-3 98,-3-5 1,3-6 87,1-3 0,-3-2 123,-1-2 0,-1 4 235,1 0 0,2 6 327,-6-1 0,4 2-110,-4 2 832,6 5-844,-9 1 0,9 8 65,-6 2 1,0 3-61,-4 5 0,0 0-145,0 1 0,0 3-163,0 1 0,0-1-303,0-3 1,0-1-909,0 1 0,0 0 616,0 4 0,0-3-1260,0 2 1822,0-2 0,0 4 0,0 1 0</inkml:trace>
  <inkml:trace contextRef="#ctx0" brushRef="#br0">16400 3088 11443,'7'6'1559,"0"-5"-1698,-3 3 1,3 2 163,5-2 1,1 4-1258,-1-4 0,2 2 702,2-2 1,-1-3 529,6 3 0,0-2 0,4-2 0</inkml:trace>
  <inkml:trace contextRef="#ctx0" brushRef="#br0">16722 2977 7730,'-8'8'706,"0"0"1,0-4-191,-5 5 0,2-1-101,3 4 1,-2 5 99,6-1 1,-4 2-148,4-1 0,0 1-693,4 2 1,0 4 274,0-4 0,1 0-958,3 0 0,-1-3 307,5 4 701,-5-6 0,2 8 0,-5-4 0</inkml:trace>
  <inkml:trace contextRef="#ctx0" brushRef="#br0">16995 2654 7730,'7'-7'1010,"-1"-4"-253,-1 10 0,-2 2-127,5 12-330,-5 5 0,8 12 0,-4 3 149,0 3 1,4 2-192,-3 4-109,-2-4 1,5 9 0,-3-7-441,3-4 1,-3-6-1474,1-9 1378,4-3 1,2-7 0,5-3-953,-2-4 1,2-8 242,-3-4 1095,5-3 0,-8-6 0,1-1 0,-5-1 0,-1 4 0,-5-2 0,6-2 0,-9 4 0,5-4 0,-1 1 0,-3-3 0,2 4 0,-3-5 0,-1 5 0,0-4 1107,0 4-413,-5-2-273,-2 5 1,-1 2 0,-1 8 263,0 2 0,-8 9-544,-4 6 9,-2 10 0,-2 9 0,0 5-84,1 0 1,-1 0-169,0 1 160,0-7 1,2 4 0,2-6-1100,5-2 0,3-2 77,5-4 705,-3-3 259,9-6 0,-9-5 0,5-2 0</inkml:trace>
  <inkml:trace contextRef="#ctx0" brushRef="#br0">17492 2356 7730,'6'-5'2556,"1"4"-1976,-3-4-131,-2 4 298,3 1 0,-5 6-274,0 2 0,0 7-554,0 2 0,0 3 100,0-3 0,0 3-525,0-3 1,0 4-166,0-5 0,0 1 445,0-5 0,0 0-175,0 1 174,0-6 1,6-2 149,2-5 0,3-7-136,2-5 0,-1-2 341,0-6 0,5 3-76,-1-4 1,1 6 265,-5-1 0,1 3 74,-1 5 1,1-2 39,-1 6-215,0 0 1,-1 5-57,-2 4 0,-2-1-152,-3 8 0,-3-2 106,3 6 0,-2-2-599,-2-2 0,-4 5 260,-1 0 1,0-1-1800,1-4 849,2 1 1174,-3-1 0,-1 1 0,-1-1 0</inkml:trace>
  <inkml:trace contextRef="#ctx0" brushRef="#br0">17889 2431 7730,'-2'7'2634,"-2"-3"-1401,3 3-893,-5 0 0,6 1 0,2-1 217,2-2 0,3-1 28,5-4-956,6 0 0,1 0 0,6 0-461,0 0 1,1 0-2211,3 0 3042,-3-5 0,4-2 0,-5-5 0</inkml:trace>
  <inkml:trace contextRef="#ctx0" brushRef="#br0">18385 2257 7733,'-6'18'428,"5"-4"1,-9 4-1,6-4 460,1 2 0,1-1-346,-3 6 0,4 4 39,-3 4 0,3 0 69,1-5 1,0 3-1145,0 2 1,-2-2 347,-2 6 1,3-5-1809,-3 1 0,-2-4 1954,2-5 0,-11 9 0,1-3 0</inkml:trace>
  <inkml:trace contextRef="#ctx0" brushRef="#br0">18422 2902 7739,'-12'0'2028,"-1"0"-1058,1 0-633,5 0 1,7 0-59,8 0 1,9 2-67,3 2 0,8-3-138,1 3 0,1-2-206,-1-2 1,-1 0-353,5 0 0,-2-6-1009,3-2 1,0-5 302,-5-3 1189,0-3 0,-4-12 0,0 0 0</inkml:trace>
  <inkml:trace contextRef="#ctx0" brushRef="#br0">18869 2580 7739,'-13'23'922,"1"-2"0,-1 2-375,1-2 1,0 4-61,-1 4 0,1 1-153,-1 3 1,2 3-33,3-3 1,-2-1-265,6 1 0,0-6-259,4 2 0,6-7-1134,2-1 1,7-6 814,2 2 1,5-5-1083,-2-4 1622,4-2 0,6-12 0,2-1 0</inkml:trace>
  <inkml:trace contextRef="#ctx0" brushRef="#br0">19352 2902 9357,'9'0'983,"-1"0"0,-4-1-786,4-3 1,-4 2-419,5-2 1,-1-3-239,4-1 1,6 1 284,3-1 174,2 0 0,8-10 0,0-2 0</inkml:trace>
  <inkml:trace contextRef="#ctx0" brushRef="#br0">20035 2815 7739,'-7'0'2591,"1"0"-1485,6 0-1149,0 0 1,6 0-785,2 0 0,7-4-1321,2 0 2148,5-6 0,3-2 0,6-7 0</inkml:trace>
  <inkml:trace contextRef="#ctx0" brushRef="#br0">20630 2704 7739,'13'7'1302,"-5"-2"-845,0-5 0,0 0 242,5 0 1,-1 0-262,1 0 1,0-4-192,4 0 0,1-2-47,2 2 1,4 1-854,-3-5 1,8 4 286,4-4 366,-3 0 0,6-5 0,-5 1 0</inkml:trace>
  <inkml:trace contextRef="#ctx0" brushRef="#br0">21846 2542 7739,'-8'-12'-860,"-1"0"0,5 3 1884,-4 1 1,0 0 1,-5-5-673,1 7 1,-1-1 140,1 3 1,-5 2 101,1-2 0,-5 4-195,5 4 0,-6 9-14,1 7 0,2 5 9,-2 4-231,0 3 1,1 8 34,-1-3 1,6 3-147,-2-7 1,8-3-145,0-1 1,8-8 0,1-6-19,7-5 0,11-5-47,7-5 1,5-7 79,7-5 0,0-10-374,1-7 1,0-1 147,4 1 1,-9 2 120,0-2 0,-7 3 254,-5 1 1,-2 1-102,-3-1 173,-7 6-165,2 1 1,-11 12 75,0 6 1,0 7-52,0 10 1,0 3 168,0 9 1,-2 3-106,-2 5 0,3 0-215,-3 1 0,2-1-1117,2 0 1,0 0 776,0 0 1,0-5-1,2-3-1195,2-3 1680,3-7 0,11 5 0,1-5 0</inkml:trace>
  <inkml:trace contextRef="#ctx0" brushRef="#br0">22020 2741 7739,'6'0'-147,"1"-4"730,-3 0-182,-2 0 1,9 4 0,-10-2 291,3-2-391,3 3 0,-4-4-102,5 10 1,-5-3 132,1 7 1,-2-1-131,-2 4 0,0 5-103,0-1 0,0 5-220,0-4 1,-2 3 146,-2-3 1,3 3-730,-3-3 583,-3 0 1,5-5-415,-2 0 118,3-5 213,1-1 0,5-9 106,4-5 1,2-1 1,1-7 0,0 2 134,1 2 0,-2-1-65,-3 1 0,3 1 96,-3 3 0,-1 1-72,2 3-120,-7 2 1,8 2 93,-6 9 0,0 6-290,-4 1 1,-1 2-9,-3-1 1,2-2-30,-2 5 0,3-4-250,1 0 0,0-2 604,0-2 0,-6 6 0,-1 2 0</inkml:trace>
  <inkml:trace contextRef="#ctx0" brushRef="#br0">28756 2964 0,'-71'0'0,"1"0"0,0 0 0,0 0 0,0 0 0,-1 0 0,1 0 0,0 0 0,0 0 0,0 0 0,-1 0 0,1 0 0,0 0 0,0 0 0,0 0 0,-1 0 0,1 0 0,0 0 0,0 0 0,-1 0 0,1 0 0,0 0 0,0 0 0,0 0 0,-1 0 0,1 0 0,0 0 0,0 0 0,0 0 0,-1 0 0,1 0 0,0 0 0,0 0 0,0 0 0,-1 0 0,1 0 0,0 0 0,0 0 0,-1 0 0,1 0 0,0 0 0,0 0 0,0 0 0,-1 0 0,1 0 0,0 0 0,0 0 0,0 0 0,-1 0 0,1 0 0,0 0 0,0 0 0,0 0 0,-1 0 0,1 0 0,0 0 0,0 0 0,0 0 0,-1 0 0,1 0 0,0 0 0,0 0 0,-1 0 0,1 0 0,0 0 0,0 0 0,0 0 0,-1 0 0,1 0 0,0 0 0,0 0 0,0 0 0,-1 0 0,1 0 0,0 0 0,0 0 0,0 0 0,-1 0 0,1 0 0,0 0 0,0 0 0,0 0 0,-1 0 0,1 0 0,0 0 0,0 0 0,-1 0 0,1 0 0,0 0 0,0 0 0,0 0 0,-1 0 0,1 0 0,0 0 0</inkml:trace>
  <inkml:trace contextRef="#ctx0" brushRef="#br0">22069 2865 7739,'-1'-8'182,"-3"-1"0,2 5 385,-2-4-366,3 0 0,-1-3 341,-2 2 1,3 3 251,-3 1-522,2 4 0,-2-3-130,0 8 0,-4 4 25,4 9 0,-2 2-124,2 6 0,3 0 105,-3 0 0,2-2-182,2-2 0,0 1 36,0-6 0,2 1-48,2-5 1,0-5 58,8-3 0,-2-2-227,6-2 1,2-6 42,-1-2 1,4-9-51,-5-3 1,5-4 238,-5-1 1,-3 2-65,-5 2 0,-4-1 115,4 6 1,-5-1-65,1 5 1,-4-1-45,-4 1 0,-4 5 44,-9 3 0,2 3-379,-6 1 1,2 0-21,-2 0 1,-1 5-185,6 3 1,-1-1-331,5 1 1,5-3 149,3 3 758,-3-5 0,11 8 0,-2-4 0</inkml:trace>
  <inkml:trace contextRef="#ctx0" brushRef="#br0">22541 2456 7739,'-13'5'0,"1"-2"516,-1 5 1,6 0-134,3 5 1,3 1 357,1 2 1,0 5-283,0 8 0,5 1-304,4 3 1,6 3-102,1-3 1,5 3-128,-4 1 0,3-5-705,-3-3 0,4-4 542,-5-5 1,6-2-612,-1-5 0,1-7 319,-1-1 0,1-7-528,-6-6 1056,1-6 0,1-11 0,1 1 0</inkml:trace>
  <inkml:trace contextRef="#ctx0" brushRef="#br0">22950 2542 7739,'-6'-6'0,"0"0"769,-7 6 0,1 0-272,-1 0 0,-5 6 295,-2 2 1,-4 8-396,-1 5 0,-5 4-321,-3 4 1,1-2-105,-1 6 1,6-1 116,-2 1 0,4 2-1398,4-6 1,3 4 266,6-4 1042,-6 0 0,-1-5 0,-6 1 0</inkml:trace>
  <inkml:trace contextRef="#ctx0" brushRef="#br0">2134 15528 8082,'-6'-9'-22,"-2"1"1,-3 1-228,-1-1 1,-1-2 1177,1 6 0,-1-4-315,1 4 0,-1 0 936,1 4-1065,0 0 1,3 0 549,1 0-678,5 0 0,-1 0-94,8 0 0,9 1-2,7 3 0,8-1-29,1 5 0,7-5-225,1 1 0,0-2 120,5-2 0,0 0-327,0 0 1,-1 0 186,-4 0 1,-4 0-509,0 0 0,-5-5 239,1 1 0,-4 0-289,-5 4 1,-6-4-204,-6 0 56,-5 0 647,3 9 0,-6 2-162,0 6 0,-4 3 325,-1 1 0,-4 6-99,1 2 0,1 1 57,-2 7 0,5 2 1,-4 6 1,1 3-61,-1 6 0,-2 1-5,6 2 1,-1 2-228,0 3 0,4-1 240,-3-3 1,-2-3-52,2 2 0,0-7 233,4-5 1,0-8-140,0-4 0,0-8 23,0-5 1,0-6-32,0-2-1119,0-5-606,0 3 1,4-18 862,0-4 828,0-1 0,-4-12 0,0 3 0</inkml:trace>
  <inkml:trace contextRef="#ctx0" brushRef="#br0">2010 16098 8082,'-7'0'-288,"1"0"1705,23 0 0,-1 0-512,17 0 1,1 0-269,3 0 1,0 0-666,0 0 0,5 0 60,-1 0 1,-4 0-1143,-4 0 0,-5 0 666,1 0 1,-9 0-1234,-3 0 1677,-3 6 0,-7 1 0,-2 5 0</inkml:trace>
  <inkml:trace contextRef="#ctx0" brushRef="#br0">2010 16483 8082,'0'7'672,"0"4"0,5-10 281,3 3 0,9-2-401,4-2 1,8 0-452,4 0 1,4-2 96,4-2 1,3-3-1312,6-5 1,0-1-659,-1 1 1771,1 0 0,5-1 0,2 1 0</inkml:trace>
  <inkml:trace contextRef="#ctx0" brushRef="#br0">4230 15751 8082,'6'-12'-366,"-5"-1"1354,5 1-247,-6-1 118,0 1-545,0 0 1,-2 1 350,-2 2-431,3-2 1,-9 4 172,6-5 1,-4 4 273,4-1-331,-6 7 0,3-8-114,-5 6 1,-1-2 13,1 2 0,-1 3-146,1-3 1,-2 2 101,-2 2 0,1 2-183,-6 2 1,2-1 42,-2 5 0,-3 2-46,4 6 0,-2-1-103,1 6 1,-1-5-110,5 5 1,1 0-20,3 4 0,1 4 80,0-1 1,3 6 56,1-6 0,5 7 45,-1-2 0,3 3 33,1 1 0,0-5-33,0-3 0,0 0 144,0-5 0,0 4-72,0-7 0,1 1 134,3-2 0,-1-2-88,5-5 1,1 0-42,3 4 1,-4-7-86,1 2 1,-1-2 86,4 2 0,1 0-184,-1 1 1,1-5 98,-1 0 0,0-5-235,1 1 1,1 2-21,2-2 0,-2 0 1,2-4 0,2-5-567,-1-4 1,4-2 351,-5-1 0,5-1-609,-5 1 1,5 0 20,-5-1 1092,7 1 0,-10-1 0,5 1 0</inkml:trace>
  <inkml:trace contextRef="#ctx0" brushRef="#br0">4640 16309 7389,'-7'0'2287,"1"0"1,5 6-2292,-3 2 1,2 3-574,-2 1 0,-1 5-1061,1-1 1,-6 6 1637,2-1 0,-3 3 0,-2 0 0</inkml:trace>
  <inkml:trace contextRef="#ctx0" brushRef="#br0">5310 15801 7727,'0'-20'0,"4"-2"0,0 6 1021,0-1-498,-4 5 1,0 6 83,0 6 0,-1 11-174,-4 10 0,3 8-96,-7 4 0,1 8-64,-4 5 1,-1 2-75,1 2 1,-1 1-336,1 2 1,0-2 180,-1 3 0,5-4-659,0-5 0,4-2 91,-5-6-1163,7-5 936,-4-13 1,12-11 286,2-16 1,0-6-684,5-11 1146,-9-5 0,18-7 0,-9-7 0</inkml:trace>
  <inkml:trace contextRef="#ctx0" brushRef="#br0">5347 15863 7727,'7'5'-258,"2"-2"215,-5 5 0,6-4 656,-2 5 1,-1 3-183,1 4 1,-1 8 45,2 1 1,0 2-93,-5 10 1,5-2-60,-5 6 1,0-2-318,-4-2 1,0 0 80,0 0 1,4-6 89,0-6 32,0-6 0,2-12 185,2-3 1,3-18-87,2-7 0,4-16-515,4-4 1,4-11-91,4-6 0,-14 26 0,2-1-352,1 0 0,1 0 1,1-2-1,1-1-68,0 3 1,0 0 0,1-2 0,1 0 76,-2 1 1,-1 2 636,22-23 0,-8-3 0,1 11 0,-4 4 0,-9 9 0,-8 6 0</inkml:trace>
  <inkml:trace contextRef="#ctx0" brushRef="#br0">7170 15813 7727,'0'-12'455,"0"-1"-256,0 1 1,0-1 5,0 1 1,0 0 242,0-1 615,-5 6-776,-2-4 1,-7 15-109,-2 1 1,0 4-178,-4 4 0,3 4 79,-3 4 0,4 4-109,0 4 1,-2-4 29,1 0 0,6-2-38,7-7 0,3 1-18,1-5 1,0 1-128,0-1 0,5-5 27,4-3 1,7 2 103,5-2 0,-2 6 1,2-2 1,-2 1 29,2 0 0,1 3 113,-6 1 1,1-1-105,-5 4 1,-1 0 174,-2 0 1,-3-1-48,-1 6 0,-4-6 18,3 2 1,-4-4-42,-4 0 1,3-5-14,-4 0 1,0-3-520,1 3 323,-6-5 0,3 2-671,-5-5 1,4 0-59,-1 0-1179,7-5 1617,-9-2 1,9-6 404,-2 1 0,3-6 0,1-1 0</inkml:trace>
  <inkml:trace contextRef="#ctx0" brushRef="#br0">7394 15949 7727,'0'-8'140,"0"0"0,4 4 697,0-5 1,0 5 180,-4-4-349,0 5 0,0-1-246,0 8 0,0 5-191,0 7 0,0 3-166,0 6 0,0 4-182,0 0 0,0 0-155,0-4 1,0-2 285,0-2-777,0 2 1,7-10 317,5-1 1,1-8-310,3-12 1,4-3 255,0-14 0,4 2 343,0-10 0,-4 4 48,-4-4 1,2 5 203,-1-1 0,-5 4 79,-4 5-254,-5 2 610,3 5 0,-6 8-254,0 5 0,0 10 432,0 6 0,0 6-264,0-1 1,0 2 61,0 2 0,0 0-319,0 0 1,0-2-453,0-2 0,1-3-871,3-6 1,-1 0 652,5 1 1,2-2-247,6-3 0,0-2-49,4-6 775,-5-6 0,14-6 0,-2-8 0</inkml:trace>
  <inkml:trace contextRef="#ctx0" brushRef="#br0">8063 15925 7727,'-12'0'1131,"0"0"0,3 1-245,1 3 1,-2 0-372,-6 9 0,2-2-46,-2 9 0,-4 7-132,0 6 0,2-2-204,1 2 0,5-1 66,4 1 0,2-8-696,6-9 0,7-7-41,5-5 1,6-5-400,7-8 0,5-6-621,3-14 1,3-7 730,1-5 1,-3-4-302,-1 3 1128,0 1 0,4-2 0,0-1 0</inkml:trace>
  <inkml:trace contextRef="#ctx0" brushRef="#br0">8436 15391 7727,'0'-7'1683,"0"2"0,0 6-974,0 3 0,-6 10 454,-2 11 0,-3 7-561,-2 9 1,0 5 66,-4 7 1,2 5-719,-6 8 1,6-4 210,-1 0 1,6-7-1228,2-9 1,5-1 795,-1-7 1,2-9-1818,2-13 1500,6-8 1,1-8-127,5-8 1,2-8 302,3-5 0,-4-3 81,4 0 0,-3-1 473,-2 0 1,0 6-194,1 2 1,-1 5 473,1 4 0,-5 2-79,0 6 730,-5 0 1,4 6-480,-3 2 1,-3 4 83,3 5 1,-2-2-258,-2 6 0,0-5-336,0 5 0,0-5-399,0 5 0,4-6-505,0 2 1,6-4 240,-2 0 0,3-1 277,1 1 0,1-2-2775,-1-3 3072,1 3 0,5-10 0,1 5 0</inkml:trace>
  <inkml:trace contextRef="#ctx0" brushRef="#br0">9254 15962 7723,'-12'-6'329,"-5"5"-132,1-3 1323,5-3-991,5 6 1,9-5 101,5 6 0,2 4-66,11 0 0,4 0-166,3-4 1,7 0-657,-2 0 1,7-1 227,1-3 0,1-3-841,-5-5 1,8-8 564,1-4 1,4-3-1507,-9-6 1,0-4 1810,-4-4 0,1-6 0,-1 3 0</inkml:trace>
  <inkml:trace contextRef="#ctx0" brushRef="#br0">9639 15453 7723,'-12'13'534,"-1"2"-84,1 6 1,1 2 289,2 14 0,-2 5-79,3 11 0,-3 9-653,5-27 0,0 1 1,-2 1-1,-1 1 397,1 0 1,0-1 0,-3 29-23,6-12 1,4-6-1056,1-7 0,10-4 406,2-16 1,13-6-795,0-15 0,8-8 274,0-9 1,4-13-245,5-15 0,-4-5 221,3-4 0,-2-2 809,-20 25 0,-1 0 0,2-1 0,0 0 0,-1 1 0,-1-1 0,14-30 0,-4 3 0</inkml:trace>
  <inkml:trace contextRef="#ctx0" brushRef="#br0">10098 15230 7723,'12'-12'2364,"-5"5"-1379,-1 1 0,-6 19-458,0 7 0,-2 9 9,-2 8 0,-3 10-144,-5 3 1,-6 15-358,8-30 1,-1 0 0,0 1 0,0 1 173,1 2 1,0 1 0,0-2-1,2-1-406,1 1 1,1-1-1,-1 28-275,3-3 1,6-21-493,6-8 1,6-16 265,11-13 1,1-10 289,3-6 1,-3-8-15,3-8 0,1-4 97,-1-5 1,4 1 252,-4 3 0,-5 5-81,-8 12 1,-2 0 899,-2 12 150,-5 0 0,-1 14-65,-6 2 1,-7 13-109,-6 0 1,1 8 179,-5 0 0,4-1-428,0 1 0,1-6-149,-1 2 0,7-3-226,1-1 44,4-5 0,2-4-622,4-8 1,3-4 54,8-8 0,2-4-284,3-8 0,2-5-642,-2-8 0,8-3 618,4-5 0,3-6-187,1-2 0,2-10 438,-19 24 1,1 0 0,1-5 0,0-1 269,3-4 0,0-1 0,-3-1 0,0-1-199,-1-1 1,-1-1 0,-1 3 0,-1-1 379,-1 1 0,0 0 1,-1 5-1,1 3 343,7-23 50,-1 14 1,-17 28 525,-1 21 1,-10 10-445,-3 22 1,-3 3 843,-1 9 0,-1 7-551,1 1 1,1 4 317,3 1 0,-2 0-560,6 0 0,0 0 172,4 0 1,2 0-462,7 0 0,0-7-360,12-5 0,-4-2-181,3-6 1,1-3 64,4-5 0,-6-7-647,-2-10 1,-8-2-129,-1-11-38,-5 0 0,0-9 510,-11-4 1,-2-2 478,-11-1 1,-3-6-94,-5-3 1,-6-2 141,2-2 1,-4-5 133,-4-3 0,2-3-134,-2-1 1,3 5 622,5 3 0,7 8-52,5 5 199,12 2 1,1 7-271,16 3 0,12 3 375,18 1 0,6 4-342,10 0 0,8-1-251,-28-5 1,2-1 0,1-1-1,2-3-406,2 0 1,0-2 0,1-2 0,0 0 84,6 1 1,0-1 0,-1-1 0,1-1 80,1-1 0,1-1 0,1 2 0,1 0 0,0-1 0,0-1 0,-1 2 0,0 0 0</inkml:trace>
  <inkml:trace contextRef="#ctx0" brushRef="#br0">12914 16272 7725,'-6'7'1970,"6"2"-1165,0-4 0,7 3 26,10-4 0,4 0-631,8-4 1,6-4-2,7 0 1,5-7-175,-2-2 1,3 0 94,2-8 1,-2 2-647,-2-2 0,-8 2 399,-5 2 1,-9 2-1123,1-6 0,-9 6-269,1-1 0,-9 0 960,-4 0 1,-4 1 557,-4-6 0,-3 0 0,-11-3 0,-1-1 0</inkml:trace>
  <inkml:trace contextRef="#ctx0" brushRef="#br0">13323 15751 7725,'-12'-12'359,"0"-1"0,3 6-35,1 3 1,4 3 379,-4 1 1,1 11-266,-2 5 1,0 8 101,5 5 1,0 4-142,4 8 1,0 3-90,0 6 0,1 5-78,3 3 0,3 4-372,5 4 1,-4-30 0,0 1 6,-2 2 1,0 1 0,1-2 0,0 1 121,-5-4 0,0 0 1,2 2-1,0-1-195,-2 0 0,0-2 1,2 27-4,-4-7 1,-5-9 311,-3-8 0,1-5-90,-2-3 1,1-4 141,-4-5-133,-1-2 0,1-11-103,0-3 1,3-2-60,1-2 0,1-6-83,-1-2 0,-3-4-529,3-5 0,1-4 275,-2-8 1,5 1-637,-4-10 0,5 3 98,-1-11 1014,3 1 0,6-5 0,2 0 0</inkml:trace>
  <inkml:trace contextRef="#ctx0" brushRef="#br0">13708 16123 7725,'0'-12'0,"0"-1"0,0 5 1785,0 0-718,0 5 1,-4-1-533,0 8 0,-6 8 365,2 9 1,-3 8-409,-2 4 1,2 4-20,3 5 1,-3 2-125,3 5 1,2-3-771,2-1 1,3-5-165,1 2 1,5-4-449,3-1 0,4-10 97,0-7 0,6-6 327,3-6 0,2-8-802,2-8 1,-6-9 1410,-2-3 0,2-15 0,0-3 0</inkml:trace>
  <inkml:trace contextRef="#ctx0" brushRef="#br0">13894 16235 7725,'17'-7'382,"-1"3"0,1 8-43,-5 4 0,-1 4 351,-3 5 0,8 2-258,-4 6 0,4 1 394,1 3 0,2-4-312,6 0 0,1 0-944,3-5 1,-1-3-237,5-5 1,-6-1-457,2-7 1,-2-1 85,-3-7 1,-4-4 1035,-4-9 0,-2-8 0,-2-6 0</inkml:trace>
  <inkml:trace contextRef="#ctx0" brushRef="#br0">14279 16086 7725,'-17'0'406,"1"0"0,-5 7-53,4 5 0,-5 6 154,2 7 0,-8 11-139,-1 5 1,-5 7 500,1 6 0,-3 2-754,17-24 0,0-1 0,-12 19 206,2-4 1,12-7-1716,5-6 0,9-9 966,3-7 1,6-9-2073,6-4 2500,0-13 0,6-11 0,2-11 0</inkml:trace>
  <inkml:trace contextRef="#ctx0" brushRef="#br0">14539 16073 7725,'19'2'541,"-2"2"0,1-1-146,-2 5 0,0 0 216,-8 5 0,1 5 49,-4 2 0,-1 4 225,-4 0 0,-2 3-851,-2 2 0,-4 4 25,-9 8 0,-2-2 140,-6 2 0,-4 2 13,0-2 0,-5-4-2910,1-4 1,-3-5 2697,-1 1 0,-6-9 0,-1-2 0</inkml:trace>
  <inkml:trace contextRef="#ctx0" brushRef="#br0">12728 15491 9331,'0'12'875,"0"6"-632,0 3 0,0 14-49,0 11 1,-6 14-98,2-23 0,0 1 0,1 4 0,-1 1-326,0 4 1,0 1 0,0 6-1,1 0 335,-1 1 1,0 1 0,-2 2 0,1-1-88,0-1 1,2-1 0,-1 0-1,2-1 32,0 3 0,0-2 1,-1-6-1,0 0-98,1 1 1,0-1 0,0-3 0,0-1-51,2-1 1,0-1 0,0-2 0,0 0-243,0 1 0,0-1 0,1 28-171,1-33 0,1-2 1,3 23 108,7 1 1,5-18-470,2-11 1,4-16 869,1-13 0,2-6 0,4-14 0,2-9 0,0-8 0</inkml:trace>
  <inkml:trace contextRef="#ctx0" brushRef="#br0">14948 15540 7778,'13'-12'0,"-1"-1"0,1 2 1074,-1 3-872,1 3 0,-1 7 934,0 7 1,-5 0-518,-3 12 1,-2 4-204,-2 4 0,4 9-56,0-1 0,0 9 32,-4-1 0,4 6-224,0 7 0,1 3-234,-5-25 0,0 2 1,0 0-1,0 1 7,0 4 1,0 1-1,-2 0 1,-1 0-159,2 2 1,-2-1-1,-2 0 1,-1-1-66,0 1 1,0 1 0,0-3-1,-1 0 152,-1-1 1,0-1 0,1-3 0,0-2-1262,-5 31 0,-1-11 115,1-6 1276,5-1 0,-3-11 0,6-1 0,0-6 0</inkml:trace>
  <inkml:trace contextRef="#ctx0" brushRef="#br0">15742 15863 7683,'-8'0'-9,"0"0"0,4 0 183,-5 0 456,7-6-377,-9 5 1,8-5 43,-5 6 0,5-1 42,-1-3 48,2 2-223,2-3 0,2 5 43,2 0 0,3 0-108,5 0 1,1 5 95,-1 4 0,2 0-123,2-1 0,-1 4-34,6-4 0,-2 3-71,2 1 0,3 1 46,-4-1 1,0 0-86,0 1 0,1-2-4,4-3 1,-2 2 83,-2-6 1,2 4-137,-2-4 0,-3 5 21,-2-5 1,-6 4 9,-2-4 1,-5 2 87,1-2 1,-2-1-1,-2 5 0,-2-4 18,-2 4 1,-7 0-17,-6 5 1,-5-1-135,2 1 0,-4 0 80,0 4 0,-3-2-78,-2 6 1,3-6 62,-3 1 0,3-3-156,1-5 0,5 3-89,-1-3 0,6-2-505,-2-2-615,9-3 1087,2-1 0,9-1 354,5-3 0,1 3 0,7-4 0,4-1 0,-1-1 0</inkml:trace>
  <inkml:trace contextRef="#ctx0" brushRef="#br0">16239 16160 7683,'0'-7'1682,"0"2"-1370,0-1 1,-6 5-1,-2-3 1,-3 8 115,-2 4 1,0 3-362,-4 2 0,-1 0 94,-3 4 0,-5 1-259,6 3 0,-7 1 117,7-6 1,-4 5-410,0-5 1,3 5 39,0-4 1,6-1-75,-2-4 1,0 0-688,0-4 0,2 3 149,7-3 962,-3-2 0,4 5 0,-6-4 0</inkml:trace>
  <inkml:trace contextRef="#ctx0" brushRef="#br0">17541 15962 6020,'-7'-6'-87,"-4"5"0,4-5 0</inkml:trace>
  <inkml:trace contextRef="#ctx0" brushRef="#br0">17529 15900 7683,'0'-13'0,"0"0"60,0-4 0,0 3 58,0-2 1,0-2 499,0 1 1,0 1-158,0 3 1,4 1-137,0 0 1,0-5-16,-4 1 0,4 2-77,0 1 0,2 8 121,-2-8 1,-3 4 125,4-4-208,-4 1 1,-2 1-87,-4 3 0,3 1-92,-7 3 0,-4 2 73,-8-2 1,-4 4 51,-4 4 1,-2 3-35,-7 6 1,0-1 9,-4 0 0,-2 5-101,-5-1 1,0 5 63,4-4 0,6 5-296,6-2 0,6 8 136,-2 1 0,4 9-453,4 0 0,3 3 98,6 0 0,1 8-261,3 4 1,2 11 379,6-2 0,1 2-244,4-2 1,7-1 579,9-3 1,2 0-123,2-9 1,5-7 201,3-13 1,2-9-79,-2-3 1,7-5-163,-3-3 0,3-4-213,-3-5 0,0-7 261,1-5 0,2-2-805,-3-7 0,3 2 354,-7-2 1,1-2-312,-1 2 1,-4-2 775,-8-2 0,4 3 0,-6 3 0,-1 2 0,0 1 0</inkml:trace>
  <inkml:trace contextRef="#ctx0" brushRef="#br0">21188 2332 8495,'0'0'0</inkml:trace>
  <inkml:trace contextRef="#ctx0" brushRef="#br0">15296 3485 7821,'12'0'-382,"1"0"375,-1 0 0,2-4 4,2 0 0,4-4 229,4 3 0,8-3-101,5 4 0,6-4-24,7 4 0,5-1-213,3 5 1,11-4 166,-34 2 0,0 0 0,0 0 0,0 0 232,27 2 1,2 0-120,2 0 0,-8-4 188,0 0 0,-6-2-52,-2 2 0,1 1-166,2-5 0,3 0 51,1-5 0,5 5-146,0 0 0,3 0 10,-28 2 1,1-1 0,-3 1 0,1 0-259,4-1 1,-1 1 0,-1 2 0,0 0 172,-1 0 1,0 0 0,3 2 0,0 0 78,1-2 0,1-1 0,-1 4 1,-1 0-53,2-1 0,-1 0 0,-2 1 1,0 0 31,3 1 1,-1 0 0,0 0 0,1 0-44,1 0 1,1 0-1,-3 0 1,0 0 42,1 0 0,-1 0 0,-2 0 0,1 0-92,1 0 1,0 0 0,2 0-1,0 0-22,4 0 0,1 0 0,-1 0 0,1 0-386,3 0 1,1 0 0,1 0 0,1 0 236,-1 0 1,1 0-1,1 2 1,0 0 71,1 0 0,0 0 0,-4 3 0,-1-1 42,-3-2 1,-1 0 0,-1 2-1,-2 0-90,-6-2 1,-2 0 0,4 2 0,-1 1 262,-2-3 1,0 0-1,1 0 1,2 0-42,8-2 1,-1 0-1,16 1 37,-26 1 1,1 0-1,24 0-79,0 2 1,5-3 13,-30-1 0,1 0 0,5 2 0,3 0-76,11 0 1,-2 0 0,-15 1 0,-2-1 68,8-2 1,-1 0 0,22 0-56,-10 0 0,12 4-73,-28-2 0,1 0 0,3 1 1,1-1 180,6 1 1,-1-1 0,-7-2 0,-2 1-78,4 1 1,-1 0 0,-5-1 0,-2-1 360,29 0 1,2 0-177,-7 0 0,4 2-81,-4 2 1,-27-3 0,1-1-43,4 2 1,-1 0 0,-1-1 0,0 0 25,28-1 0,-7 1-45,-13 3 1,6-2 40,-2 2 1,-1 1 687,-7 0 0,-1 0-635,-8-1 0,6-2 318,-2 2 0,2-3-405,-11-1 0,1 4 411,-4 0 0,4 0-581,0-4 0,1 0 85,-1 0 84,-2 0 0,3-4 0,-5 0 0,0 0 0</inkml:trace>
  <inkml:trace contextRef="#ctx0" brushRef="#br0">22404 3435 7911,'45'-2'0,"0"-1"0,-3-1 0,0 1 0</inkml:trace>
  <inkml:trace contextRef="#ctx0" brushRef="#br0">22503 3423 8409,'50'-25'0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17864 18455 9552,'5'7'590,"8"-2"-372,7-5 0,11 1-534,6 4 0,6-4 48,6 3 0,12 2-613,5-2 1,2 1 775,-33-2 0,0-2 0,31 1 32,-31 0 0,0 0 0,36-1-42,-34-1 0,0 0 0,32 2 29,-3 2 1,-2-3 232,-2 3 1,5-2-79,3-2 1,-2 0 126,-2 0 1,2 1-87,-2 3 1,-30-3 0,1 0-60,0 0 0,0 2 0,-2-1 0,1 1 4,1-1 1,0 0 0,31 4-5,-34-4 0,2 0 0,1-1 0,2-1-161,2 2 1,0 1 0,-2-1 0,-2 1 38,0-1 0,1 0 0,-1 1 0,1-2-10,1 0 1,1-2 0,2 1 0,0 0 31,-1 0 0,1 0 0,0 0 1,0 0 58,-1 0 0,1 0 0,0 0 0,0 0-11,-3 0 1,0 0-1,4 0 1,1 0 56,-3 0 1,1 0 0,2 0 0,0 0-26,-2 0 0,-1 0 0,-1 0 1,1 0-31,0 0 1,1 0-1,0 2 1,1 0 14,0 0 0,1 1 1,0-1-1,0 1-5,-4-1 0,-1 0 1,3-1-1,0 0-8,-1 0 1,1 2-1,2-1 1,0 1 7,-1-1 0,1 0 0,1 1 0,-1-1-238,-2-2 1,-1 0-1,2 0 1,-1 0 166,2 0 1,-1 0-1,3 0 1,-1 0-44,1 0 0,-1 0 0,1 0 0,-1 0 64,-1 0 1,-1 0 0,0 0 0,1 0 8,-1 0 0,1 0 0,1 0 0,1 0 62,-1 0 1,1 0 0,-1 0-1,1 0-62,-3 0 1,0 0 0,-1-1 0,-1 0 54,0-1 0,1 0 0,0 1 0,1 1-25,1-2 1,-1-1 0,0 3 0,-2-1 68,-3 1 1,-1 0-1,2 0 1,0 0-26,0 0 0,1 0 0,1 1 0,0-1-15,-1 3 0,-1-1 0,0-2 0,1 1-34,-3 1 0,0 0 0,3-1 0,0 0-3,1-1 0,1 0 0,0 0 1,1 0-50,1 0 0,-1 0 0,0 0 1,1 0 57,-1 0 1,1 0-1,1-2 1,1-1 18,-1 1 0,1 0 0,3-1 0,1 1-27,-2-1 1,-1 2 0,1 0-1,-1 0 60,-3-1 0,-1 0 0,2 1 1,1 1 6,-1 0 0,1 0 1,1-2-1,1 0 55,-2 0 1,-1-1 0,1 1 0,0 0-45,0 2 1,-1 0-1,0 0 1,0-1 5,2-1 0,1 0 0,-1 1 0,0 0-66,0-1 1,1 0-1,0 1 1,0 0 36,-2-2 1,-1 1-1,3 1 1,1 0-67,-2-3 1,1-1 0,0 4 0,0 0 30,0-1 1,-1-1-1,2 1 1,-1-1-47,-3 1 0,1 0 1,2-2-1,0 0 42,0 1 0,-1 1 1,2-2-1,-1 0-2,0 2 1,-1 0 0,0 0 0,-2 0-13,-1 2 0,-1 0 0,1 0 0,0 0 2,2 0 0,-1 0 0,-2 0 0,-1 0-45,1 0 0,0 0 0,-3 0 0,0 0 32,2 0 1,-1 0-1,0 0 1,1 0-55,1 0 1,1 0 0,-4 2-1,1 0 37,-2 0 1,0 0 0,0 0 0,0 0 7,0-2 1,0 0-1,0 2 1,1 0 9,3 0 0,1 1 0,-5-1 0,0 0 0,2-2 0,1 0 0,-1 2 0,1 0 9,-1 0 0,0 0 1,2 0-1,1 0 54,2-2 0,-1 0 1,-3 1-1,0-1 18,2 3 0,-1-1 0,-1-2 0,0 1-33,1 1 1,1 0-1,0-1 1,0 0-22,2-2 0,-1 2 1,-3 0-1,-1 2 5,0-1 0,1 0 0,-2 0 1,1 0-30,-2-2 1,0 0-1,1 2 1,-1 0-120,-2 0 0,0 0 0,-1 0 0,-1 0 129,35-2 1,-5 0 17,1 0 0,3 0-11,1 0 1,-2 0 93,-2 0 0,-3 0-84,-1 0 0,2 0 54,2 0 0,-3 0-40,3 0 1,-2-4-32,-2 0 0,0-1-14,0 0 1,-6 3-12,-2-7 1,-3 7-136,-1-3 1,1-1-106,3-3 0,-9 4 56,1 1 0,-6-2 78,-3 2 1,4-6-22,0 2 1,2 1 42,-1-1 0,-4 1-97,3-1 1,-2-2 25,-2 6 182,-5 0 0,-2 1 0,-5-2 0,0-4 0,0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27701 4750 7711,'-30'-43'364,"-3"-2"0,-3-2 541,-1 2 0,0 3-631,-1 9 1,-6 4 53,-5 9 1,-7 2-892,-6 5 0,-5 5 568,32 3 0,0 2 1,-2 1-1,-1 1-50,-1-1 0,0 0 0,1 1 1,0 2 61,-2 0 1,1 2 0,1 0-1,0 2-86,1 3 1,0 1 0,-3 2 0,0 3-3,-1 1 1,-1 3 0,-1 0 0,-1 1-307,-1 1 0,-1 1 0,0 4 0,-1 1 312,-3 4 1,1 2 0,-4 2 0,-1 2 37,-2 5 1,1 1-1,0 0 1,1 0-228,15-11 1,0 1 0,1 0-1,1 0 1,0 1 0,-1 0 252,-1 2 0,-2 1 1,2 1-1,0-1 0,0 0 1,1 2 52,-3 3 1,1 0 0,1 1 0,3-3 0,1 0 0,1 0-263,-1 2 1,1 0 0,0 1 0,1 0 0,1 0-1,0 1 291,0 0 0,0 1 1,1 1-1,0 1 0,1 1 1,1 1-6,2-1 0,1 2 1,1-1-1,1 1 1,1 1-1,2 0-34,2 1 0,2 0 0,0 0 0,0 1 0,0 0 0,1 1-29,0 2 0,1 0 0,1 1 0,0 0 0,2 1 0,2 0-44,0 1 1,2 0 0,1 0 0,0 1 0,1 0 0,1 0-8,1-3 0,2 0 0,0 1 0,0 2 0,1-1 0,1 1 17,1 0 1,2 1 0,1-1 0,2 3 0,0 0 0,3-1 4,2-2 0,1 1 0,2-1 0,0 0 0,1 0 0,2-1 7,1-2 1,1-1 0,1-1 0,1 2-1,1 0 1,0-1 32,3 2 1,2-1 0,0 1 0,1-1-1,1 0 1,1 0-37,0-3 0,2-1 0,1 0 0,1 1 0,1-1 0,1 0-193,0-3 0,1-1 1,1 0-1,2 1 0,2-1 1,0 1 179,3-1 0,0 1 1,2-2-1,1 2 1,0-1-1,2-1 2,0-2 0,1-1 0,1-1 0,0 0 1,2-1-1,0-2 58,-1-2 1,0-3 0,2 0 0,1-1 0,2-2-1,0 0-28,2-2 1,1-1 0,0-1 0,2-1 0,0-2 0,0 0 21,0-3 0,0-2 0,1 0 0,1-1 0,0-2 1,1-1-24,-2-3 1,1-3-1,0 0 1,2 0-1,1 0 1,0-2 21,0-2 1,1 0 0,1-2 0,-17-1 0,2 0 0,-1-1 0,0-2-24,0 0 1,0-2-1,-1 0 1,1-2-1,1 0 1,0 0-1,0-2 1,-1 0-5,-1-2 0,0-2 1,-1 0-1,1 0 1,1 0-1,0-1 1,0 0-1,1-1-102,0 0 0,1-1 0,0-1 0,0 0 0,1-2 0,0 0 0,1-1 0,-1-1 49,-1 1 0,0-2 1,-1 0-1,1 0 1,1-1-1,0-1 0,0-1 1,-1 1-73,-2 0 0,-2-1 0,1 0 0,-1 0 0,2-1 0,-1 0 0,0 0 0,0-2 86,-1 0 1,-1 0 0,1-1-1,-1-1 1,1 0 0,-1-1 0,0 0-1,-1-1-19,-1 0 0,-2 0 0,1-2 0,-1 0 0,0 0 0,0-1 0,-1-1 0,0 0-16,-4 0 1,0-1 0,-1-1-1,-1 1 1,0-2 0,0 0-1,0 0 1,-1-1 40,-1-1 0,-1-1 0,0-1 0,-1 0 0,-1-1 0,0 0 0,-2 0 0,-1-2 12,0 1 0,-2-1 0,0-1 0,-2 0 0,1-1 0,-1-1 0,-2 1 0,0-1 4,6-13 0,-2 0 0,-1-1 0,0-2 0,-1-1 0,-2-1 29,-2 0 1,-2-1 0,-2 0 0,0-2 0,-2-2 0,-2 1 80,-2 1 1,-1-1 0,-3 0 0,-1 0-1,-3-1 1,0 1 147,-2 3 0,-1 0 0,-2 1 0,-3-1 0,-2-1 1,-2 1-118,-2 0 1,-2 0 0,-1 1 0,-2 1 0,-2 0 0,-3 1 34,-3 4 1,-3 0 0,-1 1 0,-1-1-1,-2 2 1,-2 0-47,-3 4 1,-1 2 0,-3-1-1,-1 0 1,-2 0 0,-1 0-58,-5 1 1,-1 0-1,-1 2 1,0 1-1,-1 1 1,-2 1-43,11 11 1,-1 1 0,-1 0 0,0 0 0,-1 1-1,1 1 1,-2 0 0,-1 0-34,-2 0 0,-1 1 0,-2 1 1,1-1-1,-1 0 0,0 1 1,-1 0-1,-1 0-15,-2 0 1,-1 1 0,0 0-1,0 1 1,2 2 0,0-1-1,1 1 1,-2 1-78,-1-1 1,-1 1 0,0 1 0,0 0 0,0 0 0,1 1 0,-1 1-1,-1 0-53,-1 0 1,-1 2 0,0-1-1,0 1 1,-1 1 0,1-1 0,-1 1-1,0 2 62,0 0 1,-2 1 0,1 1 0,0 1 0,1 0-1,1 0 1,-1 2 0,-1 0-119,0 0 0,-1 1 1,-1 2-1,1-1 1,1 2-1,-1 0 0,0 2 1,1 0 91,-2 0 1,0 2 0,0 0-1,-1 1 1,0 1 0,1 1 0,-2 1-1,1 1 127,-2 1 0,0 1 0,0 1 0,-1-1 0,1 0 0,-1 0 0</inkml:trace>
  <inkml:trace contextRef="#ctx0" brushRef="#br0">19836 8880 7698,'40'-6'315,"0"0"1,4-1 0,0 0-198,5-1 0,2-1 1,7 0-1,2-1-933,7-2 1,3-1 0,-21 5 0,2 0 0,0 1 799,4 0 1,0 0 0,1 0 0,2 1-1,1 0 1,0 0-131,0 2 1,0 0 0,1 0 0,4-1-1,1-1 1,0 0 183,2 1 1,1 0 0,0-1 0,-14 1-1,0-1 1,1 0 0,0 1-38,0-1 0,1 1 0,0 0 0,0 0 0,2-1 0,1 1 0,-1-1 0,1 0-130,1 0 0,0 0 0,0-1 0,0 1 0,2-1 0,1 0 0,-1-1 0,2 1 140,2 0 0,2 0 0,-1 0 1,1-1-1,1 0 0,0-1 1,0 0-1,1 0-181,-13 3 1,0-1 0,0 1 0,0-1 0,0 0 0,1 0-1,0 0 1,0 0 0,0 0 0,0 0 147,-1-1 1,0 1 0,0-1-1,0 1 1,0-1 0,1 1-1,0 0 1,1 0 0,-1-1-1,1 2-59,1-1 1,0 0 0,1 1 0,-1-1 0,1 0-1,0 1 1,1-1 0,-1-1 0,1 2 0,-1-1 73,1 1 1,0 0 0,0 1 0,0-1 0,0 0 0,1 0 0,0-1 0,-1 0 0,1 0 0,-1 1 15,0 0 0,-1 0 1,0 0-1,0 1 0,0-1 1,2 0-1,0 0 0,0 0 1,0 1-1,0-1 3,0 1 1,1 0-1,-1 0 1,1 0-1,0 0 1,1 0-1,1 0 1,0 0-1,-1 0 1,1 1 40,-1-2 1,1 1 0,-1 0 0,0 0 0,1 1 0,0-1-1,0 1 1,0 1 0,1-1 0,-1 0-16,-2 1 0,1 0 1,-1-1-1,1 1 1,-1 0-1,1-1 1,-1 1-1,0-1 0,1 0 1,0 1 14,0 0 0,0-1 0,1 1 1,-1 0-1,0-1 0,0 1 1,0-1-1,0 1 0,0-1 1,-1 1-20,-1-1 0,0 1 0,0-1 1,0 1-1,0 0 0,-1 0 1,1 0-1,-1 1 0,0-1 0,0 0-2,-3 0 0,0 0 0,0-1 0,-1 1 0,1 0 0,-1 0 0,0 0 0,0 0 0,0 1 0,0-1-40,0 0 0,1 1 0,-1-1 0,-1 1 0,1 0 0,12-1 0,-1 1 1,0 0-1,0 0-7,-2 0 0,-1 0 1,0 0-1,0 0 1,-2 0-1,-1 1 0,1-1 1,-2 0-26,-2 0 0,-1 0 0,-1 0 0,1 0 0,-1 0 0,-1 0 0,1 0 0,-1 1 5,0 0 0,1 0 1,-1 0-1,-1 0 1,13 0-1,-2 0 0,1 0-79,-3-1 0,0-2 0,-1 2 0,-2 0 1,-1 1-1,-1 0 25,0-2 1,-1 0 0,0 0 0,-3 2-1,0 0 1,-1-1-38,-3 0 1,-1-1 0,-1 0-1,18 1 1,-2 0 76,-4-2 0,0 0 0,-8 2 0,-1-1-54,-5-1 1,-1 0 0,-4 2 0,-2 0 404,25-6-303,-10-1 0,-11-2 0,-8 3 0,-2 3 0</inkml:trace>
  <inkml:trace contextRef="#ctx0" brushRef="#br0">33619 7528 7742,'12'13'0,"6"3"569,3 1 1,-4 1-232,0-2 1,1 3 32,-2 6 1,1 6-138,-5 2 0,-5 4 138,-3 4 0,-4-1-696,-4 6 0,-14-1 155,-11 5 1,-12-6-551,-9-3 1,-5 2 616,25-22 0,-2-1 0,-4 3 0,-2 0-130,-3-2 1,-1-1-1,-3 1 1,-2-1-330,-4 0 1,-2-2 0,0-2 0,-1-1 560,-4 0 0,0-1 0,-1-2 0,0-2 0,-3 0 0,0-2 0,0 0 0</inkml:trace>
  <inkml:trace contextRef="#ctx0" brushRef="#br0">27924 1588 7672,'-18'40'0,"-1"1"0,-2 4 0,0 1 458,-2-1 1,0 1 0,0 2-1,-1 0-926,1 1 1,1 1 0,2 5-1,2 2 542,3 2 1,2 2 0,1 7 0,1 2-277,4-19 0,0 2 1,1 0-1,0-2 1,2 0-1,-1 1 229,-1 4 1,0 1 0,1 0 0,0-1 0,1-1 0,-1 2-3,1 1 1,0 2 0,0 0-1,1 1 1,0 2 0,1 0-35,-1 3 1,0 0-1,0 0 1,2-1-1,0 0 1,-1 0-159,0 1 1,-2 0 0,2 0 0,1 2 0,0 0 0,0 0 152,0-15 0,0 1 0,0 0 0,0 0 1,0 3-1,-1 0 0,1 1 0,0 0 36,-1 4 1,1 0-1,0 0 1,0 0-1,0 0 1,0 1 0,0-1-1,0 1-203,1 0 1,0 1 0,0 0 0,0 1 0,0 1 0,0 0 0,0 1 0,0 0 232,0 1 1,0 0-1,0 0 1,0 1-1,0-13 1,0 1 0,0 0-1,0 0 1,0 0-93,0 0 0,0 1 1,0 0-1,0 0 0,0 0 1,1-1-1,0-1 1,0 0-1,0 1 0,-1 0 87,1 0 0,0 1 0,-1 0 1,1 0-1,1 0 0,0-1 1,0 0-1,1-1 0,1 1 1,-2 0-55,1 0 0,-1 0 0,1 0 0,-1 0 0,1 0 0,0 1 0,0 0 0,1 0 0,-1 1 0,0-1 8,1 0 0,-1 1 0,0 0 0,1 0 0,-1-1 0,0 0 0,-1-1 0,1 1 1,0-1-1,0 0 2,0 0 0,0 0 0,1 0 0,-1 0 0,0 0 0,0 0 0,0 0 1,-1-1-1,0 1 0,1 0-17,-2 1 0,1 0 0,0-1 0,-1 1 0,1 0 0,0 1 0,0 0 0,0 0 0,0 0 0,-1 0-20,1 2 0,-2 0 0,1 1 0,0-1 0,0 0 0,0 0 0,1-1 0,0-1 0,-1 2 0,1-1 12,-1 1 0,0 0 1,0 0-1,-1 0 1,1 1-1,0-1 0,0 0 1,0 0-1,0-1 1,-1 1 2,0 0 1,0-1 0,0 0 0,0 1-1,0-1 1,0 0 0,0-1 0,0 1-1,0-1 1,0 1 8,0-1 0,0 0 0,1-1 0,-1 1 0,-1-1 0,0 12 0,0-1 0,-1 0 0,1 0 43,-1 0 1,0-1 0,0 0-1,-1 0 1,1-1 0,0 1-1,-1-1 1,1 0-22,0-1 0,0 0 0,0 0 0,-1 0 0,1-1 0,-1 0 0,0-1 0,0 0-8,1-1 0,0-1 0,0 0 0,0-1 0,0-4 0,1 0 0,-1-2 0,0 1 54,-1 14 0,1-1 1,-1-2-1,2-3 1,-1-2-1,1 0-3,-2-5 0,0 0 1,1-2-1,0-1 1,2-1-1,-1-1-67,-1 19 0,0-2 0,1-8 1,0-3-75,1-7 1,0-3 0,1-8 0,0-1-118,3 27 0,1-17-789,4-16 1890,-4-13-898,-5-31 0,0-21 0,0-19 0</inkml:trace>
  <inkml:trace contextRef="#ctx0" brushRef="#br0">27503 1439 7696,'-49'7'3116,"1"4"-2820,-14-3 0,0 10-1202,25-7 1,0 3 0,1 3 0,0 3 760,-3 3 1,-1 3-1,0 4 1,-1 2 127,0 5 1,-1 1 0,3-3 0,0 0-52,1 2 1,1 1-1,1-5 1,1 0-38,3 0 1,2 0 0,1-4 0,1 0-982,-13 24 1086,11-7 0,13-9 0,9-8 0,2-3 0</inkml:trace>
  <inkml:trace contextRef="#ctx0" brushRef="#br0">27689 1798 7678,'51'38'0,"3"-1"0,-1 0 759,-22-19 1,0 1 0,4 3 0,2 0-1306,6 3 1,1 0-1,2 2 1,2 2 545,3 4 0,1 1 0,1 0 0,0 0 0,3 4 0,0-1 0</inkml:trace>
  <inkml:trace contextRef="#ctx0" brushRef="#br0">31894 1774 7615,'-19'-13'0,"-9"-2"-48,4 3 1,-10-2 133,1 10 1,-4 0 245,-4 4 0,-6 11-100,-3 5 1,-6 17-317,6 8 1,21-16 0,-1 1 272,-2 5 1,2 0 0,3 2 0,2 1-207,-3 6 1,2 2 0,4 0 0,2 0 92,1 3 0,1 1 0,2 1 0,0 0 24,3 3 0,2-1 0,1-4 0,2-2-137,1-1 0,1-1 0,1 25 21,9-8 0,10-12 6,11-9 1,10-11 37,11-9 1,12-5-267,4-4 1,-24-4 0,2-2-24,4-2 0,-1 0 0,-2 0 1,0 0-204,2 0 0,0 0 0,-6-4 0,-2-2-295,27-6 0,-7-9-483,-9 0 1242,-9-8 0,-10 5 0,-10-7 0,-9 0 0,-5-1 0</inkml:trace>
  <inkml:trace contextRef="#ctx0" brushRef="#br0">31534 2096 7615,'-44'1'391,"3"4"1,15 1-196,9 7 0,9 5 409,8 2 1,4 9-152,0 4 0,0 5-4,-4 3 1,2 3-271,2 6 0,1 1-202,4 2 0,2-2-1340,-3 3 0,7 1 883,2-1 1,1 4 478,-2-4 0,9-1 0,7-3 0</inkml:trace>
  <inkml:trace contextRef="#ctx0" brushRef="#br0">29004 9773 7615,'0'-12'-823,"0"-1"0,-2 1 1790,-2-1 1,3 1-158,-3 0 1,2-5-61,2 1 0,0-1-374,0 5 1,6-1-151,2 1 1,9-3-88,3 2 0,0-2 61,0 7 0,5 2-156,4 2 0,0 4 107,-4 4 1,1 9-66,3 7 0,-8 9 10,-1 4 0,-9 5-116,-2 3 1,-8-1-431,-1 5 0,-6-3 284,-6 3 0,0-5-849,-1 2 0,2-5 477,3-4 0,2-8 14,6-9 0,3-8 141,5-3 0,10-10-676,11-3 1059,6-8 0,-3-9 0,5-7 0</inkml:trace>
  <inkml:trace contextRef="#ctx0" brushRef="#br0">29587 9686 7615,'-13'2'129,"1"2"1,-2-2 209,-2 7 1,-4-5 422,-4 4 0,-4 5-225,-5 3 0,0 6-184,-9-1 0,3 6-598,-3 2 0,2 6 205,-5-2 0,6 3-1254,2 1 1,1 0 771,7 0 0,2-1 522,6-3 0,-3-2 0,5-7 0</inkml:trace>
  <inkml:trace contextRef="#ctx0" brushRef="#br0">29810 9674 7615,'0'-19'212,"0"2"0,0 3 188,0 2 371,0-1-453,0 7 0,6 1 193,2 10 0,-1-3-84,1 7 0,0-1 60,5 4 1,3-4-151,1 1 1,1-1-150,-2 4 0,-1-3-92,6-1 0,-4-1 69,3 1 0,-3 3-330,4-3 1,-6-1 188,1 2 0,2-1-457,-1 4 1,-2 1 22,-7-1 1,2-4-142,-6 1 0,0 0 137,-4 8 0,-11-2 121,-6 6 0,-7-1 53,-9 5 0,-3 0 32,-14 0 1,3 1-158,-6 3 1,3-3 164,4 3 0,0-4-165,4-5 1,8 2-465,9-5 105,6 0 724,12-5 0,1 0 0,6 1 0</inkml:trace>
  <inkml:trace contextRef="#ctx0" brushRef="#br0">30592 10083 7615,'-13'0'-9,"1"0"0,-1-4 139,1 0 0,4 0 334,-1 4 0,5 7-106,-4 5 1,-2 7 154,-6 10 0,-3 3-119,-6 5 1,-1 6-35,-3 2 0,1 8-576,-5 0 0,1 1 358,-1-4 0,-1-1-764,5 1 0,1-11 440,8-6 1,3-11-997,9-6 382,2-7-59,6-4 1,6-6 337,2-3 0,4-8 517,5-4 0,-3-12 0,4 2 0</inkml:trace>
  <inkml:trace contextRef="#ctx0" brushRef="#br0">30480 10232 7908,'7'5'1189,"3"2"-989,-6 6 0,4 5 546,-4 2 1,2 5-286,-2 4 1,-3 4-51,3 8 1,2 1-118,-2 7 1,0-6-375,-4 7 0,0-9 64,0 0 0,0-7 50,0-6 0,3-7 356,5-4 1,6-9-70,11-4 1,5-14-312,3-6 0,8-12 43,5-5 0,2-8-450,2-5 0,-23 21 0,0-2 341,-1 1 0,1-2 0,2-2 0,0 0-687,-2-1 0,0 0 0,0-3 0,0-1 185,-2-4 0,-1-1 1,3-2-1,-1-1 558,-1-2 0,-1-1 0,3 0 0,-1 0 0,-4-1 0,-2 0 0,1-4 0,-2-2 0</inkml:trace>
  <inkml:trace contextRef="#ctx0" brushRef="#br0">24315 6486 8107,'-24'-30'0,"3"-3"0,-6 1 386,2-1 0,-14 6-50,-2-2 1,-22 3-866,27 13 0,-3 1 1,-7 1-1,-3 1 647,-4-1 1,-1 1 0,-9 2 0,-1 0-221,18 1 1,-1 0-1,-1 0 1,-1 2 0,0 0-1,0 0 179,0 0 1,1-1 0,0 1-1,-20-2 1,2 1-25,8 2 1,1 0-1,3-1 1,1 0-442,3 3 0,1 0 0,3 0 0,1 0 148,5 1 0,2 2 1,-23 4-231,20 4 1,16 3 469,17 5 0,2-4 0,12 5 0</inkml:trace>
  <inkml:trace contextRef="#ctx0" brushRef="#br0">24488 7193 8099,'-40'16'60,"0"0"1,-1 2 0,0 1-1,-3 0 1,1 1 57,-3 2 1,1 1 0,-2 0 0,0 1-559,-2 3 0,-1 0 1,-5 1-1,-2 2 546,-2 3 1,-2 0 0,-1-1 0,-1-1-490,18-9 0,-1 1 1,0-2-1,1 1 1,1-1-1,-2 0 268,-2 0 0,0-1 0,0 1 0,1-1 1,1 1-1,-1 0-76,0-1 1,0 1-1,1 0 1,-18 10-1,2 0 6,3 0 0,2 0 0,7-3 1,1 0 104,7-1 1,2 0 0,2 0 0,4 1 79,6-1 0,2 0 0,0 2 0,1 0 0,-12 25 0,2-1 0</inkml:trace>
  <inkml:trace contextRef="#ctx0" brushRef="#br0">23806 8992 7967,'11'18'1837,"-3"2"0,-6 5-1312,-15 4 1,-12 10-276,-24 10 1,17-15 0,-2 1-830,-11 8 1,-1 1-1,12-12 1,0 1-1,0 1 623,-6 4 0,0 1 1,0 0-1,-1 1 0,-1 1 1,1 1-353,-3 0 1,0 1 0,-1 0 0,0 1 0,-1 1 0,1-1 79,-1 1 1,1-1-1,-1 0 1,3-2-1,-1 0 1,0-1 116,0 1 0,0-1 0,0 0 0,2-1 0,-1 1 0,1-1-189,1 2 1,-1-1 0,1 0-1,2-1 1,0 0 0,0-1 117,1 0 0,0-1 0,2 1 0,-7 11 0,2 0 182,7-4 0,2-1 0,5-3 0,2-1 0,4-4 0,3 0 0,4 0 0,3 1 0,5-1 0</inkml:trace>
  <inkml:trace contextRef="#ctx0" brushRef="#br0">25208 10294 8012,'34'18'0,"-5"3"0,-14 16 1233,-19 12 1,-6-13 0,-5 1-1590,-5 10 1,-5 1-1,-7 7 1,-2 2 649,7-15 0,0 1 1,-2 0-1,-4 4 0,-1 0 1,-1 1-374,-3 4 0,-1 0 0,0 1 0,-2 2 0,0-1 1,-1 1 77,1 0 1,0 0 0,-1 1 0,0-1 0,0 0 0,1 0-290,2-1 0,0-1 0,1 1 0,-2 1 0,0 1 0,1 0 11,1 0 0,1 1 0,1-1 0,0 1 0,1-1 0,1 1-81,4-2 1,1 0 0,1 0 0,2-2 0,0 0 0,4 0 359,3-5 0,3 0 0,1 1 0,0-1 0,1 0 0,2 0 0,-2 21 0</inkml:trace>
  <inkml:trace contextRef="#ctx0" brushRef="#br0">29004 10716 7990,'37'-24'2178,"0"4"1,7 10-1165,6 14 0,5 28-1451,-23-6 1,-2 6 0,2 9 0,-2 4 583,2 11 1,-2 4-1,-9-17 1,-1 0 0,0 2-303,0 5 1,-1 2 0,0-1-1,-1-1 1,0-1 0,-1 1-176,-1-1 0,-1 1 0,0 0 0,-2-3 0,0 1 0,0-1 123,3 19 0,1 0 0,-1 0 1,1-1 98,1-1 0,1 0 1,-2-6-1,-1 0-711,0 0 1,1 0 0,1-6 0,1 0 132,1 0 1,2 0 0,1-4 0,0-1 477,0-1 0,0-1 1,1-6-1,0-1 94,1-2 1,0-2 0,0-6 0,1-2 181,0-2 1,2-3 0,24 11-417,6-11 348,-11-9 0,6-8 0,-7 0 0,2 0 0</inkml:trace>
  <inkml:trace contextRef="#ctx0" brushRef="#br0">30691 10864 7806,'5'-49'957,"2"-5"-718,6 0 1,10 1-1103,6 3 0,18 2 663,-19 24 1,2 2-1,5 0 1,3 2-314,4 0 1,3 2-1,3 0 1,2-1 512,3 1 0,1-1 0,6-7 0,1-2 0,2-1 0,0 0 0</inkml:trace>
  <inkml:trace contextRef="#ctx0" brushRef="#br0">31286 5246 6881,'18'-65'493,"0"1"0,2-3 0,2 1 0,3 3 1,3 1-72,2-1 1,2 2-1,4 3 1,3 2-644,-11 18 0,1 0 1,1 2-1,15-17 0,3 1 317,3 4 1,-29 28-58</inkml:trace>
  <inkml:trace contextRef="#ctx0" brushRef="#br0">32756 3720 7987,'20'-10'0,"26"-12"0,16-8 0,0 2 0</inkml:trace>
  <inkml:trace contextRef="#ctx0" brushRef="#br0">31274 5792 7775,'-66'18'1567,"8"-6"0,17-15-1010,20-17 0,29-24-796,7 9 0,7-1 1,12-6-1,7-1-710,-7 10 1,4 0 0,1 0-1,7-5 1,2 1 0,2-1 861,-8 6 1,3 0 0,0 0 0,1 0-1,2-2 1,1-1 0,1 1 0,1-1-239,4-3 1,1-1-1,1 0 1,-2 2 0,-1 2-1,-1 0 1,0 1 0,-48 31 324</inkml:trace>
  <inkml:trace contextRef="#ctx0" brushRef="#br0">25220 5308 7767,'-29'-38'1116,"0"-4"1,4-9-468,5-11 1,3-5-925,7 30 0,0-1 1,1 1-1,1 0 376,-2 0 1,-1 0 0,3-3 0,-2 1 69,-2 0 0,0-1 0,0-4 0,0-1-92,-4-1 0,-1 1 0,1-3 1,-1 1-66,-1-1 1,-1 1 0,0-4 0,-1 0-210,0 1 0,-1 1 0,1-3 1,0 0 105,-3 0 1,0 1 0,3 1 0,0-1-86,0-1 1,-1 1-1,2 3 1,1 1 42,1 1 1,1 1 0,2 1 0,3 1-437,2 1 1,1 1-1,4 4 1,0 1-559,0-26 1125,8 6 0,0 5 0,6 3 0,0 3 0,-2 3 0</inkml:trace>
  <inkml:trace contextRef="#ctx0" brushRef="#br0">26771 4465 7711,'12'12'773,"1"1"1,-1-6 1053,0-3 0,1-6-1425,-1-6 0,6-11-702,3-14 0,6-16 338,2-8 0,-9 18 0,0-2-551,1-7 0,0-4 0,4-9 0,1-4 257,-8 16 1,-1-1 0,1 0-1,2-4 1,0-1 0,0 0-188,-1-2 0,1-1 0,-1-1 0,-1-1 0,1-2 0,-1 1 266,0-2 1,0 0 0,-1-1 0,0-1-1,0-1 1,-1 1 26,-1 3 1,1 0-1,-1 0 1,-1 2-1,1 0 1,0 2-229,-2 6 1,1 1 0,0 1 0,-1 3 0,-1 0-1,2 2 192,6-16 0,1 2 0,0 7 1,1 2-485,-2 9 0,1 4 670,2 4 0,1 4 0,20-20 0,6 5 0</inkml:trace>
  <inkml:trace contextRef="#ctx0" brushRef="#br0">29339 4825 7638,'5'12'4847,"-3"0"1,9-23-5809,-3-14 0,10-27 686,-7 16 0,3-2 0,8-11 0,5-2-735,-5 11 1,1-1 0,3-2 0,6-6 0,2-2 0,3 0 808,-6 8 1,2 0 0,1-1-1,0 0 1,2-2 0,1-2 0,0 1-1,1-1-98,2-1 1,2-1 0,0 0 0,-1 1-1,-1 3 1,-1 1 0,0 0 0,0 0 298,0 2 0,1-1 0,-1 1 0,0 0 0,-1 1 0,0 0 0,0 1 0</inkml:trace>
  <inkml:trace contextRef="#ctx0" brushRef="#br0">24563 13283 7781,'0'12'834,"0"1"0,5-1 230,3 1 0,9-5-453,4 0 0,6 0-279,2 5 0,10-6-128,-2-3 1,8-4 25,1-4 1,6-9-27,2-7 1,0-5-228,-5-4 0,-3-3 253,-1-5 1,-6-4 76,-2-1-307,-5 6 0,-13-5 0,-1 2 0</inkml:trace>
  <inkml:trace contextRef="#ctx0" brushRef="#br0">25146 12762 7781,'-20'-7'521,"2"-3"-74,6 6 1,0 0 297,-1 4 0,2 7 36,3 5 1,-3 6-293,3 7 0,-2 7-127,2 5 0,-2 2-122,6 6 0,-4 2-178,4 7 0,-5 6 74,5 7 1,2-32 0,0 1-328,2 34 0,0-1 263,0 2 1,0-2-171,0 1 1,0-8-225,0-8 1,0-1 173,0-3 0,0 1 8,0-10 1,-1-1 58,-3-7 1,-3-2 132,-6-7 0,1 0-109,-1-3 1,1-5 117,0-8 1,-2-2-135,-3-6 0,2-2 299,-6-2 0,5-4-580,-5-8 0,5-5 142,-5-8 0,10-4-974,-1-8 0,7-5 496,1-8 1,3 2-442,1-6 0,7 6 1131,5-2 0,6 3 0,7 4 0,0 6 0,0 5 0</inkml:trace>
  <inkml:trace contextRef="#ctx0" brushRef="#br0">25481 13134 7781,'7'-7'2107,"-2"3"-1271,-5 8 1,-1 6-39,-3 11 1,-8 5 257,-4 11 0,-6 11-491,1 6 0,-1 5-397,2 3 0,3-1 218,9-3 1,2-3-1092,6-6 1,6-16 580,2-8 1,9-10-321,3-6 0,4-5-143,0-8 1,-3-5-648,0-7 0,-5-5-696,5-8 1,-6 2 365,2-6 1564,-4 0 0,-6-5 0,-1 1 0</inkml:trace>
  <inkml:trace contextRef="#ctx0" brushRef="#br0">25667 13246 7781,'7'5'0,"-3"3"0,-3 4 1336,-1 0 0,4 6-611,0 2 0,1 8 917,-5 1 1,4 10-792,0-2 1,5 3-442,0-3 0,2-5-160,1-3 0,5-5-1278,-1-3 0,5-4 316,-5-9 1,6-3-14,-1-5 1,3-11-3228,0-5 3952,1-12 0,0-3 0,0-7 0</inkml:trace>
  <inkml:trace contextRef="#ctx0" brushRef="#br0">26026 13233 7781,'-17'25'1854,"-4"0"0,-3 1-1335,0 3 1,-7 3-260,-2 5 0,2 6 623,-3 2 1,7 3-348,-2 2 0,-1-3-265,1-6 1,4-2-68,4-14 1,6 1-1451,-2-10 1,4-5-1408,0-7-918,6-2 3571,-4-13 0,4-3 0,-5-11 0</inkml:trace>
  <inkml:trace contextRef="#ctx0" brushRef="#br0">26213 13208 7781,'12'5'542,"0"-1"1,-1 1-447,-2-1 1,2-2-470,-3 2 0,3 1-85,1 0 1,-3-1 124,-1-4 0,-4 4 6,4 0 1,-4 1 326,5 0 0,-7-3 0,3 7 0,2-1 0,-1 4 0</inkml:trace>
  <inkml:trace contextRef="#ctx0" brushRef="#br0">26275 13233 7781,'6'7'2455,"1"0"-1593,-3-3 1,-1 3-370,6 6 0,-5 0 145,4 4 0,-4-2-207,4 6 0,1 3-702,3 5 1,-5 2 77,-3-2 1,-3-2-12,-1 6 1,-1 0-858,-3 5 1,-6-1 592,-10 0 0,-2 2-243,-12 2 0,1-3 223,-4 4 1,-1-4-219,-4 0 0,-2-8 311,-6-5 1,-3-3-131,-1-10 525,0-2 0,0-10 0,1-3 0,0-5 0,2-6 0</inkml:trace>
  <inkml:trace contextRef="#ctx0" brushRef="#br0">24253 12626 8362,'-9'1'712,"1"3"0,4 11-298,-4 14 0,5 17 138,-1 20 0,3-24 0,0 4-1057,1 9 1,0 2 0,1 1-1,1 2 946,2 6 1,0 0 0,0 3-1,2 0-380,0-21 1,1 0 0,1 1 0,-2 0-1,1 1 1,0 0 69,1 1 1,1 0 0,-1 0-1,-1-4 1,0-1 0,0 0-17,3 22 1,0 0-1,-1-3 1,-1-2-14,2 0 1,1-1-1,-3 0 1,-1 0-43,1 0 0,0 0 0,0-6 1,0-1 35,-1-2 1,2-2 0,0-6-1,1-2-14,2-5 1,1-2 0,13 21-83,3-16 0,4-8 0,9-8 0,2 0 0</inkml:trace>
  <inkml:trace contextRef="#ctx0" brushRef="#br0">26696 12626 7662,'32'-13'0,"-2"2"1002,-5 3 1,0 2-33,0 6 0,-2 11 59,-2 6 0,-3 12-39,-6 8 1,-1 7-457,-2 10 0,-4 9-443,-4-26 0,-2 1 0,1 2 0,-1 1 121,-1 4 0,0 1 0,-2 1 0,-1 0-400,-2 2 1,-2 1 0,0 1 0,-2 0 23,-1-1 1,0-1 0,-1 0-1,1-1-38,0-5 1,-1 0 0,1-2-1,-1 0-103,1-2 1,-1 0-1,-1-1 1,-1-1-873,1-2 1,-1 0 0,-12 27-710,6-8 1,-2-3 365,2-2 1520,-8 1 0,3 0 0,-3-1 0,3 1 0,1-1 0</inkml:trace>
  <inkml:trace contextRef="#ctx0" brushRef="#br0">27614 13308 7596,'-8'-4'1261,"0"-1"-456,0 1-173,-5-1 270,1 3 0,1-2-404,2 8 0,4 3 176,5 6 1,5-5-159,4 0 1,3 1-50,5 3 1,7 0-203,10 1 0,3-2-56,4-3 1,9 2-166,8-6 0,0 4-220,4-4 0,-2 6 85,-25-6 1,0 0-1,30 7 105,1 2 0,-9-1-427,-7 0 1,-4 1 70,-8-1 1,-1 1-72,-12-1 1,-1 0 155,-11 1 1,1-1 51,-10 1 0,0-5 171,-4 0 0,-6 0-91,-2 5 0,-8-1 185,-5 1 0,-8 3-208,-4 1 1,-4 3 113,-5-3 1,-2 5-155,-5-1 1,-5 2 244,0 2 1,-1-5-35,1 1 1,-6 0 43,27-9 0,-1 1 0,-1-1 0,0-1 118,-31 10 1,5 1-223,8-6 1,7-1-70,5-6 1,5 0 166,7-4-1466,11-1 731,12-4 1,8 0-475,2 0 1,8 0 284,9 0 1,4 0 63,4 0 799,3 0 0,5 0 0,0 0 0</inkml:trace>
  <inkml:trace contextRef="#ctx0" brushRef="#br0">28656 13928 7596,'-8'11'314,"0"-3"0,-2 2 474,-6-6 1,1 6 367,-6-2 0,-5 0-557,-7 4 0,-3-2-16,-1 7 1,-6-2-210,-3 1 0,-7 0-434,-5 4 1,-4 1 183,29-9 0,-1 1 0,-30 11-124,29-11 1,-1-1-1,3 1 1,-1 0-75,-3 2 1,-1-1 0,-26 13-66,30-13 0,1 1 0,-29 11-867,9-1 1,4-1 445,8 1 0,9-1-857,8-4 0,2 2 678,9-5 1,-1-1 738,10-3 0,0-1 0,4 1 0</inkml:trace>
  <inkml:trace contextRef="#ctx0" brushRef="#br0">29823 13779 7596,'0'-19'0,"1"-5"259,3 4 0,-3 0 178,4 0 0,-4 3 235,-1-4 0,0 5-317,0-5 1,0 2-170,0-2 1,0 3 243,0 6 0,-4 0-93,0-1 0,-6 1 262,2-1 1,-3 6-196,-2 3 1,1 2-361,-1-3 1,-3 4-72,-1-3 0,-1 8-16,2 4 0,-3 9 57,-6 4 0,-4 3 10,0 5 0,-1 3-22,1 5 0,1 7 17,-5 6 0,7 1-113,1 7 0,2-6 143,6 2 1,1 1 210,3-1 1,8-2-78,5-6 0,6-9-104,11-8 1,4-7-90,8-2 1,2-9 75,7 2 1,-1-9-126,0 0 0,2-2 43,2-2 0,-4-5-788,0 1 0,1-5 599,-5 0 0,-2-2-1511,2-1 0,-5-1 1716,1 1 0,-3 0 0,-1-1 0</inkml:trace>
  <inkml:trace contextRef="#ctx0" brushRef="#br0">30542 13519 7596,'-1'-13'0,"-3"1"0,2-1 0,-3 1 0,5 5 0,0 3 1252,0 8 1,0 6-577,0 10 0,0 4-334,0 13 1,4 3-266,0 10 0,4 1 121,-4 2 0,5 4-270,-5 5 0,0 0 258,-4 0 1,0-2-1203,0-2 1,0-4 231,0-8 1,0-9-883,0-8 1094,0-9 0,7-9-436,5-11 1008,1-5 0,10-13 0,-4-1 0</inkml:trace>
  <inkml:trace contextRef="#ctx0" brushRef="#br0">30815 13655 7972,'7'5'1011,"2"4"-604,-4 7 0,4 4 49,0 4 0,2 7-72,1 2 0,-2 7-138,2 1 1,-2 2-373,6-2 1,-2-8 150,-2 0 0,1-5-289,-1-3 1,1-6-146,-1-3 1,0-3-499,1-5 0,3-4 291,1-8 1,-1-4-75,-3-9 1,-1-2 689,1-6 0,5-5 0,1-2 0</inkml:trace>
  <inkml:trace contextRef="#ctx0" brushRef="#br0">31212 13618 7596,'-12'-8'0,"-1"-1"0,1 6 159,-1-1 1,-3 13 332,-1 3 0,-5 13 118,1 0 0,-2 12-240,-2 0 0,-4 10-376,0 3 0,-5 2 140,1 2 1,2-1-103,3-7 0,7-5-195,4-4 0,5-5-439,4-7 0,4-11-770,8-6 0,3-8 265,5-8 1107,0-6 0,6-16 0,2-2 0</inkml:trace>
  <inkml:trace contextRef="#ctx0" brushRef="#br0">31373 13382 7596,'0'-7'1451,"0"3"-978,0 8 1,0 5 49,0 7 1,4 5-59,0 8 0,2 8-130,-2 8 1,3 5 46,5 4 1,1 1-349,-1 3 1,3 2-176,-2-2 1,2-3-192,-7-1 1,-2-4-366,-2-5 1,-3-1-330,-1-2 0,-1-4 479,-3 4 0,-2-8-85,-2-1 0,-3-5-165,3 1 256,2-14 541,1-4 0,-1-11 0,-1 0 0</inkml:trace>
  <inkml:trace contextRef="#ctx0" brushRef="#br0">31621 12824 6478,'6'-7'1396,"-5"-4"-1040,10 4 1,-9-1-161,2 0 0,-3 4 14,-1-5 0,1 7-41,4-3 0,-4 3 251,3-3-235,-2 4 0,-1-4 210,3 5-209,-3 0 0,10 0-70,-2 0 1,-2 5-175,1 3 0,-4 5 112,4 3 1,-5 4-79,1 4 0,-1 1-235,1 0 0,-3 4 138,4 0 0,-5 1-236,-5-1 0,3-3 137,-7 3 1,5-7-30,-4-1 0,5-6-27,-1 2 126,3-9 70,1-3 1,5-10 135,4-3 1,-3-7-42,3-2 1,-1-9-27,4 1 1,5-4 203,-1 0 0,1 3-54,-5-3 1,1 3 167,-1 1 0,2 2-21,3 2 1,-4 3-60,4 6 0,-3-1 7,-2 1 0,0 5-39,1 3 1,-1 2-77,1 2 1,-2 6 51,-3 2 0,2 5-131,-6 3 0,4 3-68,-4 6 0,0 4-135,-4 0 1,0 1-165,0-1 0,-1-1-346,-3 5 1,1-5 428,-5 0 1,5 3-93,-1-2 336,-3-6 0,6 1 0,-5-5 0</inkml:trace>
  <inkml:trace contextRef="#ctx0" brushRef="#br0">3250 2493 8327,'0'-7'1716,"0"-4"-372,0 10-621,0-5-161,0 6 1,0 6-1,0 2 133,0 3 1,0 3-360,0 2 0,2 3 75,2 6 0,-3 1-119,3 3 0,2 3-251,-2 5 0,4 6-230,-4 3 0,2 9 0,-3 7 270,1 7 0,-2-33 0,0 1-545,-2 0 1,0 0-1,0 0 1,0-1-35,0 34 310,0-33 0,0-1 1,0 26-615,0 0 0,0-8-811,0-13 1191,0-5 1,0-11-542,0 0 1,5-6 0,2-2 962,0-4 0,10-6 0,-4-1 0</inkml:trace>
  <inkml:trace contextRef="#ctx0" brushRef="#br0">3982 2691 8834,'0'9'661,"0"-1"1,0 0 370,0 5 0,6 0-299,2 4-145,3 8 1,7 4-32,3 8 1,2-1-305,2 9 0,0-4 0,-2 5-431,-2 1 0,1 0 170,-6-2 0,-3-4-1285,-5-8 0,-1-8 316,1-8 0,3-5-366,-3-3 1,-1-7 359,2-10 1,-1-6 982,4-11 0,1-5 0,-1-2 0</inkml:trace>
  <inkml:trace contextRef="#ctx0" brushRef="#br0">4379 2729 8327,'-14'17'201,"-2"4"0,1 3 293,-6 0 0,0 7 0,-4 3 360,1 6 1,-5 4-389,0 6 1,-4 4-258,4-1 0,-4-2-207,4-1 0,1-13-457,7 4 0,8-10-1334,4-2 1,7-3 143,-2-1 1645,2-6 0,8-7 0,1-6 0</inkml:trace>
  <inkml:trace contextRef="#ctx0" brushRef="#br0">4528 2468 8327,'0'-7'2419,"-6"-4"-1916,5 4 2291,-4 0-1799,5-4 0,-5 11-42,1 0 1,0 7-885,4 10 0,0 2 33,0 6 1,0 5-464,0 3 1,0-1-50,0 1 1,0-10-354,0 2 0,2-8-57,2-1 0,-2-7 394,7-5 1,0-3-1,7-2-69,0-3 0,1-3 371,-5-6 1,5 5 406,-1 0-138,1 5 0,-5-7 488,0 6-414,1 0-37,-1 4 0,-5 6 1,-3 2-167,-2 3 1,-2 5-185,0 1 1,0 1-1130,0-2 0,-2 0 614,-2 4 0,3 0 683,-3 0 0,2 4 0,2-5 0</inkml:trace>
  <inkml:trace contextRef="#ctx0" brushRef="#br0">4900 3063 12660,'10'5'3614,"2"-1"-3346,-2 0 1,15 0-10,-1 0 1,3 0-901,6-4 0,1 0 1,6-1-1755,2-3 0,3-7 1358,-4-6 1,-5-1 1036,-7 2 0,-3-4 0,-1-4 0</inkml:trace>
  <inkml:trace contextRef="#ctx0" brushRef="#br0">5111 2840 8327,'-5'13'0,"-4"-1"0,2 2 1378,-1 2 0,5-2 675,-1 3 0,3-2-1077,1 1 0,0 4-928,0 4 1,0 1 0,0 1 160,0 3 0,0-1-2042,0 5 949,0 0-268,0 4 1,1-5 455,3-3 696,3-3 0,6-1 0,-1 0 0</inkml:trace>
  <inkml:trace contextRef="#ctx0" brushRef="#br0">5930 2902 8327,'0'-19'1979,"-2"1"-1401,-2 6 0,-1-1 12,-4 1 1,-2-1-53,3 1 1,-7 4 231,-2-1 0,-3 7-145,3-2 1,-3 4 139,3 4-454,0 8 0,1 7-36,-1 6 1,5 7 13,4 5 0,5 2 1,-1 6-76,2 2 1,2-4-311,0-2 0,6-5-247,2-7 1,3-2 309,2-10 1,5-6-826,2-7 1,4-4 455,1-4 1,-1-9-461,1-7 0,0-8-35,0-1 1,-2-4 0,-1 3 192,-1-2 0,-6 5 363,2-2 0,-5 3-48,-4 1 332,3 5 221,-9 3 899,3 10-824,-5 1 0,-4 17 798,0 6 1,-4 5-637,4 3 1,-2-1 0,3 1 325,-1 0 1,-1 0-377,0 0 0,4-1-424,-3 1 1,3-1-2007,1-4 0,1 4 1178,3-4 0,3 2 901,5-1 0,1-3 0,-1-6 0</inkml:trace>
  <inkml:trace contextRef="#ctx0" brushRef="#br0">6314 3088 8327,'9'0'2887,"-1"0"-1208,0 0-744,-1 0 1,-1 6 227,-6 2 1,0 3 0,0 1-236,0 1 0,-2-1-429,-2 1 0,3-1-1089,-3 0 1,2 1 451,2-1 1,0-4-1949,0 1 745,0-7 1,6 3 759,2-10 1,3 3-34,1-7 1,1 1-202,-1-4 659,6-1 1,-4 5 287,2 0 1,-6 5-344,-2-1 356,1 3 1,2 2 230,-3 3 0,-3 3-209,-5 5-294,6 1 0,-5-1 162,3 1 0,-2-1 1,-2 0-1302,0 1 1,0-5-125,0 0 1390,5-5 0,2 3 0,6-6 0</inkml:trace>
  <inkml:trace contextRef="#ctx0" brushRef="#br0">6910 2741 8327,'12'5'4194,"1"2"-2892,-1 6 1,-4 5-567,1 2 0,3 4 416,4 1 1,2 3-734,-1 1 1,1 6-528,3-2 0,5-3-1553,-6-1 0,7-4 1076,-7-4 0,4-5-1629,1-8 1,-1-2 950,1-6 1,-1-7 1262,-4-5 0,4-6 0,-5-7 0</inkml:trace>
  <inkml:trace contextRef="#ctx0" brushRef="#br0">7356 2741 8327,'-13'0'794,"-4"0"0,3 1-70,-2 3 0,-4 9-219,0 8 1,-4 7 736,0 6 1,-7 7-403,-2 4 1,-1 4-407,1 0 1,-1-1-819,10-2 0,-3-9 314,11-8 1,4-3-4541,3-1 2814,7-6 1796,-4-6 0,12-13 0,0-7 0</inkml:trace>
  <inkml:trace contextRef="#ctx0" brushRef="#br0">7493 2319 12570,'7'0'2287,"-2"0"1,-5 2-1224,0 2 0,0 7-940,0 5 0,-4 6-1167,0-1 1,0 2 749,4 2 0,0-1-636,0-4 0,0 2 127,0-5 349,0-1 0,5-9-94,4-2 0,6-5-12,1-5 0,2-2 59,-1-5 798,-3 0 1,8-5 81,-6 1 0,5 0 422,-5 8 1,1-1 497,-5 4 641,1 1-1508,-1 4 1,-5 2 27,-3 2 0,-2 3-8,-2 5 0,-2 0-194,-2 1 1,1 3 15,-5 1 1,4-1-49,-4-3 0,3-1 0,-1 1 421,0-1-194,2 0-454,4-5 0,-6 4 0,0-4 0</inkml:trace>
  <inkml:trace contextRef="#ctx0" brushRef="#br0">7853 2518 8258,'12'0'6352,"-4"4"-3820,1 0-985,-1 0 0,4-4-1023,1 0 0,-1 0-1116,0 0 1,1 0 0,1 0-1555,2 0 669,-2-5 0,8 2 1477,-5-5 0,5-1 0,-3-3 0</inkml:trace>
  <inkml:trace contextRef="#ctx0" brushRef="#br0">8398 2257 7799,'-8'2'0,"0"2"2072,5-3 0,-4 9-492,3-6 0,3 6-66,-3-2 0,-2 3-1097,2 1 1,0 2-186,4 3 1,0 2-910,0 6 0,0-1 486,0 1 1,1 4-1407,3 0 1,-1 4 1000,5-4 0,-1 4-3334,2-4 3930,2 0 0,-5-4 0,7 0 0</inkml:trace>
  <inkml:trace contextRef="#ctx0" brushRef="#br0">6550 3212 7799,'6'-7'913,"-4"-2"-500,7 5 0,-5-2 0,4 2 0,-4 3-83,4-4 1,-3 4-48,3 1 1,-4 0 25,4 0-469,-5 6-467,8-5-50,-4 4 0,5-5 118,1 0 1,-5 0-1405,0 0 1963,0-5 0,5-2 0,-1-5 0</inkml:trace>
  <inkml:trace contextRef="#ctx0" brushRef="#br0">6736 3076 7799,'-12'4'387,"-1"0"1,6 2 0,2-4 582,-1 2 1,4 6-465,-7-2 1,7 3-142,-3 2 1,4 3-113,1 1 1,0 1-192,0-2 0,0 2 92,0 3 0,4 2-909,0-2 0,6-2-1288,-2 2 1,-1-2 2042,1 2 0,1 2 0,3-3 0</inkml:trace>
  <inkml:trace contextRef="#ctx0" brushRef="#br0">8460 3175 7799,'7'-6'0,"-1"5"0,-6-4 0,5 10 0,-3 2 0,2 5 0,-3-3 0,-1-1 1043,0 0 1,0 0-285,0 1-884,0-1 0,0 0-1333,0 1 860,0-7-20,0 4 0,0-5-319,0 3 937,0-2 0,0 3 0,6-5 0,1 0 0</inkml:trace>
  <inkml:trace contextRef="#ctx0" brushRef="#br0">8386 3163 7799,'-12'-11'2188,"-1"2"-939,1-2-851,5 10 1,3-5 266,8 6 1,8 2-1,9 1 379,2 1-894,2 5 1,4-6-596,0 5 0,1-5 1,-2 1 388,1-2 0,4-2-1295,-4 0 1,4-2 739,-4-2 1,0-1-1382,-4-4 1992,0-7 0,-1 8 0,1-10 0</inkml:trace>
  <inkml:trace contextRef="#ctx0" brushRef="#br0">8709 2877 7799,'-2'11'422,"-2"-2"1,1 2-43,-5-3 1,5 4 335,-1 5 1,3-2-262,1 6 1,-4 4 331,-1 3 0,1 7-693,4-2 0,0 3-25,0 1 0,-4 2-854,0 2 0,-4-1 552,4 5 0,0-9-190,4 1 1,0-12 0,1-3-122,3-7 544,3 1 0,16-15 0,4 4 0</inkml:trace>
  <inkml:trace contextRef="#ctx0" brushRef="#br0">9478 3125 7799,'7'-6'1458,"-1"-1"-517,-1 2 0,0 3-418,3-7 1,3 7-1557,-2-2 0,2-2 498,1 2 0,2-4 535,2 4 0,4-6 0,5 3 0</inkml:trace>
  <inkml:trace contextRef="#ctx0" brushRef="#br0">10073 3051 7503,'8'0'753,"1"0"0,-1 0-94,4 0 0,-3 0 6,-1 0 0,4 0-1440,5 0 1,5 0 470,-1 0 0,2-6-1685,2-2 1989,5 3 0,2-12 0,5 3 0</inkml:trace>
  <inkml:trace contextRef="#ctx0" brushRef="#br0">10569 2989 7799,'13'0'0,"-1"0"464,1 0 0,-5 0 791,0 0 1,0 0-532,5 0 1,-1 0-338,1 0 1,-1 0-182,0 0 1,5 0 103,0 0-310,-1 0 0,7 0 0,4 0 0</inkml:trace>
  <inkml:trace contextRef="#ctx0" brushRef="#br0">12257 2865 7799,'6'-25'0,"-1"0"0,-4 1 535,-1-1 0,-1 0-132,-4 0 0,-1 6 375,-7 2 0,-3 5-243,-1 4 1,-5 2 209,1 6-453,-2 6 1,2 7 0,2 14 486,1 8-520,-4 8 1,7 12-102,-6 3 1,7 1 106,2-1 1,-1 2 135,5-7-510,3 1 1,-1-13-263,6-8 0,6-5 1,3-16-707,7-5 954,3-4 1,7-14-552,3-6 0,-3-9 1,4-5 134,1-5 0,-5 3 97,3-5 1,-4 1 153,-5 4 1,2-1 204,-5 1 0,-2 0 55,-7 8 310,-2-3 147,-6 14 1,0 5-279,0 13 0,0 10 545,0 15 0,-1 2-225,-4 7 0,4-5-21,-3 0 1,-2 0-368,2 4 1,-4-4 96,4 0 1,0-4 39,4 4 0,0-7-1,0-1 1,0-1-3616,0-8 3396,0-5 0,11-5 0,3-6 0</inkml:trace>
  <inkml:trace contextRef="#ctx0" brushRef="#br0">12542 3138 7799,'7'1'1441,"-2"2"-71,1 1 1,-5 6-693,3-2 0,-2 3 333,-2 1 1,0 1-466,0-1 0,4 1-691,0-1 0,1-1 144,0-3 0,-3 2-117,7-6 1,-1 0 99,4-4-249,1 0 1,0-5 77,4-4 0,-3-2-234,2-1 1,2 1 126,-1 3 0,-1 1-369,-3 3 174,-1 2 113,1 2 1,-7 7-52,-1 6 0,-4 3 0,-1 2-185,0 1 0,1 1 614,3 0 0,3 4 0,6-5 0</inkml:trace>
  <inkml:trace contextRef="#ctx0" brushRef="#br0">12703 3249 7799,'-7'0'480,"0"-1"-67,3-3 162,3 3 0,-6-9-58,3 6 0,2-2 79,-2 2 1,2 3 366,-3-3-615,4 2 0,-6 2-42,3 0 1,1 2-53,-5 2 1,4 8 16,-4 9 0,1-2 89,-2 2 0,0-1-331,5 5 1,-1 0-115,5 0 1,0-6-138,0-2 0,7-9-191,6-4 0,9-4-1268,7-4 1381,5-3 0,-2-12-436,5-6 0,-1-1 397,-3-7 1,0 4 0,-7-2-62,-2 5 386,-13-1 1,0 13-46,-11-3 1,-3 5 0,-5 4 158,-9 4 1,-9 4-155,-3 4 1,-5 3 293,1 5 1,1 0-111,-1 1 1,5 1-329,-1 2 1,7-2-495,2 2 1,9-3 118,-2-5 573,9 3 0,-2-4 0,6 5 0</inkml:trace>
  <inkml:trace contextRef="#ctx0" brushRef="#br0">13658 2542 7729,'-7'-8'1959,"3"0"-789,-3 0 856,6-5-725,1 6-757,7 2 1,5 12 296,1 5 0,-1 3-68,1 10-355,-7-3 1,5 15 102,-2 1 1,0 0-271,0 8 0,-2 1-309,-3 6 0,-4 11-132,0-28 0,0 2 1,-2 1-1,-2 1-203,-1 1 1,-2 0 0,-1 1-1,-1 0 114,1-2 1,0-1 0,-3 0 0,1 0-352,1-1 1,1-1 0,-7 30-1693,7-5 1,-2-6 1094,6-11 1227,6-2 0,-2-7 0,5-3 0,2-4 0,0-3 0</inkml:trace>
  <inkml:trace contextRef="#ctx0" brushRef="#br0">4143 4626 7739,'0'-21'700,"0"1"-60,0 5 682,0-3-885,0 5 1,2 8 234,2 5 0,-3 7-246,3 9 1,2 1 235,-2 8-418,0-3 1,-4 15-121,0 0 0,-1 2-38,-3 6 0,-2 1-200,-2 3 0,-3-3-115,3-1 1,1 5-337,-2 3 0,5 4 28,-4-7 1,5 1-463,-1-10 0,3-1-460,1-7 548,0-3 0,5-16 26,4-6 885,2-10 0,7-11 0,1-6 0</inkml:trace>
  <inkml:trace contextRef="#ctx0" brushRef="#br0">4379 4862 9401,'6'7'1526,"-4"5"-1057,7 0 0,-1 2-122,4 7 0,1 4-122,-1 4 1,5 4-594,-1-4 0,6 5 284,-1-1 0,2-1-877,2 1 0,4-6-83,0 2 1,0-9 527,-4-8 1,-2-5 515,-2-7 0,2-11 0,-3-3 0</inkml:trace>
  <inkml:trace contextRef="#ctx0" brushRef="#br0">4801 4837 7739,'-17'1'0,"1"3"0,1 5 0,-3 2 0,1 1 0,-5 6 0,1 3 0,-2 8 0,-2 4 0,-4 3 0,0 1 0,-1 1 1416,1 4 0,7-5-1462,-3 0 0,9-4-49,-1-4 1,3-7-426,2 3 0,5-4 53,3-1 467,3-7 0,1-13 0,0-7 0</inkml:trace>
  <inkml:trace contextRef="#ctx0" brushRef="#br0">5037 4800 10258,'0'8'1028,"0"0"0,0 2-526,0 6 0,0 4-25,0 5 1,0 5-465,0 3 0,4 8 66,0 5 1,1 6-613,0 2 0,0 1 211,3-1 1,-1-5-935,-3 1 0,-2-6 636,2-7 1,-1-11-250,1-5 0,-2-7 869,7-6 0,-1-8 0,4-7 0</inkml:trace>
  <inkml:trace contextRef="#ctx0" brushRef="#br0">5434 4353 7739,'11'-1'472,"-3"-3"767,3 2-323,-4-3 0,1 5-408,0 0 0,-5 1-40,1 3 1,-2 7-115,-2 6 0,0 5 32,0-1 1,0 2-129,0 2 1,0 0-338,0-1 1,-5 1-128,1 0 1,0-4-492,4-1-150,0-4 659,0 1 1,2-10-44,2-2 1,-2-10-17,7-3 1,-1-7 167,4-2 0,1-1-97,-1 2 1,1 2 248,-1-2 0,0 2 43,1 1 1,-1 2 31,1 3 0,-1-1 23,0 4 0,-3 1-108,-1 4 0,-1 6-296,1 2 0,2 4 100,-6 5 0,1-2-94,0 6 1,-4 1 59,3 7 0,-3-2-956,-1 6 1,-1-1 1122,-3 1 0,-3 3 0,-5-4 0</inkml:trace>
  <inkml:trace contextRef="#ctx0" brushRef="#br0">6029 5159 7062,'0'7'2581,"0"-1"-1818,0-6-59,0 0-466,6 0 0,0 4-177,7 0 0,-5 0 84,0-4 1,2 0-78,7 0 1,-4 0 112,4 0 1,2 0-513,2 0 0,2 0 207,2 0 1,0 0-880,0 0 0,-2-1 456,-2-3 1,1 1 546,-6-5 0,1 5 0,-5-3 0</inkml:trace>
  <inkml:trace contextRef="#ctx0" brushRef="#br0">7356 4725 7951,'-12'0'1094,"0"0"0,-1 0-681,1 0 0,-1 2 111,1 2 1,-2 3-82,-2 5 1,0 6-155,-4 3 0,-1 3-184,-4 5 0,5 4 116,-1 9 1,2 2-292,-2 6 1,0 5 181,9 3 1,-2-3-67,10-2 0,0-2 88,4-1 1,0-2-361,0-2 1,5-9 112,4-8 1,3-4-604,5-5 0,0 2-705,4-5 0,4 1 693,0-2 1,1-2 727,7 3 0,-1-1 0,1-3 0,-3-4 0</inkml:trace>
  <inkml:trace contextRef="#ctx0" brushRef="#br0">7939 4949 7951,'-12'-5'222,"0"1"1,3-1 221,1 1 216,5 2 0,-2-5 194,5 3-213,0 3 0,5-5-203,4 6 1,9 4 97,6 1 1,7 3-149,6-4 0,6 2-139,2-2 1,7-2-278,2 7 0,4-7-135,-4 3 1,5-5-285,-1-5 0,0 3 304,-4-7 0,-3 1-1381,-14-4 1,0 3 339,-12 1 1,-4 4 1183,-13-4 0,-8 5 0,-7-2 0</inkml:trace>
  <inkml:trace contextRef="#ctx0" brushRef="#br0">8063 4998 8072,'-6'6'0,"-5"-4"779,2 7 0,4-5-251,1 4 0,2 0 296,2 5 1,6-2-347,2-3 1,9 3 218,3-3 0,4 2-186,1-2 0,-1 3-60,1-2 1,0-3-519,0 3 1,-2-1 115,-2 4 0,-3 2-579,-6 3 1,-5-2 413,-3 6 1,-4 1-234,-4 7 0,-6-3 129,-10 3 0,-1 1-221,-8-1 1,-3 4 65,-1-4 1,3 0 416,1-4 0,3-5 88,1 1 0,6-6 118,2 2 0,9-4-69,4 0 1,8-6-36,4-3 0,10 1 124,7 0 0,3-1-63,9-4 0,-1 0-51,9 0 0,-2 0-193,6 0 1,-2-2-326,7-2 0,-3 3-823,-1-3 0,1 2 589,2 2 1,-3 0 597,0 0 0,1-4 0,-7 0 0,-4 1 0,-3 2 0,-4 1 0</inkml:trace>
  <inkml:trace contextRef="#ctx0" brushRef="#br0">9701 5221 7951,'0'-24'3,"0"3"-3,0 0 0,-1 5 627,-4-5 1,3 2 451,-7-2-510,1 3 0,-6 7-33,-2 3 0,2 2-174,-2 6 0,0 6 81,0 2 0,1 9-83,-6 3 0,6 5-14,-2 4 1,4 3-116,0 5 1,1 0-42,-1 0 1,5-1-368,0-3 1,5 2 212,-1-6 0,4-5-158,4-3 0,3-7 101,5-2 1,2-6-502,3-10 1,2-5 241,6-7 0,0-3-432,-1-6 1,-3-1 222,0-3 1,-5 3 91,5-3 0,-6-2 406,2 2 1,-4 2-118,0 6 1,-5 2 84,0 2 0,-5 8-89,1-4 468,-2 9 0,-2 0-180,0 8 1,0 8 373,0 9 1,0 3-23,0 0 0,0 5 101,0 0 1,0 4-610,0-4 1,0 0 105,0-4 1,1 1-1170,3 3 1,-2-7 97,2 3 86,3-8 1,-1-1 330,7-8 0,-1-2 528,1-6 0,5-6 0,1-1 0</inkml:trace>
  <inkml:trace contextRef="#ctx0" brushRef="#br0">10073 5321 7899,'2'6'2692,"2"-1"-1108,-3-4-558,5 5 0,-6 0-470,0 7 1,0-1-375,0 1 1,-2 3 4,-2 1 0,3 1-427,-3-2 1,-2-2-280,2 2 1,0 2-586,4-1 1,-2-5-3073,-2-3 4176,3-7 0,-5 9 0,6-4 0</inkml:trace>
  <inkml:trace contextRef="#ctx0" brushRef="#br0">10110 5283 8762,'6'-6'406,"-3"-4"544,5 6 1,-4-5-381,4 5 1,1-1-659,3 1 1,0 1 128,1-5 1,-1 4-1419,1-5 1,-1 5-841,0-4 2217,-5 5 0,-1-2 0,-6 5 0</inkml:trace>
  <inkml:trace contextRef="#ctx0" brushRef="#br0">9292 4874 7951,'-13'0'784,"1"0"0,4 1-240,-1 4 1,2 7 227,-1 9 0,-2 9-313,6 7 1,-4 9 8,4 12 0,0 1-684,4 11 0,0-1 184,0 1 0,0-34 1,0 0-750,0 30 1,0-1 545,0-7 1,0-9-351,0-7 0,5-5 236,4-4 0,7-5 349,5-12 0,13 1 0,5-10 0</inkml:trace>
  <inkml:trace contextRef="#ctx0" brushRef="#br0">10520 4837 7951,'7'5'2127,"-2"-3"1,-5 9-900,0-3 1,0 4-553,0 5 0,-1 4-271,-3 8 1,0 4-185,-9 8 1,3 3-635,-6 6 1,2 5-744,2 3 1,-1-2-683,1 2 1,0 0 1837,-1 4 0,-5 0 0,-1 0 0</inkml:trace>
  <inkml:trace contextRef="#ctx0" brushRef="#br0">7803 6189 7951,'5'-13'568,"2"6"0,6-2 439,-1 5-457,1-6 0,-1 9-162,0-3 1,1 2-32,-1 2 1,1 6-136,-1 2 0,-4 8 125,1 5 0,-7 4-98,2 4 1,-2 1-41,-2 3 0,-2 3-321,-2-3 1,2 3 160,-7 1 1,1-1-695,-4-3 0,5-4 367,3-8 0,-2-7-899,2-6 846,0-5 1,5-9 330,3-11 0,-2-10 0,3-5 0</inkml:trace>
  <inkml:trace contextRef="#ctx0" brushRef="#br0">7840 5966 7951,'0'-9'3166,"0"1"-1974,0 0 0,6-3-552,2 2 0,4 0-995,5 5 1,-3-5 250,2 5 0,4 0-428,0 4 1,-2 0 80,-1 0 1,1 6 450,-2 2 0,1 8 0,-5 4 0</inkml:trace>
  <inkml:trace contextRef="#ctx0" brushRef="#br0">8163 6226 10277,'0'-7'4003,"7"2"-3297,5 5 0,2-2-461,6-2 0,1 3-266,4-3 1,1-2-320,3 2 0,-3 0-1009,3 4 1,-7 0 906,-1 0 0,-6 1-1484,2 3 0,-9 3 1926,-4 6 0,-3 10 0,-1 3 0</inkml:trace>
  <inkml:trace contextRef="#ctx0" brushRef="#br0">8200 6449 7951,'-6'7'0,"4"3"570,-7-6 0,7 1-147,-2 0 1,2-3 594,2 7 1,2-7-454,2 2 1,3-2-292,5-2 0,2 0-486,2 0 0,4 0 203,4 0 0,-3 0-1645,0 0 1,-1 0 1653,5 0 0,6 0 0,0 0 0</inkml:trace>
  <inkml:trace contextRef="#ctx0" brushRef="#br0">8808 6263 7951,'-6'-12'2022,"-1"-1"-1011,-5 1 1,0 5-425,-1 3 0,5 4 13,0 4 1,4 7-161,-5 6 1,5 5 77,-4-2 1,5 4-194,-1 1 0,3-1-156,1 1 1,4-4-216,0 0 1,10-12 97,-2-1 1,9-5-98,-1-3 0,4-5 64,1-4 1,-1-7-310,1-5 1,-1-4 160,-4-4 0,2 3-228,-5-3 1,-2 5-79,-7 3 1,2 3-226,-6 6 0,-1 1-143,-7 2 0,-9 4 301,-7 5 0,-4 5 277,-1 4 0,-1 0-11,-3-1 1,3 3-406,-3-2 1,-1-2 195,1 1 1,-3-4 444,-1 4 0,0 1 0,-10 3 0</inkml:trace>
  <inkml:trace contextRef="#ctx0" brushRef="#br0">8101 4390 7951,'0'-12'0,"0"0"0,0-1 756,0 1 1,1-1-234,3 1 1,-2 4 459,2-1 1,-2 7 458,3-2-748,-4 2 1,5 5-441,-6 5 0,0 2-19,0 11 1,0-5-587,0 5 1,0-1 279,0 5 0,0-4-166,0 0 1,0-6 264,0 1 1,0-2-841,0-2 0,0-3 215,0-1 0,1-5 176,3 1 1,-1-3 363,5-1 1,0-7-119,5-5 0,-1 0 481,1-5 1,3-1-197,1 2 0,1 0 157,-2 8 1,-2-1-101,2 4 0,-6 1 828,-2 4-676,-5 0 0,3 6-131,-6 2 0,0 7-348,0 2 0,-5 1 117,1-2 0,-5-2-709,0 2 1,3 0 113,-3 0-144,6-2 1,-2 0-1,4-6-1803,-4 2 2585,4 1 0,-4 1 0,5 0 0</inkml:trace>
  <inkml:trace contextRef="#ctx0" brushRef="#br0">8436 4490 8468,'0'7'3466,"0"-1"-2263,0-1-729,5-4 0,2 9-125,5-6 1,2 0-1166,3-4 0,-2 0 558,6 0 0,-1 0-3040,5 0 3298,5-6 0,-3-1 0,3-5 0</inkml:trace>
  <inkml:trace contextRef="#ctx0" brushRef="#br0">8944 4254 7951,'-12'7'759,"-1"0"138,1-3 0,4-1 250,0 5 1,3-4-508,-3 4 0,5 5 252,-1 3 0,3 5-357,1-5 1,0 7-1075,0-3 1,0 8 377,0 1 0,5 4-3780,4-4 3941,2 5 0,1 3 0,0 7 0</inkml:trace>
  <inkml:trace contextRef="#ctx0" brushRef="#br0">11078 5159 7951,'0'-12'0,"0"0"131,0-1 0,0 5 24,0 0 1,4-1 407,0-3 1,5 0-135,-5-1 0,1 2 679,-1 3 149,3-3-411,6 4-333,-1 0-70,0 2 56,-5 5-55,4 0-1,-9 5 56,3-4-55,1 10 417,-5-9-487,5 3 1,-5-5-376,3 0 118,-2 0-57,3 0-111,-5 0 1,1 0-193,4 0-4,-4 0 298,4 0-92,-5 0 83,6 6-77,1 1 1,5 5 52,1 1 1,-5 3-41,0 1 0,0 5 26,5-2 1,-5 4-6,0 1 0,-1 1-197,2 3 1,0-3 62,-5 3 1,1 1-535,-5-1 0,0 0 289,0-4 0,0-6-758,0-2 0,0-4 483,0 0 0,1-6 26,3-3 0,-1-4-92,5-4 0,-4-7-326,4-6 1,1-5 1046,3 1 0,6-7 0,1-4 0</inkml:trace>
  <inkml:trace contextRef="#ctx0" brushRef="#br0">11562 5023 7951,'-6'-12'378,"5"-1"191,-3 1 1,1-1 491,-1 1-702,3 5 0,-6-3 419,2 6 0,3 0-272,-7 4 1,1 10-133,-4 2 1,-2 10-139,-3 3 0,-2 5-434,-6 8 0,-4 3-57,0 0 0,-4 5-179,4-5 1,-4 5-232,4-5 1,0 0 301,5-4 1,-1-5-881,0-3 1,2-6-183,2-6 1425,3-6 0,0-16 0,-1-2 0</inkml:trace>
  <inkml:trace contextRef="#ctx0" brushRef="#br0">10979 4849 8542,'-7'2'1094,"3"2"1,2 8-398,2 9 1,-1 9-55,-3 7 1,2 8-242,-2 8 0,-1 1-181,1 8 1,-2-3-602,2 7 1,1-4 405,-5-4 1,5-3-297,-1-5 1,3-2 279,1-2 0,0-5-1330,0-8 1,1-4 111,3-8 1,5-5 1207,7-7 0,9-4 0,7-5 0</inkml:trace>
  <inkml:trace contextRef="#ctx0" brushRef="#br0">11798 4837 7951,'0'12'1141,"0"1"1,-5-1-474,1 1 1,-1 4 159,1 4 0,1 4-114,-5 4 0,5 4 96,-1 8 1,2 3-636,2 6 0,0 1-89,0 3 0,0-2-1110,0 6 0,0-6 678,0 2 1,0-8-1391,0-5 0,-1-3 747,-3 0 0,2-12-854,-2-5 1843,3-6 0,-5-8 0,-1-2 0</inkml:trace>
  <inkml:trace contextRef="#ctx0" brushRef="#br0">12021 4700 7951,'-7'0'601,"-4"-5"-166,10-2 1,-5-5 97,6-1 0,1 5 198,4 0-191,1-1 0,7-2-100,-1 3 1,1 3-32,-1 5 0,-4 0-75,1 0 0,-3 1 66,3 3 0,-2 4-232,-3 9 1,-3-2 66,3 6 1,-2-1-135,-2 5 0,0-1 120,0-4 1,0 2-378,0-5 0,0 0 133,0-5 1,4 0-517,0 1 0,6-6 293,-2-3 1,7-4-895,2-4 0,-1-3-598,-4-6 1,1 0 899,-1-4 0,1 3-324,-1-2 1162,-5 2 0,4-4 0,-4-1 0</inkml:trace>
  <inkml:trace contextRef="#ctx0" brushRef="#br0">12194 4366 7951,'-8'-5'1313,"0"1"0,5-1 6,-1 1-892,3 2 0,6-3-41,3 5 0,5 0-657,3 0 0,0 0-665,4 0 0,2 4-1944,7 0 2880,-8 6 0,13-9 0,-7 5 0</inkml:trace>
  <inkml:trace contextRef="#ctx0" brushRef="#br0">12802 4626 11329,'0'-7'916,"2"2"-573,2 5-59,-3 0 117,5 0 1,-6 5 0,1 1-96,3 2 1,-2 3 792,2-3-699,3 3 0,-5 2 51,7-1 1,-5 0-230,4 1 0,0-1 3,5 1 1,-5 3-316,0 1 0,5 1 116,3-2 0,1 4-226,-5 4 0,1 1 112,-1 0 0,-1 1-463,-3 3 1,-2 3 241,-6 5 1,-2 4-453,-2 1 0,-4 9-51,-8-2 0,-9 9 37,-8 0 0,-3-3-212,-1-1 0,-1-3 442,1-2 1,-7-3 544,-6-1 0,-3-3 0,23-20 0,-1 1 0,0 1 0,0-1 0,-1 1 0,-1 0 0</inkml:trace>
  <inkml:trace contextRef="#ctx0" brushRef="#br0">2655 7293 7747,'-2'-7'98,"-2"3"60,3-3 690,-5 5 0,6 8-336,0 10 1,0 8-158,0 5 1,2 4-142,2 8 0,1 5-174,4 7 1,0 5-233,-5 8 1,2-1 199,-4-30 0,0 0 0,-1 26-397,4 1 0,-4-14 239,-1-2 0,0-12-772,0-5 680,0-8 0,1-9 0,3-8-1373,5-2 1083,2-2 0,1-3 532,1-5 0,-1-6 0,0-11 0</inkml:trace>
  <inkml:trace contextRef="#ctx0" brushRef="#br0">2990 7479 8393,'0'12'801,"0"0"1,5 6-438,3 3 0,4 2 56,0 2 0,6 1-151,3 3 0,1 3-290,-2 5 1,4 0-757,-4 1 0,2-1 583,-1 0 0,1 3-400,-5-3 1,3-4 242,-3-12 0,1-9-506,-2-7 1,0-5 856,4-5 0,1-13 0,4-8 0</inkml:trace>
  <inkml:trace contextRef="#ctx0" brushRef="#br0">3498 7491 7747,'-18'0'-187,"5"0"187,-4 0 0,2 1 582,-2 4 1,2 3-80,-5 8 1,-3 9 1,-5 8 1,1 9-316,-2 3 1,-1 3-196,1 2 0,-3-1-266,8 1 0,-3-6 241,11-2 1,3-5-451,5-4 1,5-4 307,-1-9 1,4-7-1618,4-9 1789,3-3 0,11-12 0,2-2 0</inkml:trace>
  <inkml:trace contextRef="#ctx0" brushRef="#br0">3697 7367 7951,'-11'1'458,"3"4"1,1 1 622,2 7 0,3 5-444,-7 2 0,7 5-164,-2 4 0,2 8-219,2 9 1,0 2-168,0 2 1,-4 5-784,0 3 1,0 1 553,4-1 0,0-9-1104,0-7 1,0-5 663,0-4 1,0-4-1178,0-8 1759,5-3 0,2-12 0,6 0 0</inkml:trace>
  <inkml:trace contextRef="#ctx0" brushRef="#br0">4205 7652 7951,'-17'0'1752,"3"0"-670,-3 0-593,9 0 1,4 0-58,8 0 0,3 2 123,5 2 0,10 3-81,3 5 0,8-1-185,0-3 0,4 2-230,5-6 0,-2 4 118,5-3 0,-1-1-659,2-4 0,2 0 400,-2 0 1,-2 0-1646,1 0 0,-5-2 69,2-2 1598,-15 3 0,2-16 1,-10 3-1</inkml:trace>
  <inkml:trace contextRef="#ctx0" brushRef="#br0">4714 7479 7951,'8'-5'636,"1"1"1,-5 0-27,4 4 0,0 0-187,5 0 0,-1 0-33,0 0 1,5 6-156,0 2 1,5 4-115,-2 5 1,0-2-69,0 6 1,-6-1-144,-2 5 1,-1 6-174,-6 2 1,-3 2 235,-6 3 0,-4-1-193,-9 0 1,-3 4 51,-9 1 1,-2-2 86,-2-7 0,3-4 1,5-9 0,2-2-831,2-5 176,3-6 0,11-7 735,3-9 0,8-13 0,3-4 0</inkml:trace>
  <inkml:trace contextRef="#ctx0" brushRef="#br0">5644 7565 7951,'28'9'-141,"-3"-1"0,1 0 1224,-9 5 0,-1 0-421,-4 4 1,0-2 263,-4 6 0,1-1-352,-4 5 0,-3 0-101,-6 0 0,1 4-287,-5 0 1,-1 0 35,-8-5 0,2 1-115,-6 0 0,0-1 67,-3-4 1,-3-2-510,-1-5 0,-4-2 303,-5-3 0,-5-3-828,1-5 0,1 0 275,7 0 1,-2-1-47,6-3 1,3-9-22,10-7 1,1-4 100,10-1 1,1-5-14,4-3 1,6-5 175,2 0 0,9 0 307,3 9 0,9-2-104,4 3 1,-1 7 636,1 0 1,0 12 105,4 4 1,2 4 497,2 1 1,-3 7-54,-1 5 1,0 2-387,-4 7 1,3-1 279,1 5 1,0 0-367,1 0 0,-7-4-596,-2-1 1,3-5 118,1 2 1,3-5-221,1-3 1,-4-4 125,0-5 0,-4-1-42,4-3 0,-5-5-48,1-7 0,-3 1-13,-1-6 1,-6 0-3,-2-4 0,-5 6 87,-4 3 1,-5-2 146,-11 1 0,-7 1-75,-14 3 1,-9 5-468,-7 0 1,-10 5-154,-7-1 1,-7 2-112,30 2 1,-1 0-1,2 0 1,0 0 0,-1 0 1,0 0-1,1 3 1,1 1 95,2 2 1,0 1 619,-2 1 0,1 2 0,-26 14 0,30-10 0,-1 0 0,1 2 0,1 1 0,-1 2 0,-1 1 0</inkml:trace>
  <inkml:trace contextRef="#ctx0" brushRef="#br0">13621 5122 7951,'-11'-1'416,"3"-3"28,-3 2 459,4-3-67,0 5 251,1 0-498,6 0 1,6 0-203,2 0 1,7 0-35,2 0 0,5 1-60,-1 3 0,8-2-14,4 2 1,4-3-59,4-1 1,5-1-148,8-3 1,6 1-427,6-5 1,-30 4 0,0 1 64,-1-1 1,0-1 0,34-6-421,-33 7 0,-1 0 0,24-7 171,-1-1 0,-6-1-975,-2 1 0,-1 0 187,1-1 1324,-6 1 0,-4-2 0,-6 0 0,1 2 0,-2 2 0</inkml:trace>
  <inkml:trace contextRef="#ctx0" brushRef="#br0">14502 4800 7892,'7'-6'171,"4"5"-239,-3-3 1,3 2 1249,2 2 0,4 0-475,4 0 0,7 2-246,1 2 1,9 4-169,-1 9 1,5-2-175,-1 5 0,-2 0-30,2 0 1,-4 5 139,-4 0 0,-4 1-487,-8 7 0,-4-4 224,-9 4 1,-3-4-652,-5 4 1,-7-4 339,-5 4 1,-2-5-53,-6 1 1,-5-7 67,-4-1 0,-6-2-127,2 1 0,-3-3-13,-1-9 1,0 3-97,0-2 1,1-4 564,3-1 0,3-2 0,5-2 0</inkml:trace>
  <inkml:trace contextRef="#ctx0" brushRef="#br0">16524 4825 7814,'30'0'0,"-4"1"435,3 3 0,-7-3-47,-1 4 1,-2 1 211,2 3 0,1 2-203,-5 1 1,-5 2 50,-4 2 0,-5 0-114,1 4 1,-2-3-127,-2 3 0,-7-3-154,-6 4 0,-6 1 111,-10 7 1,-3-3-210,-5 3 1,-6-3-5,-2-1 1,-5-2 97,-3-2 1,2-3-25,-3-6 1,4-1-410,5-3 1,-1-2 173,9-6 1,3-6-491,9-2 1,7-8 53,5-5 1,2-2 272,7-2 1,2 0-141,6 0 0,3-4 116,5 0 1,6 0 428,3 5 1,2 4-201,2 4 0,1 2 455,3 2 1,3 5-8,5 3 1,0 2 225,0 2 1,5 6 7,-1 2 0,6 7-204,-2 2 0,-1 6-345,2 2 1,1 0 271,7 4 0,-2-5-330,6-3 0,0-3 108,4-6 0,0-5 223,0-3 0,3-5-219,-3-7 1,-5-6 9,-11-11 1,-3-4 183,-6 0 1,-3-4-91,-5 4 1,-9 2 57,-12 6 0,-5-2-34,1 2 1,-14 3-176,-6 1 0,-13 4 105,-9 0 1,-10 2-649,-10 3 0,-4 3-93,-4 5 1,-4 1 349,31 1 1,-1 0 0,-1 1 0,0 2-499,-5 3 1,1 1 0,-4 0-1,0 2 224,-3 3 1,0 1 586,0 1 0,1 0 0,1 3 0,1 1 0,-1 0 0,0 1 0,1 1 0,-1 2 0</inkml:trace>
  <inkml:trace contextRef="#ctx0" brushRef="#br0">1972 9339 7814,'-6'0'-453,"-5"0"0,15-1 1532,0-4 1,11 3-225,6-7 1,8 5-365,4-4 1,4 4-415,4-4 1,-2-1 11,2-3 0,-2 4-650,-2-1 0,-1 5-249,-3-4-261,-3 5-674,-10-2 1745,-8 5 0,-12 5 0,-7 2 0</inkml:trace>
  <inkml:trace contextRef="#ctx0" brushRef="#br0">2047 9488 7814,'0'8'705,"0"0"-366,0 1 1,5 2 32,4-3 0,7-3-114,5-5 1,8 0-265,4 0 0,8-5 91,5-3 0,-2-5-630,1-3 1,-3 1-196,3-6 0,-5 4 283,2-3 308,-9-1 0,-3-4 0,-5 0 1</inkml:trace>
  <inkml:trace contextRef="#ctx0" brushRef="#br0">2307 9116 7814,'13'-7'0,"-5"-3"342,0 6 0,1-1-23,3 0 1,2 4 88,2-3 0,4 3-142,4 1 0,1 5 93,0 3 1,4 3-189,0 2 0,4 3-1,-4 1 1,0 5-128,-4-1 1,-5 2 135,1 2 0,-7 4-415,-2 0 0,-1 1 141,-7-1 1,-6-2-438,-11 7 0,-5-1 84,-6 4 0,-3-4-45,-2 0 1,2-1-312,-6 1 0,1-3 15,-1-5 789,3 0 0,-1-6 0,0-1 0</inkml:trace>
  <inkml:trace contextRef="#ctx0" brushRef="#br0">3759 9203 7814,'12'12'0,"-5"-4"-1121,-3 0 1251,-2-5 1352,-2 8-132,0-9-475,0 3 98,0-5-272,0 0-498,0-5 125,0 3-291,5-9 0,-2 8 79,5-5-90,0 5 0,5-3 18,-1 1 24,1 4 0,3-4-76,1 5 0,-1 0 66,-3 0 1,0 0-74,4 0 1,-2 0 86,6 0 0,0-2-148,3-2 0,1 1 15,0-5 1,0 4-92,0-4 1,-1 1-2,1-2 0,0 4 87,0 5 1,-6-4-141,-2 0 0,-4 0 73,0 4 1,-6 1 135,-3 3 0,1-1-170,0 5 224,-1 0 0,-4 5-30,0-1 1,0 1 84,0-1 1,0 0-17,0 1 0,0-1-52,0 1 0,-4-1-23,-1 0 1,1 2 8,4 3 0,0-1-120,0 9 0,-4-2 108,0 11 1,0-1-214,4 4 1,-4 6 11,0 2 1,-5 3 15,5 2 0,-4-5 209,4 1 0,0-6-113,4 1 0,0-9 560,0-7-215,0-1-47,0-10-78,0-1 16,5-8 1,-2-5-127,5 0-148,-5-5 0,7-2-618,-6-6 0,1 5-5,-1 0-719,-2-1 1,3-3 1450,-5 0 0,0-1 0,0 1 0</inkml:trace>
  <inkml:trace contextRef="#ctx0" brushRef="#br0">3808 9674 7814,'0'8'110,"0"0"238,0-5 94,0 8-90,0-9 1,2 3 180,2-5 0,3 0-98,5 0 0,1 0-129,-1 0 1,6-1-129,3-3 0,3-2 56,5-2 0,-1-3-437,5 2 1,-4 3 204,4-3 1,-5 2-910,1-1 0,1-2 485,-1 6 1,-4 0-1229,-5 4 1650,-4 0 0,1 6 0,-4 1 0</inkml:trace>
  <inkml:trace contextRef="#ctx0" brushRef="#br0">3796 10021 7814,'-12'11'817,"-1"-3"-73,6 3-220,2-4 1,6 0-83,3-3 1,6-2-169,11-2 0,2-6-229,14-2 0,-2-4 104,6-5 1,2 3-1038,-2-2 0,6 2 564,-1 1 0,-4 2 324,0 3 0,-4-3 0,-1 4 0</inkml:trace>
  <inkml:trace contextRef="#ctx0" brushRef="#br0">5396 9178 8636,'0'-7'3210,"0"1"-2815,-5 23 1,1 5-193,-9 19 1,1 6 4,-13 11 0,2 3-404,7-25 1,-1 2-1,-1-1 1,0 0 299,-1 3 0,1-1 0,-2-1 0,1 0-145,-10 24 0,-3-4-21,7-13 0,3-4-361,10-7 1,5-14-1239,3-7 1244,3-9 0,6 0-317,3-8 1,3-3-71,2-6 804,5-4 0,1-3 0,6-5 0</inkml:trace>
  <inkml:trace contextRef="#ctx0" brushRef="#br0">5347 9265 7814,'12'-13'0,"-1"5"483,-3 0 1,-1 5 72,-3-1 0,2 12 273,2 4 1,2 10-160,-6 3 1,6 6-260,-2 6 1,3 0-143,1 0 1,1 6-49,-1 2 1,-4-1-292,1 2 0,-2-2 103,1 2 1,2-5 27,-6-8 1,1-7 319,-1-5-212,-2-12 0,9 1-5,-3-14 0,-1-8-50,1-9 0,5-5-537,3-7 1,6-2 257,-1-10 0,6-2-1095,2-7 0,6-2 954,-2-6 0,-17 29 0,1-1-34,1 2 0,1-2 1,-1-2-1,0-1-300,4 0 1,1 0 0,-3 5 0,-1 0 100,0 1 1,-1 0 538,14-11 0,-7 2 0,0 11 0,-3 7 0,-6 12 0,-5 13 0</inkml:trace>
  <inkml:trace contextRef="#ctx0" brushRef="#br0">2642 4539 7973,'-5'-11'1151,"-3"3"-1048,2-3 0,1 11 804,5 0 1,1 7-303,3 9 1,4 2-26,9 3 1,-2 2 115,6-2 0,1-2-237,7 2 0,4-4-343,8 3 0,0-5 52,9 2 1,-2-3-329,10-2 1,0-4 253,4 1 0,-5-7-244,-4 3 0,-8-3-4,-8 2 1,-6-1-93,-6 5 1,-5-3-414,-4 3 0,-8 0 278,-3 5 1,-11-1 39,-6 0 0,-6 5 41,-7-1 1,-5 5 392,-4-4 1,-6 5-121,-1-2 0,-6 4 318,2 1 0,-5-1 112,-4 1 1,-2 4-183,-6 0 0,0 0-317,0-4 0,1-2 275,3-2 1,11-3-190,14-6 261,9-5-1208,17-1 1,7-6 477,8 0 0,4 0-566,5 0 0,4 0 255,7 0 0,4 0-999,5 0 1789,1-6 0,4 1 0,4-4 0,2 4 0</inkml:trace>
  <inkml:trace contextRef="#ctx0" brushRef="#br0">3498 5209 7877,'-12'0'2296,"4"0"-1635,-1 0 1,1 0 233,-4 0 0,2 0-362,-2 0 0,1 4 831,-10 0 1,-1 6-674,-7-2 0,-4 0-322,-8 5 1,-9-2-401,-8 10 1,23-13-1,-2 0-449,-1 2 0,-2 1 1,-5-1-1,0 2-374,-2 2 0,-1 1 0,-4-2 1,-1 1 197,-2 3 1,-1-1-1,-4 1 1,0-1-1387,-3 2 0,2 2 2042,2 1 0,2 0 0,1-1 0,0 0 0,2 3 0,-1 0 0,0 0 0</inkml:trace>
  <inkml:trace contextRef="#ctx0" brushRef="#br0">7542 9165 9164,'-12'0'922,"0"4"-862,-1 1 0,-5 6 44,-2 1 0,-5 2-187,-4 6 0,3 1 122,-3 4 0,7 0-28,1 0 0,11-5 96,2 1 1,5-6-231,3 2 1,6-4 38,2 0 1,9-5-32,3 0 0,4-4 80,1 5 0,-1-5 59,1 4 0,-1-4 182,-4 5 1,-2-5-108,-5 4 1,-1-4 59,0 4 1,-3 1-62,-1 3 0,-5 0 60,1 1 0,-8 1-50,-5 2 0,-2-2-138,-1 2 0,0 0-115,-1 0 1,1-2 77,-1 2 0,2-6-737,3-2 316,-3-5-616,10 3 0,-5-8 104,6-2 1000,0-3 0,6-11 0,1-1 0</inkml:trace>
  <inkml:trace contextRef="#ctx0" brushRef="#br0">7828 9364 7894,'0'7'1083,"0"4"0,0-4-417,0 5 1,-4 0 13,0 1 0,-1 3-230,5 1 0,0 4-779,0-5 1,0 1 251,0-5 1,2-1-418,2-3 0,3-2 405,5-6 0,2 0-384,3 0 0,-2-10-111,5-2 1,-3-8-277,4 4 0,-6-6 657,1 1 1,-2-1-41,-2 1 0,-3-2 470,-1 2 1,-5 2-208,1-2 0,1 6 1140,0-1-614,-1 7 244,-4 4-21,0 16 1,-4-1-301,-1 10 0,0 1 83,1 4 0,2 0-137,-2-1 1,3 1-948,1 0 0,0 0 411,0 0 1,0-5-1336,0 1 0,1-2 777,3 2 0,5-5 679,7-7 0,3-4 0,6-5 0</inkml:trace>
  <inkml:trace contextRef="#ctx0" brushRef="#br0">8448 9364 9901,'-5'-7'1190,"2"1"-341,-5 6 0,2 2-331,-6 2 1,2 4 273,-7 9 0,-1 3-303,2 9 0,-2-1-407,1 5 1,8-1 66,-4 1 1,9 1-1074,0-5 0,4-5 103,4-8 1,9-4-468,7-3 1,9-9 81,4-9 1,-1-7 531,1-5 1,-1-2 240,1-2 1,-3-4 432,-5 0 0,5-11 0,2 2 0</inkml:trace>
  <inkml:trace contextRef="#ctx0" brushRef="#br0">8882 8930 7894,'7'-44'717,"0"2"-136,-3 9 332,-2 14-539,3 8 0,-5 16 525,0 4 0,-4 9-348,0 6 0,-6 7 254,2 6 1,-3 1-169,-2 4 1,1-4-239,0 4 1,1 2-778,2 1 0,-2 4 284,3 0 0,-3 1-419,-1-1 1,1 0 477,2-4 1,0-4-1822,5-8 1236,-1-13 1,12-11-16,6-13 1,3-5 38,5-12 1,4-4 193,0-8 1,-2-1 323,2 5 1,0 1 26,-5 7 0,-2 5 252,-1 8 0,-4-2-209,0 6 0,-2 1 331,-3 7 0,-2 9-46,-6 7 0,0 4 539,0 1 1,-6 5-184,-2 3 0,-3-1 179,-2 1 1,2-7-871,3-1 1,-1-2 85,4-6 1,3-6-800,6-7 0,3-4 518,5-4 1,6-9-1670,3-7 0,6-9 875,2-4 1,4-5 1046,-4-3 0,11-3 0,-1-6 0</inkml:trace>
  <inkml:trace contextRef="#ctx0" brushRef="#br0">9465 8954 10459,'0'14'1933,"0"3"1,-1 3-1289,-3 9 0,1 4-246,-5 9 1,4 3-456,-5 9 1,1 3-236,-4 5 0,1-2-184,2-2 0,4-8 393,5-9 1,0-12-35,0-4 1,5-14-152,4-3 1,-1-7 63,4-5 1,-2-4-787,7-9 0,-5 2 412,-4-5 0,-2 5-650,-6-2 1,0-1 814,0 2 0,-10-5-18,-2 4 1,-9-1 429,0 2 0,-8-3 0,-4-6 0,2 5 0,-3 4 0,8 2 0,1 2 0,2 3 583,7 1-490,-1 5 0,11-2 856,6 5 0,7 0-322,10 0 0,8 0-125,8 0 1,8 0 38,5 0 0,2-6-215,1-2 0,1-3-2199,0-1 0,-1-1 601,1 1 1272,0 0 0,-5 1 0,1-1 0,-2 3 0,-4-1 0,-5 2 0</inkml:trace>
  <inkml:trace contextRef="#ctx0" brushRef="#br0">10346 9711 7763,'8'11'0,"1"-3"0,-7 3 657,3-2 0,-4 2-521,-1 1 0,0 6-668,0 3 1,-10-1-38,-2 5 0,-10-1 17,-3 9 0,-5 0 552,-8 4 0,1 6 0,0 1 0</inkml:trace>
  <inkml:trace contextRef="#ctx0" brushRef="#br0">11351 9265 7746,'0'-13'0,"0"1"0,0-1 0,0 5 1393,0 0-658,0 5 1,1-2-307,3 5 0,3 9-130,6 4 1,-5 11-99,0 1 1,1 8 63,3 0 0,-4 7-52,0 2 1,-3-1-182,3-4 0,-1-1 66,1-3 0,2-4-61,-6-8 0,5-5-145,0-7 1,2-5 76,1-8 1,6-9-500,3-8 1,-2-3 291,2-5 1,-6-2-79,1-2 0,0 2 37,0 2 0,-6 8 56,2 0 1,-6 10 195,2 3 1,-4 7 193,4 1 0,-3 7 339,3 9 0,-5 2-306,1 3 1,-2 2 386,3-2 0,-4 1-228,3-2 1,-3-2 90,-1-5 0,6-2-98,2-3 0,-1-2-302,1-6 1,2-11-363,7-6 1,-2-6-633,5-6 0,0 1-865,0-5 1,4-1 852,-3-8 0,1-2 956,-2-5 0,4-7 0,-5 0 0</inkml:trace>
  <inkml:trace contextRef="#ctx0" brushRef="#br0">12244 8682 7746,'19'-6'3023,"-1"5"-2619,-5-5 0,-6 8-148,-3 2 0,-3 8 682,-1 9 1,-1 8-417,-3 4 0,1 8 250,-5 5 1,-1 3-408,-3 5 0,0 1-116,-1 3 1,1 1-756,-1-5 1,1-2 413,-1-6 1,5-5-1737,0-8 1468,5-2 0,3-18-556,8-4 1,8-9 325,0-9 0,5-6 103,-5-14 1,6 2 181,-1-6 1,-3 6 348,-1 3 0,-4 6 250,0 9 0,-1 0-273,1 5 0,-2 1 818,-3 7 0,-1 4-466,-3 9 0,-3-2 462,3 6 1,-1-2-300,1 2 0,-2 2-165,2-2 1,-3-2-390,-1 2 1,0-6-302,0 1 0,0-6-137,0-2 1,2-5 175,2 1-1454,-3-2 0,10-2 724,-3 0 0,-1-6 1010,2-2 0,-1-3 0,4-2 0</inkml:trace>
  <inkml:trace contextRef="#ctx0" brushRef="#br0">12666 9314 7746,'0'13'2127,"0"-5"-1262,0 0 0,1-1-359,3 1 0,-2-1 278,2-3 1,3-2-514,1 2 0,4-3-425,5-1 1,2-9-879,6-4 1,0-8 627,0 1 0,0-8-100,-1-1 1,-4 2 271,-4 6 1,-3-2-97,-5 2 1,2 3-18,-6 2 1,-6 3 764,-6 5 1,-9 2-24,-3 6 1,-2 2 262,1 2 0,-2 4 245,2 9 0,-1 6-374,1 6 0,3 4-57,6-4 1,0 5-106,-1 0 0,2 1-685,3 3 1,2-7 257,6-2 1,2-8-1299,2-5 0,4-7 189,9-5 1,6-10-269,6-6 0,4-6 713,-4-7 0,4-5 722,-4-3 0,6-3 0,-4-1 0</inkml:trace>
  <inkml:trace contextRef="#ctx0" brushRef="#br0">13075 9215 7746,'7'5'0,"-3"4"0,-2-2 1323,-2 1 1,4 0-242,0 5 1,-1 3 68,-7 1 1,-3 3 125,-6-3 0,5 4-651,0-5 1,4 1-807,-5-5 237,7 0 0,-3-5-668,10-3 0,3-9 462,8-8 1,0-4-219,4-8 1,2 0-80,7 0 0,-3 0-506,3 1 0,-4 4 548,-4 4 1,1 3-7,-6 5 765,6 3 0,-9 10-304,-1 3 1,-3 9 239,-5 4 0,-3 2-158,3 2 1,-2 0-216,-2-1 1,0 1-544,0 0 1,-2 0-1969,-2 0 2593,3-1 0,-10 1 0,4 0 0</inkml:trace>
  <inkml:trace contextRef="#ctx0" brushRef="#br0">14390 8682 7746,'9'-21'50,"-1"0"1,-4 6 586,4-1 0,-4 3-206,5 5 1,-1 2 368,4 6 1,1 7-298,-1 6 0,-1 10 85,-3 10 1,-2 10-119,-6 7 1,0 5-149,0 7 1,-1 4-181,-4 0 1,2-31 0,-1 0-9,-8 31 0,6-30 0,0-1-695,-7 31 1,1-1 407,-1-8 0,1-1-431,0-7 1,-1-6 283,1-6 1,5-7-2664,3-9 1852,2-8 1,8-9-620,2-8 1730,3-9 0,7-6 0,1-6 0</inkml:trace>
  <inkml:trace contextRef="#ctx0" brushRef="#br0">14787 9004 7746,'0'-12'1424,"0"-1"-447,0 1-602,0-1 1,6 7 111,2 1 1,3 5 342,1 5 0,1 4-161,-1 12 1,5 1-256,-1 11 0,2 1-584,-1 8 0,-3-8 159,2 3 1,-1-3-654,2-1 0,-3-2 501,2-2 1,2-8-525,-1 0 0,-1-8-167,-3-4 0,4-4-418,4-5 1,-3-8-161,-1-9 1432,2-2 0,0-22 0,6 2 0</inkml:trace>
  <inkml:trace contextRef="#ctx0" brushRef="#br0">15271 8892 7746,'-25'13'0,"0"1"720,1 2 1,-3 3-340,-2 6 0,1 6 616,-10 2 1,2 7-442,-9 1 1,5 4-23,-1-3 1,3 2-125,5-7 0,9-2-849,7-11 0,9-3-1229,4 0 0,2-6 974,2 1 1,2-7-236,2-5 0,3-3 929,5-1 0,0-11 0,1-3 0</inkml:trace>
  <inkml:trace contextRef="#ctx0" brushRef="#br0">15494 8595 7746,'7'5'0,"4"-3"0,-9 9 1079,2-3 0,-3 4 23,-1 5 1,-5 4 235,-4 8 1,-2 4-353,-1 8 0,0 4-464,-1 9 1,5 7-650,0 5 1,1 1 327,-2 0 0,4 0-912,5 3 0,0 1 490,0-9 1,0-9-1255,0-11 0,3-9-1111,5-4 1,0-8 579,9-5 2006,-9-8 0,3-8 0,-4-7 0</inkml:trace>
  <inkml:trace contextRef="#ctx0" brushRef="#br0">16090 8868 7746,'-9'0'2073,"1"0"1,4 0-1625,-4 0 1,5 5 113,-1 3 1,3 5 291,1 3 1,5 0-393,3 4 1,9-3-144,4 3 0,8-3-274,4 4 1,2-5 115,3 5 1,4-6-202,4 2 1,1 0 87,-2 0 1,-2 0-297,-6-5 1,-5 0 17,-3 1 0,-10-1 16,-7 1 0,-5 0-263,-7 4 1,-11 2 182,-5 6 1,-16 0-127,-5 0 0,-9-1 100,1 1 1,-3 3-1,-2-3 1,-4 2 162,1-6 1,-1-3-275,4-2 0,2-3-247,2-5 1,5-3 260,8-5 0,8-1-1747,9-3 2163,7-3 0,4-4 0,5 3 0,0 2 0</inkml:trace>
  <inkml:trace contextRef="#ctx0" brushRef="#br0">17095 8892 7746,'1'-15'991,"3"3"1,-3-3 516,4 6-794,-4 4 0,-1 6 486,0 12 0,-7 7-561,-5 14 0,-2 5 383,-7 15 1,1-1-480,-5 4 1,-1 1-378,-3 4 1,2 0 102,-2 0 1,5-7-694,3-5 1,4-7 68,9-10 0,3-4-2285,5-9 1408,0-7 1,5-9-777,3-8 1,5-4 458,3-9 0,-2-2 1034,3-6 0,-5-4 766,-4 0 1,3-5-252,-2 1 0,2-3 0,1-1 0</inkml:trace>
  <inkml:trace contextRef="#ctx0" brushRef="#br0">17020 9103 7746,'13'-30'582,"-1"5"1,-4 2-154,1 6 1,-5 6 1322,4 7-1241,0 3 0,5 8 419,-1 5 0,-4 7-422,1 10 1,-7-1 175,2 5 0,2 1-246,-2 8 1,0-4 336,-4 4 0,0-5-375,0-4 0,0 1-194,0-5 0,0-5-93,0-8-6,6-2 0,5-14-158,5-8 0,8-12 106,1-13 0,6-1-1088,11-12 0,-2-3 507,-18 22 0,1 0 1,-2-2-1,1-1 49,3 1 1,-1 0-1,18-28-372,-19 29 0,-1-1 1,-1-1-1,-2 0 417,0-2 0,-1-2 0,1 1 0,-2 0-913,0 0 0,-1 0 1345,9-28 0,0 7 0,-6 4 0,-4 3 0,-2 4 0,-5 2 0</inkml:trace>
  <inkml:trace contextRef="#ctx0" brushRef="#br0">4069 11075 7746,'-7'-8'415,"3"0"0,3 4-55,1-5 0,-2 7 303,-2-3 0,3 5-244,-3 5 1,2 3-80,2 8 1,0 9-83,0 8 0,2 9-16,2 3 1,-3 5-303,3 3 0,-2 5-139,-2 8 1,-2 3-159,0-31 1,0-1 0,1 26 165,-3-5 0,2-8-571,2-9 1,2-7 330,2-13 1,3-8-628,5-9 1,2-4 35,2-4 1022,-2-3 0,4-11 0,-6-2 0</inkml:trace>
  <inkml:trace contextRef="#ctx0" brushRef="#br0">4305 11286 7746,'8'-1'1649,"0"-3"-1519,-5 2 0,8-3 291,-3 5 1,3 5 301,2 4 0,0 8-37,4 8 1,-3 1-258,2 7 0,4 5-519,0 3 0,-2 5 118,-1-5 0,-2 0-762,1-4 1,-2-5 534,3-3 0,-2-10-797,2-6 1,-2-8 191,5-9 0,1-8-1,4-9 0,-4-7 805,-1 0 0,-5-7 0,3 3 0</inkml:trace>
  <inkml:trace contextRef="#ctx0" brushRef="#br0">4788 11249 7746,'-8'8'683,"0"0"1,0-3-319,-5 3 1,-3 2-117,-1 6 0,-6 3 429,-2 6 0,-4 5-245,-4 4 0,-3 5-464,3 3 0,1 3 193,-1-3 0,11-2-765,1-7 1,10-9-40,3-7 1,5-3-473,-1-2 1,4-5 209,4-3 1,-1-4 903,5-4 0,1-8 0,3-8 0</inkml:trace>
  <inkml:trace contextRef="#ctx0" brushRef="#br0">4987 11150 9504,'0'-7'2850,"0"3"-2322,0 8 1,0 3-53,0 5 0,0 10-130,0 3 0,0 12-238,0 0 1,0 9 92,0-1 0,0 8-164,0 0 1,-1 3-467,-4-3 0,4-7-377,-3-1 0,3-12-677,1-8 1,5-7 658,3-10 1,8-2-286,0-6 1,2-11 1108,-1-6 0,-4-5 0,5-3 0</inkml:trace>
  <inkml:trace contextRef="#ctx0" brushRef="#br0">5173 11013 7746,'0'-18'1127,"0"5"-563,0-4 91,0 3 1,0 2 1212,0-1-895,6 7-726,0 0-33,7 6 0,-2 6-304,-3 2 1,-2 7 128,-6 2 1,0 0-359,0 0 0,0-3 237,0 2 0,0-2-882,0-2 658,0 1 0,1-6 71,3-3 0,-1-3-38,5-1 0,0-1 93,5-3 0,-1-2 172,1-2 1,-1-2-84,1 6 1,-1-4 214,0 4 1,1 0-42,-1 4 1,1 0 92,-1 0 1,-4 1-107,0 3 0,-5 3-126,1 5 1,2 1-629,-2-1 1,0 1 347,-4-1 0,0 1-347,0-1 1,0 0 682,0 1 0,-5 5 0,-2 1 0</inkml:trace>
  <inkml:trace contextRef="#ctx0" brushRef="#br0">5719 11447 7787,'-13'-5'0,"1"3"3742,0-2-2919,5-3 1,3 6-720,8-3 1,8-2 246,9 2 0,2 0-96,2 4 1,5 0-827,3 0 1,3 4 364,2 0 0,-5 5-1200,0-5 1,0 5 424,4 0 1,0-2 980,0 1 0,1-5 0,-1 2 0</inkml:trace>
  <inkml:trace contextRef="#ctx0" brushRef="#br0">7096 11088 7762,'-6'-13'396,"-2"1"1,-2-1-63,2 1 0,-3 4 111,3 0 0,1 5-72,-1-1 0,-2 4 141,-6 4 1,2 8-125,-3 9 0,3 8 72,2 4 0,1 8-70,3 5 1,-2 2-29,6 2 1,0 5-664,4 3 0,0-2 326,0 2 0,1-4-260,3 4 0,-1-6 131,5 2 1,1-9-1067,3-4 1,0-9 543,1-7 0,5-6-633,2-6 1,5-6 134,4-3 1122,-3-3 0,7-4 0,1-5 0,4-6 0</inkml:trace>
  <inkml:trace contextRef="#ctx0" brushRef="#br0">7629 11261 7762,'13'0'878,"-1"0"1,2 0-225,2 0 1,9-4 129,8 0 0,3-4-148,1 4 0,1-6-255,-1 2 1,4 1-644,1-1 1,-5-1 220,-4-3 0,-3 4-1263,-1-1 0,-1 7 135,-12-3-434,1 4 1603,-10 1 0,-13 6 0,-8 1 0</inkml:trace>
  <inkml:trace contextRef="#ctx0" brushRef="#br0">7803 11323 7762,'-12'13'0,"1"-5"638,2 0 195,-2-5 0,10 4-7,-3-3 0,9-3-345,8 4 0,0-4-175,8-1 0,-4 0-103,3 0 0,-5 0-523,2 0 0,-5 1 253,-3 3-341,2 3 0,-10 10 186,3-1 0,-8 6-160,-4-1 1,-9 8 31,-3 4 0,-2-1 47,1 1 0,-1-1 275,5 1 0,2 0-5,7-8 1,2-3 43,6-10 0,11-1-50,6-3 1,10-2-84,7-6 1,3-2-63,4-2 0,2-3-228,2-5 1,6 0-89,-5-1 1,-1 5 499,-7 0 0,-1-6 0,0-5 0</inkml:trace>
  <inkml:trace contextRef="#ctx0" brushRef="#br0">9081 11485 8335,'0'-7'1462,"0"1"-626,0 1-1419,0 3 0,1-7 298,3 4 0,3 1-322,6 4 1,-1 0 257,0 0 0,5 0-132,-1 0 0,8 4 481,1 1 0,5 4 0,7-2 0</inkml:trace>
  <inkml:trace contextRef="#ctx0" brushRef="#br0">9825 11497 7762,'7'0'1698,"-2"-1"-665,-5-4-490,0 4 1,5-6 239,-1 3-907,0 3 1,0-6 175,0 3 0,6 2-1006,-2-2 1,3-1 292,1 0 661,6 1 0,7-1 0,7-2 0</inkml:trace>
  <inkml:trace contextRef="#ctx0" brushRef="#br0">10966 11150 7796,'13'0'2388,"-1"0"-2028,1 0 1,3 1-179,1 3 0,3 7 62,-3 6 1,1 5-85,-2-1 0,2 6 102,3 2 0,-3 5-86,-6 0 0,-1 1-241,-2 3 0,-4-1-101,-5 0 0,-5-1-104,-4-3 0,-7 3-579,-5-3 0,-8 1 416,-4-1 1,-4-2-707,-5-7 1,1 1-707,-9 0 1845,-2-6 0,-10 5 0,0-5 0</inkml:trace>
  <inkml:trace contextRef="#ctx0" brushRef="#br0">11996 11249 7789,'-7'-6'249,"3"-2"0,3 1 90,1-1 487,0 5 0,1-2-330,3 5 1,4 1 22,9 3 0,2 7-161,6 6 1,1 5 179,3-1 0,-1 2-140,5 2 0,4 4-57,4 0 1,1-2-265,-5-6 0,4 1 57,1-6 0,-1 1-321,-4-5 1,-5-5 195,-3-3 1,-3 2-167,-1-2 1,-7 2 96,-6-2 0,-5-2-566,-7 7 1,-11 3 176,-5 5 0,-12 3 97,-5-3 1,-7 5 169,-1-1 0,-6 1-24,1-2 0,-2 2-275,-2-5 0,6-1 119,3-3 1,6-5-690,2 0 0,7-5 82,1 1 969,12-2 0,2-8 0,4-1 0</inkml:trace>
  <inkml:trace contextRef="#ctx0" brushRef="#br0">14167 11162 7789,'4'-12'994,"0"-1"1,0 1-376,-4 0 1,0 3-238,0 1 1,0 0 584,0-5 0,-7 5-421,-5 0 1,-7 5-177,-10-1 0,-3 9-126,-5 8 0,-10 6-241,-3 10 0,-12 4-210,31-13 1,0 1 0,-1 1 0,1 1 284,2 1 0,0 1 0,-1 2 0,1 1-9,1 1 1,2 0-1,0 1 1,1 1-103,3-1 1,3 2 0,-12 30-173,15 0 0,3-6 113,5-2 1,8-6-170,8-6 0,10-8 154,7-13 0,10-3-240,6-6 0,10-5-37,-1-3 0,2-3-325,-2-1 0,3 0-1266,1 0 1,3-4 1974,-8 0 0,4-3 0,-11 2 0,-2-3 0,-4-1 0</inkml:trace>
  <inkml:trace contextRef="#ctx0" brushRef="#br0">2915 8396 7789,'-8'-24'-44,"0"-1"0,5 5 1576,-3 3-495,6 10-91,0 1-603,0 23 0,0-1 227,0 17 1,6 0-189,2 5 0,-1 0 43,1 4 0,1-1-153,3 8 0,0-6-70,1 7 0,-1-7-366,1 2 1,-1-1 190,1 2 1,-1-4-204,0-5 0,-1-6 159,-2-6 1,0-6-178,-5-7 60,6 1 1,-9-8 199,4-5 0,0-7-6,-1-9 1,6-5 70,-2-8 1,3-8-370,2-8 1,4-5 120,4-4 1,-2 3-511,2-3 0,-4 3 357,3 2 0,-3 2-667,4 6 1,-6 6 392,1 15 1,-6 7-45,-2 9 0,-4 3-457,5 1 1,-7 1 1044,2 3 0,-8 9 0,-3 6 0</inkml:trace>
  <inkml:trace contextRef="#ctx0" brushRef="#br0">3039 8669 7789,'-7'-5'1836,"2"3"-1138,5-3 1,0 3-259,0-2 1,5 2-301,4-7 0,2 2 42,1-1 0,6-3-1016,3 3 1,2 1-37,2-1 0,0 5 870,0-1 0,-1-3 0,1 0 0</inkml:trace>
  <inkml:trace contextRef="#ctx0" brushRef="#br0">4292 8458 7702,'0'-18'2120,"0"5"-1643,0-4 0,-4-1-226,0 2 1,-2 1-124,2 6 1,2 0 336,-7 5 1,0-1-103,-8 5 0,2 2-25,-6 2 0,5 8-247,-5 9 1,0 4 87,-3 4 1,-5 2-88,0 7 1,0 0 106,4 4 1,6-3-534,2 7 0,5-2 222,3 2 0,4-5-228,5-8 0,12-4 177,9-8 1,13-5-511,12-8 1,4-3-590,3-10 1,4-2-926,5-5 2187,5 0 0,-6-3 0,5-1 0,-32 9 0,1-1 0,1 0 0,0 0 0</inkml:trace>
  <inkml:trace contextRef="#ctx0" brushRef="#br0">2394 13866 7702,'-23'0'235,"2"0"0,0-2 1219,9-2-968,-3 3 1,15-6 110,0 3 1,8 1-105,13-5 0,5 5 83,11-1 0,7 1-454,6-1 1,1 3 26,7-3 1,-6 2-739,2 2 1,-7 0 508,-2 0 1,-1 0-1180,2 0 1,-5 6-20,-8 2-48,-2 3 0,-13 6 1326,-6-1 0,-22 1 0,-10-5 0</inkml:trace>
  <inkml:trace contextRef="#ctx0" brushRef="#br0">2506 14114 7702,'-24'4'0,"4"0"30,2 0 1,12 0 472,6 1 1,13 0 489,12-1 1,6-2-475,11 2 0,3-3-113,9-1 1,2 0-315,6 0 0,3-1-452,-3-3 0,2-7 278,-11-6 0,-4-1-916,-8 2 1,0-2 115,-3-3 1,-11-2 881,-14 2 0,-1-8 0,-5-3 0</inkml:trace>
  <inkml:trace contextRef="#ctx0" brushRef="#br0">3077 13618 7702,'-20'-21'468,"4"0"0,7 6 116,5-1 0,10 3-200,6 5 0,6 1 19,7 3 1,7 3-100,5-3 0,0 8-11,4 4 1,-1 4-85,2 5 0,-2 4-484,5 7 1,-10 3 46,-2 2 0,-7 3-83,-5-3 1,-9 3-151,-8 1 0,-5 0 217,-7 0 0,-8 0-15,-13 1 0,-4-1-5,-8 0 1,2 0-59,-2 0 0,4-3 140,4-1 1,-2-4 181,6 4 0,-4-6 0,7 2 0,7-3 0,6-1 0</inkml:trace>
  <inkml:trace contextRef="#ctx0" brushRef="#br0">4441 13779 7702,'-12'-12'204,"-1"-1"1,2 5 4,3 0 0,-2 4 548,6-5-250,0 7-226,4-4 0,1 6-72,4 0 0,6 0 96,5 0 0,1 4-5,-5 0 1,6 2-61,3-2 0,-2-3-225,2 3 1,-1-2 96,5-2 1,4-4-346,0 0 1,4-6 179,-4 2 1,6 1-133,-2-2 1,1 3 104,-1-3 1,-2 4-361,-7 5 1,0 7 165,-4 5 0,-3 7 58,-9 10 1,-2 4 343,-6 9 1,-2 7-93,-2 9 0,-3 3-238,-5 1 0,0 0 223,-1 0 0,1-1 32,-1-4 1,5 0-14,0-12 0,4-5-9,-5-15 0,7-4-678,-3-1 277,4-4-961,1-4 557,0-6 444,0-6 0,4-7 330,0-6 0,1-1 0,-5-6 0,-12-1 0,-1-4 0</inkml:trace>
  <inkml:trace contextRef="#ctx0" brushRef="#br0">4578 14275 7702,'-13'0'697,"2"-1"-549,3-3 897,2-3 0,17-6-445,6 1 1,6 4-470,6-1 0,3 2-20,5-1 0,-4-1-165,0 4 1,0-3-1018,5 4 0,-7 0 600,-2 4 1,-4 1-657,-4 3 0,-9 3 1127,-8 6 0,-8 5 0,-3 1 0</inkml:trace>
  <inkml:trace contextRef="#ctx0" brushRef="#br0">4565 14573 7702,'-5'7'-374,"2"4"262,-5-3 1,5-1 740,-1 1 0,8-4-192,4 4 0,6-5 105,7 1 0,2-2-480,14-2 0,-1-2 12,10-2 1,0-3-318,8-5 1,0-6-60,8-3 0,-7 2 302,7-2 0,-3 1 0,3-5 0</inkml:trace>
  <inkml:trace contextRef="#ctx0" brushRef="#br0">5806 13767 7702,'-13'0'1812,"2"5"-952,3 3 1,-3 13-371,3 4 1,-7 13-148,-2 4 0,-1 10-122,2 6 1,-4 7-506,8-32 1,-1 0-1,-10 33 428,2-4 0,3-5-722,6-4 1,5-10 14,3-10 1,4-9-611,4-16 1,3-10 209,5-10 0,6-7 550,3-10 0,2-7 253,2-5 0,-1-5 160,-4 5 0,2-5 0,-5 5 0,-1 0 0,-3 3 0,-5-3 101,0 0 1,-1-3 185,2 6 1,-4 1 1467,-5 12-552,0 3 0,4 17-721,0 5 1,5 16-237,-5 13 1,5 7-38,0 6 0,0 2-84,0 5 0,0 1 84,-5-1 0,5 1 43,-5 0 1,1-2-155,-1-3 0,-1-7-129,5-9 1,1-10 250,3-7 0,2-9-91,2-15 1,4-10-427,5-20 0,4-7 195,-1-9 1,7-2-1034,-2 3 0,-1-3 738,1 7 1,-4-7-822,4 2 1218,-11 3 0,3 0 0,-9 6 0,5-1 0,2 0 0</inkml:trace>
  <inkml:trace contextRef="#ctx0" brushRef="#br0">7530 14163 7702,'-21'-35'724,"1"2"0,5 2-239,-2 6 0,3 2-95,2 2 1,-1 9-194,1 8 0,0 9-205,-1 8 0,-3 10 42,-1 10 0,1 3 2,3 1 0,2-1 32,3-3 0,2 2-95,6-6 1,7-2 192,6-6 1,6-3-130,10-6 1,4-5 16,8-3 0,2-1 5,3 1 1,-1-3 25,-8 4 1,2 1 63,-10 3 1,-2 2-4,-6 1 1,-4 5 159,-9-1 1,-3 6-351,-5-1 1,-7-2-425,-5 2 1,-6-2 369,-7 2 0,-1 1-44,-3-6 1,7-5 131,-3-6 0,7-4-258,-2-1 1,9-1 124,-2-4 0,9-3-843,0-8 1,4 0-249,4-4 0,7-2 1234,6-7 0,5 3 0,-3-5 0</inkml:trace>
  <inkml:trace contextRef="#ctx0" brushRef="#br0">7939 14250 7702,'7'6'569,"-1"-2"142,-6 8 1,0-1 113,0 10 1,-2 1-331,-2 7 1,-3-1-180,-5 5 1,4-6-120,-1 2 0,7-4-553,-2-4 1,4-3 207,4-6 0,4-5 44,9-3 1,2-8-91,6-4 1,1-13-355,3-4 0,-3-8-34,3 0 1,-3-1 183,-1 0 1,-4 0 29,-1 5 1,-6 1 161,-2 8 0,-1 2 579,-6 5-218,-1 7 0,-8 3 83,-1 11 0,-4 2 441,1 10 0,1 1-310,-2 4 0,7 0-4,-2 0 1,2-2-36,2-2 1,0 1-676,0-6 0,0 1 251,0-5 1,2 1-976,2-1 1,3-1 110,5-3 958,0-2 0,6-6 0,2 0 0</inkml:trace>
  <inkml:trace contextRef="#ctx0" brushRef="#br0">8647 14238 7760,'-13'-7'0,"1"0"501,-1 3 1,0 3-193,-4-4 1,2 10 645,-6 3 0,6 10-281,-2 7 0,0 1-58,0 7 0,0 0-324,5 4 0,1 0-90,3 1 1,2-7-557,6-2 1,2-8 284,2-5 0,7-7-59,5-5 0,8-11 128,1-10 1,2-7-1178,10-14 0,-6 1 89,6 0 1,-3-2-271,4-2 1,-5 1 966,0-5 1,-2 3 390,3-3 0,0-2-205,-5-7 0,0 0 205,-4-8 0,-6 9 0,-2-5 0,-5 12 0,-4 9 642,-2 11 1,-6 16 155,0 14 1,-2 9 400,-2 12 1,-3 5-538,-5 3 1,-1 7-22,1 1 1,0 5 93,-1-5 0,2 6-285,3-2 1,-3-3-689,3-5 0,2-1 315,2-7 0,3 0-397,1-4 1,7-8 122,5-4 0,7-8-628,10-9 1,3-12-260,5-9 1,0-7 462,1 3 0,-5-2 586,0 6 1,-6 3-36,2 9 1,-8 6 672,-5 3 0,-7 6-468,-5 6 0,-3 2 1033,-1 10 1,-4 1-477,0 4 0,-4-1-185,4 1 1,-5-1-560,5-4 0,0 2 95,4-5 0,0 4-1242,0-5 0,0 5 703,0-5 1,6 1-2644,2-5 3139,3 1 0,1 5 0,1 1 0</inkml:trace>
  <inkml:trace contextRef="#ctx0" brushRef="#br0">10135 14312 9528,'19'-5'1218,"6"-3"1,11-3-914,10-2 1,10-1-375,2-2 1,5-2-1332,-5-3 0,-3-6 1154,-1 2 0,0-4-853,-4 0 0,-9 3 751,-12-3 1,-8 1 347,-5-1 0,-8 3 0,-2-4 0</inkml:trace>
  <inkml:trace contextRef="#ctx0" brushRef="#br0">10656 13829 7774,'-19'-7'313,"2"3"1,4 2-44,0 2 0,1 11 307,-1 6 0,1 12-143,0 8 0,-1 8-3,1 13 1,3 2-345,5-25 1,0 0-1,1 28 268,-1-1 0,3-5-957,1-8 1,5-9 542,4-3 0,7-19-831,5-5 1,8-16 466,4-9 0,8-12-534,5-9 1,1-8-5,-2-5 0,2-6 961,-6-2 0,-19 24 0,-1 0 0,0-1 0,-1 0 0,14-31 0,-14 29 0,0 1 0,8-27 0,0-1 0,-2 2 0</inkml:trace>
  <inkml:trace contextRef="#ctx0" brushRef="#br0">11078 13630 7774,'-6'-36'170,"-2"3"0,-3 8 311,-1 9 1,4 10 247,-1 11 0,5 10-277,-4 18 1,4 3-70,-5 13 0,5-2-139,-4 7 0,1-2 65,-1 2 0,-2 0 53,6 8 0,-4-9-659,4 5 0,0-5 276,4-4 0,1-6-739,3-6 0,4-12 209,9-13 0,4-6-74,7-10 1,4-6-55,5-11 0,-1-1 214,-3-11 1,2 2 180,-6-2 1,-2 4 79,-6 8 0,-3 9 652,-6 7-314,1 4 1,-8 8 550,-5 5 1,-5 6-109,-8 7 1,-3 4 231,-1 0 0,-1 0-396,2-4 0,6-2 215,-2-2-705,8-3 0,-1-11 97,10-3 0,3-14-88,8-6 0,9-12 41,8-5 1,7-8-738,2-5 1,3-2 142,-4-2 1,-17 23-1,-1-1 354,0 0 0,0-2 1,-2-2-1,1-1 38,-1 1 0,-1-2 1,-3 2-1,-1 0-117,13-26 1,-10 4 599,-6 8-280,-1 9 1,-12 18 356,0 11 0,-1 16-42,-8 9 0,5 11 659,-4 10 1,5 4-244,-1 8 1,-1 1 86,0 3 1,1 1-355,4 3 1,0-3-182,0-6 0,6 1-957,2 0 1,3-2 485,1-3 1,1-7-153,-1-9 1,1-9-380,-1-3-233,-5-3 446,-1-8 1,-8-1-78,-2-10 0,-7-1 380,-6-7 1,-9 2 125,1 3 1,-8-5 447,0 1 0,-3 0-268,-1-5 0,0-2 412,0-2 1,0 3-94,-1 2 0,12 2 677,5 1-559,12 1 1,6 4 282,11 0 0,13 3-634,16-3 0,11 3 18,10-8 1,9 4-705,-32 1 0,0-1 1,1 0-1,1 0 424,0 1 0,0 0 0,1-1 0,-1 0 99,0 0 0,0 1 0,-2 2 0,0 1 0,1-2 0,-1 0 0,1 1 0,-1 1 0,2 1 0,0 0 0</inkml:trace>
  <inkml:trace contextRef="#ctx0" brushRef="#br0">13187 13953 7782,'-4'-13'590,"0"1"474,-6-1 0,10 9-598,0 8 0,1 10-71,8 15 1,-2 4-363,1 9 0,-1 0 49,-3 4 1,-3 1-110,3-6 0,3-5 109,2-7 1,2-10-444,1-7 1,6-5 190,3-7 0,6-11 10,2-5 1,6-13-70,-2-8 1,1-1 110,-1-3 0,-7 8 228,-5 4 0,-6 8-99,2 5 224,-9 8 0,-3 13-68,-5 12 1,0 10 44,0 6 0,-5 3-34,-3 1 1,1-1 50,-1-3 0,5-2 24,-1-7 0,4-10 35,4-6 1,8-8-586,9-8 0,12-13 187,4-16 1,10-6-752,3-6 0,-26 22 0,1-1 376,2-1 1,0 0 0,-1-2 0,-1 0-102,0-2 0,0 0 0,-5 1 0,0 0 586,-1 0 0,-1-2 0,-1 0 0,-1-1 0,0 2 0,-2-1 0,7-31 0,-9 4 0</inkml:trace>
  <inkml:trace contextRef="#ctx0" brushRef="#br0">14241 13171 7782,'0'9'1327,"0"-1"1,0 6-595,0 6 0,0 11-68,0 6 1,-1 12-144,-3 13 1,1 6-609,-1-31 0,0 0 0,2 0 0,0-1-182,-2 0 0,-1-1 1,1 34 175,-4-3 0,4-8-553,-4-1 1,5-10 494,-1-5 1,2-9-764,2-4 1,2-6 320,2-6 0,3-6 204,5-11 1,1-3 319,-1-5 0,-1-1 511,-3-7-74,3 2-20,-4 2 356,0 5 0,0 1-344,-3 6 1,-3 2 394,4 2-638,2-3 1,-1 5-280,7-6 0,-1-4 62,1-1 0,-1-4-161,0 0 0,1-2-201,-1-1 0,1 0 172,-1-1 0,0 5 395,1 0 0,-5 5-165,0-1 0,-3 8 967,3 4 0,-5 5-243,1 3 1,-3 2 67,-1 3 0,0 1-923,0-6 1,6 5 181,2-4 0,3-6-203,1-7 1,2 1 214,3-1 1,2-5-982,6-7 0,0-3 431,-1-2 0,1-1-1783,0-2 2329,-6 2 0,5-9 0,-5 3 0</inkml:trace>
  <inkml:trace contextRef="#ctx0" brushRef="#br0">14762 14027 7834,'-8'12'10,"0"1"0,1-1 229,-1 1 0,2 0 987,6 4-810,0-3 0,10 2-139,2-7 1,9-5-201,0-8 0,3-6 84,5-11 0,-1-1-238,5-11 1,0-1 93,4-8 0,-5 4 3,-3-4 0,-3 5 57,-1 4 0,-7 3 36,-6 5-127,-5 6 0,-15 2 84,-9 9 0,-3 13 230,-13 12 0,0 11-76,-5 5 0,1 7 60,0 1 1,5 4-86,3-3 1,4-1-549,5-4 0,7-5-84,9-3 0,10-6-357,6-6 0,12-6 213,9-11 1,9-11 196,8-6 0,1-10-509,7-6 1,-6-3 504,2-1 0,-7-1 308,-2 1 1,-6 0-19,-2 0 1,-7 11 791,-9 5-109,-3 6 1,-11 11 697,-3 8 0,-8 8-148,-4 13 1,-5 4-455,-3 0 0,1 5 209,-6-1 0,6 3-520,-2 1 1,5-5-193,4-3 1,-2-3 27,6-1 0,1-6-902,7-2 0,9-5-168,7-3-1,5-4-757,4-5 1,-1 0 1617,5 0 0,0-5 0,4-2 0</inkml:trace>
  <inkml:trace contextRef="#ctx0" brushRef="#br0">16896 13345 7713,'0'8'1251,"0"0"1,0-2-929,0 6 1,4 5-102,0 12 1,2 9-5,-2 12 0,-3 7-20,4 9 0,-3 3-322,0-32 1,0 0-1,-1 2 1,0-1 216,1 0 0,0-1 1,-1 33-71,-1-12 1,0-3-672,0-6 0,0 0 332,0-4 0,0-9-925,0-11 0,10-6 559,2-6 1,8-8 681,-4-5 0,1-5 0,-5-8 0</inkml:trace>
  <inkml:trace contextRef="#ctx0" brushRef="#br0">17330 13593 7713,'7'12'332,"-1"-2"-44,-6 2 0,7-1 941,5 10 0,0 4-558,5 4 0,1 7-677,-2 1 1,2 0 63,-1 4 0,2-3-765,6-5 1,-4-3 394,-1-5 0,1-6-573,4-2 1,4-9 222,0-4 1,0-5-27,-5-8 1,1-4 687,0-12 0,0-5 0,0-8 0,0-6 0</inkml:trace>
  <inkml:trace contextRef="#ctx0" brushRef="#br0">17827 13593 7713,'-25'5'744,"-1"-2"194,-3 6 0,0 6-405,-9 9 1,3 8-188,-11 10 1,-1 2-522,20-20 0,0 1 0,1 2 0,0 0 288,-3 0 0,0 0 0,-18 25-111,2-6 1,12-8 179,8-5 0,11-7-1364,10-1 0,3-1 207,1-8 1,11-1 974,5-6 0,6-4 0,3-5 0</inkml:trace>
  <inkml:trace contextRef="#ctx0" brushRef="#br0">18137 13271 7783,'-13'8'676,"1"0"1,5 6 26,3 6 0,2 5 311,2 4 1,0 10-547,0 10 0,2 2-205,2 7 1,3-1-503,5 1 1,-1 5 295,-2-5 1,-4 4-350,-5-8 0,0-1 274,0-3 1,0 2 17,0-2 0,0 8 0,0-7 0</inkml:trace>
  <inkml:trace contextRef="#ctx0" brushRef="#br0">18732 13705 7693,'8'-7'-1834,"1"3"4097,-7 2-1169,9 2 1,-4 0-397,6 0 1,-1 6-58,1 2 0,-1-1-226,0 1 0,6 0-328,3 5 0,2-5 59,2 0 1,1-4-201,3 5 0,-1-5 85,5 4 1,-5-5-41,0 1 0,-1 2-111,-3-2 0,-4 5-256,-4 0 0,-7 6 51,-5 1 1,-15 8 71,-10 1 1,-9 3-16,-12 6 0,-2 1 102,-5-2 1,-1 2-304,0-2 1,6-3 239,3-5 0,5-6-62,7-2 1,4-7-416,9-2 0,8-7 255,-1-1 0,12-5-517,5-8 968,9 1 0,8-6 0,6-1 0</inkml:trace>
  <inkml:trace contextRef="#ctx0" brushRef="#br0">19762 13556 7762,'-18'5'1614,"4"-2"-1110,-2 5 0,0 2-85,0 6 1,1 9-94,-6 8 1,0 5-4,-4 3 0,5-1-167,-1 5 1,5-1-147,-5 2 0,4 2-714,-3-2 0,5-4 511,-2 0 0,5-8-362,3-1 0,0-9-242,5 0-309,-1-7 1,7-5 1105,2-7 0,3-15 0,5-4 0</inkml:trace>
  <inkml:trace contextRef="#ctx0" brushRef="#br0">19737 13643 7762,'5'-13'584,"4"1"1,-2 4-35,1-1 1,-4 6 276,4-1 1,1 6-384,3 6 1,-4 7 28,1 14 0,-3 3-404,3 5 1,2 6 5,-3 2 0,-1-1-33,1 2 1,-5-2 132,1 1 0,2 2-421,-2-5 1,0-8 221,-4-9 0,1-7 83,3-10 0,3-3 23,6-5 1,5-12 170,2-9 0,9-9-599,4-11 0,7-7 16,2-6 1,-20 26-1,1 1-151,18-27 0,-17 25 0,-1 0 309,0-4 1,0 0-1,3-1 1,0-1-307,1-2 1,0 0-1,0-1 1,-2 1 477,-2 0 0,0 0 0,0 2 0,-1-1 0,-1 1 0,-2 0 0,1-1 0,0 1 0,1-2 0,0 0 0</inkml:trace>
  <inkml:trace contextRef="#ctx0" brushRef="#br0">7170 16173 7792,'-7'-6'-214,"-2"3"243,5-5 0,-1 4 551,5-4 1,0-1-167,0-3 1,0 0 455,0-1-205,0 6-126,6-4 0,0 15-91,2 1 1,1 11-180,-4 9 1,0 11-295,-1 9 0,-1 3 84,5 2 1,-5 0-344,1-1 0,3 1 261,1 0 0,-1-2-378,1-3 0,-3 2 165,3-6 0,-5-3-593,1-5 1,-3-4 111,-1 4 1,0-10-62,0 2 0,-5-3-190,-4 3 968,4-6 0,-12-1 0,4-6 0</inkml:trace>
  <inkml:trace contextRef="#ctx0" brushRef="#br0">7778 16470 7792,'-12'0'0,"-1"0"1565,6 0-1039,2 0 1,16 0 199,6 0 1,7 0-441,9 0 1,2 0-358,10 0 0,-1-1-960,2-3 1,2-3 646,-2-5 0,-1-2-328,5-3 0,-9-2-788,5-6 1500,-6-5 0,-3 4 0,0-5 0</inkml:trace>
  <inkml:trace contextRef="#ctx0" brushRef="#br0">8312 15987 7792,'-20'-13'0,"-2"6"314,6 3 1,-2 3-48,1 1 1,3 7 253,-2 5 0,2 7-43,2 10 0,-1 4-84,1 9 1,5-2-22,3 5 0,3 6-285,1 7 0,0 7-58,0 1 1,0 4-270,0-4 0,0 5 204,0-5 1,0 3 80,0-7 0,0-3-145,0-9 0,4-6-104,0-3 0,4-5 69,-4-7 1,0-6 44,-4-10 1,4-1 250,1 0 0,-3-5-354,-6-3 1,-3-2 413,-5-2 0,-2 0-512,-2 0 1,-4 0 124,-5 0 0,1-4-69,-1 0 0,0-6 2,0 2 0,0-3-168,1-2 0,3-3-224,0-1 1,6-6 189,-1-2 0,-1 0 57,5-4 0,2 3 377,10 1 0,5-5 0,2-2 0</inkml:trace>
  <inkml:trace contextRef="#ctx0" brushRef="#br0">8560 16396 7792,'19'-19'259,"2"-5"60,-9 4 0,2 6 1102,-10 1-860,0 4 0,-5 2 9,-3 3 0,1 5 172,-5 7 0,-1 6-282,-3 11 1,1 1 139,3 3 0,-2 3-209,6 5 1,-4 0-278,3 0 0,1 5 45,4-1 1,0 0-952,0-3 1,2 0 58,2 3 1,4-7-459,9-1 1,6-13 330,6-7 1,5-8 335,0-9 1,1-8-448,3-9 0,-7-9 82,-2-8 742,-3 1 0,-1-11 0,0 4 1</inkml:trace>
  <inkml:trace contextRef="#ctx0" brushRef="#br0">8870 16408 7792,'-13'-25'991,"1"6"-609,0 3 1,3 7 91,1 5 0,5 4-114,-1 4 0,3 9 512,1 7 0,4 4-211,0 1 1,7 0-6,2-1 1,0 2-546,8 3 1,-4-2-477,3 2 1,-1-5-1049,2-3 1,3 2 872,-4-2 1,2-3-365,-1-1 0,2-9 208,-2-4 1,-2-5 695,2-8 0,-6-4 0,3-12 0</inkml:trace>
  <inkml:trace contextRef="#ctx0" brushRef="#br0">9205 16346 7792,'-24'-8'742,"4"0"1,-4 5-218,4-1 1,-4 11 25,-1 9 1,-4 5-61,0 12 1,-5 4 23,1 5 1,-2 3-356,2-4 0,7 3-211,5-6 1,10-4-1037,-1-9 1,8-2 667,0-2 0,4-3-1031,4-6 0,4-5 1450,9-3 0,2-8 0,6-3 0</inkml:trace>
  <inkml:trace contextRef="#ctx0" brushRef="#br0">9304 16309 9416,'8'-7'678,"1"3"1,-5 4-205,4 4 1,-1 4 334,1 9 1,3 0-459,-3 7 0,3-2-146,2 7 1,-2 3-838,-3 1 0,-2 2 486,-6-2 1,0 2-1090,0-1 1,-7-3 280,-6 2 0,-5-4-171,-6 4 1,-7-5 1124,-2 1 0,-8-3 0,-3-1 0</inkml:trace>
  <inkml:trace contextRef="#ctx0" brushRef="#br0">9726 16222 7736,'7'-19'0,"0"-2"880,-3 9 0,3 2-352,5 10 1,2 7-49,2 6 1,-2 11-150,3 14 1,-9 10-122,-4 10 1,2 2-225,-2 2 1,0 4 196,-4 1 0,-2-1-87,-2-4 0,2 0-133,-7 0 1,7-2-1013,-3-2 0,4-4 541,1-8 0,0-4-987,0-5 1,6-2 1494,2-6 0,6-3 0,1-14 0,0-5 0,1-4 0</inkml:trace>
  <inkml:trace contextRef="#ctx0" brushRef="#br0">10681 16508 7736,'-10'-13'827,"-2"1"0,2-1-315,6 1 0,7 5-154,9 3 0,9 3-104,16 1 1,6 0 30,2 0 0,5 2-85,4 7 0,1-1-231,3 8 1,3-1 230,-4 2 1,-1-2-13,-3 6 1,-9-2-45,-6 2 1,-7 2-104,-6-2 1,-11 2-237,-6 2 1,-8 0 119,-8 0 0,-7 5-360,-14 3 0,-3 3 222,-5 1 1,-6 0-102,-2 1 1,-9-1 86,-4 0 1,3-5-110,1-3 0,7-5-623,2-3 1,9-4 200,-1-9 161,13-3 1,6-10 596,14-3 0,3-5 0,1-3 0,0-4 0</inkml:trace>
  <inkml:trace contextRef="#ctx0" brushRef="#br0">12691 16520 8075,'12'-25'0,"1"0"0,-7 1 0,-1-1 0,0 0 429,-1 0 0,-5 4 620,-7 1 1,-10 0 362,-7 0 1,-6 7-674,-6 9 1,-5 4-246,-4 4 1,-2 10-146,-2 11 0,-4 8-287,27-11 0,1 2 1,-2-1-1,1 2 102,-1 5 1,2 2 0,1-3-1,0 1-42,0 3 0,1 0 1,-1-1-1,1 1-33,3 0 1,1 0 0,1 2 0,1 0-70,0 4 0,3 1 1,3-4-1,2 0-119,-2 1 0,3 0 0,-1 28 116,6-3 1,14-2-403,6-6 1,12-6 310,5-6 1,10-9-637,6-4 1,12-4 389,-26-14 1,0-2 0,2-2 0,-1-1-240,1-4 1,1 0-1,1-2 1,0 0-413,0-2 1,1 0 0,2-1 0,0-1 132,0-2 0,-1-1 838,28-5 0,-32 4 0,-1-2 0,23-11 0,2-2 0,-2-2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2481 1650 8075,'-7'-13'1076,"-4"1"1,11 1-622,0 2 0,7 4-117,10 5 1,3 0 0,9 0 0,4 0 505,3 0 1,7 4-390,2 0 1,9 0-702,4-4 1,1 0-90,-1 0 1,3-4-691,-3 0 1,1-1 630,-1 0 0,-9 4-202,-7-3 1,-9-2 37,-4 2 1,-8 0-1367,-5 4 1924,-8 0 0,-8 6 0,-7 1 0</inkml:trace>
  <inkml:trace contextRef="#ctx0" brushRef="#br0">2580 1984 8075,'-18'13'759,"6"-1"-443,0 1 1,5-1 305,7 0 0,2-3-201,7-1 0,7-5 264,17 1 1,3-3-237,14-1 0,-3 0-189,6 0 1,4-5-391,1-4 0,2-6-56,3-1 1,-7-2-1000,-2 1 1,-5 3 729,-3-2 0,-8 2 455,-4 2 0,-12-1 0,1 1 0</inkml:trace>
  <inkml:trace contextRef="#ctx0" brushRef="#br0">3176 1414 8075,'-6'-7'238,"8"-3"962,2 6 0,5 0-547,16 4 0,0 0 155,12 0 0,0 6-26,13 2-804,-3 3 0,16 7-88,-5 2 1,4 5-175,-8 4 0,-2 8 0,-6 10-243,-5 6 1,-13-2-283,-7 2 489,-12-2 0,-5 3 35,-8 0 0,-4-2 0,-9-6 164,-3-5 0,-9-2-98,-4-2 1,-7-1 716,-2-3 0,-3-7-266,3-5 0,-4-1-359,0 5 0,-6-4 155,-2-1 0,0-4-975,5 0 0,9-8 947,2-4 0,7 2 0,-1-2 0,3-1 0,7-2 0,3-1 0</inkml:trace>
  <inkml:trace contextRef="#ctx0" brushRef="#br0">6103 1005 8075,'0'-13'2232,"0"1"-336,0 5-1352,0 1 1,0 8 220,0 2 0,5 8-267,-1 9 0,4 8-11,-4 4 0,4 4-129,-3 5 0,0 2-714,-1 5 0,-2 5 280,2 0 1,-3 1-533,-1-1 0,0-5-1038,0 1 1,-4-3 856,0-10 0,-2-3-2038,2-9 2827,3-6 0,-16 5 0,3-5 0</inkml:trace>
  <inkml:trace contextRef="#ctx0" brushRef="#br0">5409 2059 8075,'-11'1'982,"2"3"0,3-2 1376,1 2-1105,4-3-218,-4-1-628,10 0 1,6 4 132,6 0 1,5 1-123,-2-5 0,5 0 8,4 0 1,7 0-185,5 0 0,8 0-133,0 0 1,13-2-386,-25 1 0,1-2 0,0-2 0,1-1 297,4-2 0,1 0 1,-2-1-1,0 0-46,3 0 1,1 1 0,-2 1 0,1 0 28,1-1 0,-1 0 0,-4 1 0,0 0-460,-2 1 0,0 0 0,29-5 50,-15 2 1,-4 4-1001,-12 5 0,-11 0 115,-5 0 0,-7 1-148,-6 3 1,1 3 1438,-4 6 0,4-1 0,-2 0 0</inkml:trace>
  <inkml:trace contextRef="#ctx0" brushRef="#br0">5396 2865 9031,'0'12'2152,"6"-5"-1611,2-3 0,9-2 606,3-2 1,11 0-135,6 0 0,7-10-472,10-2 1,2-9-927,6 0 0,3-1 411,-3 2 0,-3-4-1073,-9 4 1,-6 2 752,-3 1 1,-3-1-1871,-5 2 0,-4-1 2164,-9 5 0,4-6 0,-5-2 0</inkml:trace>
  <inkml:trace contextRef="#ctx0" brushRef="#br0">5930 2294 8075,'-13'13'0,"1"3"824,0 1 1,-1 1-252,1-2 1,5 4 440,3 4 1,-2 7-439,2 2 0,0 4 36,4 4 0,4 2-163,0 3 1,6 6-337,-2-2 0,3 3-88,2 1 0,-5-2 353,0 6 0,0 4-8,5 4 0,-2-1-91,-3-7 1,2-4-98,-6-9 0,0-3 52,-4-9 0,-1-8-220,-4-9 1,3-2 70,-7-2 1,1-5-536,-4-3 1,-5-8-124,1-4 1,-8-5-412,-1-3 0,-1-3-508,-7-6 0,0-5 688,-4-4 0,-2-3 77,-2-4 0,8 8 241,0 0 0,5 7-527,3 5 1,12 2 600,4 2 1,8 3 411,5-2 0,-3-4 0,5 1 0</inkml:trace>
  <inkml:trace contextRef="#ctx0" brushRef="#br0">6352 2530 8075,'8'0'1100,"0"0"217,0 0 0,3 6-574,-2 2 0,-4 3 214,-5 1 0,0 6-397,0 3 1,-1 9 51,-3 7 0,-3 3-185,-6 10 1,5-2-298,0 10 0,5-1-167,-1 0 1,3-1-124,1-7 1,1-10-396,3-6 1,4-12 436,9-9 1,1-7-1420,2-9 1,4-8 696,-3-9 0,6-8-1195,2-4 1,0-3 1047,-4-1 1,-2-1 986,-2-4 0,-2 6 0,-5-5 0,-2-3 0,-2-3 0</inkml:trace>
  <inkml:trace contextRef="#ctx0" brushRef="#br0">6662 2592 8075,'0'-7'1419,"0"2"1,1 5-586,3 0 1,-1 7 276,5 5 0,-4 6-66,5 7 0,3 5 218,5 3 0,0 3-1414,0 1 1,1 0 164,3 1 0,2-7-1013,-2-2 1,2-8 700,2-5 0,0-9-1517,0-7 0,-1-8 795,1-13 0,0-5-745,0-11 1,-2-4 497,-2-1 998,2-10 1,-9 6-1,4-9 1</inkml:trace>
  <inkml:trace contextRef="#ctx0" brushRef="#br0">7096 2493 8075,'-21'12'0,"1"1"0,-1 5 1153,-4 2 0,-1 9-493,-3 4 1,-3 7 923,-5 2 1,-2 9-638,-2-2 1,-2 6-381,-2-5 0,8-3-631,8-10 1,8-5 295,4-3-3557,9-9 2720,3-7 1,10-9-1535,3-8 0,5-9-31,3-7 2170,4-9 0,10-3 0,2-5 0</inkml:trace>
  <inkml:trace contextRef="#ctx0" brushRef="#br0">7121 2580 8075,'19'-7'952,"-2"3"1,-4 2-370,0 2 1,-1 0 584,1 0 1,-1 6-206,0 2 1,1 4 86,-1 5 0,1 2-551,-1 6 1,-4 5-198,0 3 0,-1 5-560,2 3 0,-4 5 261,-5 7 0,-3 0-1303,-5 5 1,-2-6 758,-10 2 0,-1-10-985,-4-7 0,1-4-158,-1-4 1684,-6-8 0,-6 2 0,-7-11 0</inkml:trace>
  <inkml:trace contextRef="#ctx0" brushRef="#br0">5049 1104 8422,'-7'-13'-559,"-3"5"587,6 0 0,-5 5 759,0-1-519,-2-3 1,0 11 188,3 0 0,3 12-21,5 4 0,0 11 65,0 6 1,0 8-265,0 13 1,-1-23 0,0 2-461,-1 7 0,0 3 0,-1 5 0,-2 3 199,-3 8 1,-1 2 0,3-16-1,0 0 1,-1 2-283,-1 5 0,-1 0 0,1 2 0,0 1 0,-1 1 0,1 1 207,0 4 0,-1 0 0,2-1-209,-1-4 1,2-1 0,0 0 0,1 4 0,1 1-1,1-2 214,1-5 0,0-1 0,2 1 0,-1 0 0,1 0 0,1 1-72,-1-1 0,1 1 0,2 0 1,1 4-1,2 1 0,0 0-167,2 0 0,0 0 0,1 1 0,1 1 0,1 1 0,-2-1 110,0-3 1,-1 0 0,0 0-30,2-2 0,-1 0 0,0-3 0,-4-6 1,0-1-1,0-2 27,4 21 1,3-5-1,0-16 1,2-4 224,1-9 0,3-4 0,18 19 0,1-13 0</inkml:trace>
  <inkml:trace contextRef="#ctx0" brushRef="#br0">7877 1463 7884,'7'-31'2220,"4"2"-1878,-2 8 0,3 5-559,5 7 1,2 5 1063,6 8 1,-2 14-346,-2 11 1,-3 14 325,-6 11 1,-4 5-768,-3-23 0,-1 2 1,-3 3-1,0 1 20,2 5 1,-1 1 0,-2 4 0,0 1-371,-2 2 1,-1 1 0,0 5 0,-1 0 20,-1 2 0,-2 2 0,-1 2 0,0 1 46,-1-4 0,1 0 1,0 1-1,-1 0-85,3-7 0,0-1 0,0 1 0,0-1 13,-1-3 0,1-1 0,0 3 0,1 0-122,1-4 0,0-1 1,-1 0-1,0-3-161,3-5 0,0-3 0,0-3 0,0-1 577,2 26 0,-4 0 0,0-12 0,0-6 0</inkml:trace>
  <inkml:trace contextRef="#ctx0" brushRef="#br0">9962 1575 7838,'0'-21'1041,"0"1"0,0 5-607,0-2 0,1 7-478,3 2-9,-3 5 1,-6 5 3,-12 10 0,-12 12 1340,-8 9 0,-7 5-925,18-15 1,-2 0 0,0 0 0,-2 1-478,-2 4 1,-2 1 0,1 1 0,-1 0 221,-1 2 1,-1 2 0,0 0 0,-1 2-75,2 3 1,0 1 0,2-4 0,0-1-93,1 3 1,2-1 0,4-6 0,2 0 101,5 0 1,1 0 0,-15 21-116,12-2 1,6-12 31,15-9 1,10-3 215,2-1 1,13-1-117,0-4 0,9 2 511,3-5 0,6 4-36,7-5 0,4 1 57,-1-5 0,2-5-436,-1-3 1,1 2 61,3-2 1,2 1-13,-7-1 1,1-1-1,-4 5 1,-2 1-2640,-3 3 0,-3 5 1707,-9-1 1,-8 6-3248,-9-1 3969,-8 2 0,-2-2 0,-6 0 0,0-1 0</inkml:trace>
  <inkml:trace contextRef="#ctx0" brushRef="#br0">11599 980 7838,'0'-18'0,"0"4"1098,0-2-233,0 2 101,0 7 0,6 12-433,2 12 0,-1 12 245,1 8 0,-1 6-354,1 6 0,-2 7-202,-6 1 0,0 5-568,0 5 1,0-31 0,0 1 337,0 2 0,0 0 0,-2-1 0,0-1-818,0-2 1,-1 0 0,-10 25 288,0 2 1,-2-5-2570,3-3 3106,-6-6 0,3-12 0,-6-3 0,-1-4 0,-2-3 0</inkml:trace>
  <inkml:trace contextRef="#ctx0" brushRef="#br0">10631 2282 7838,'-24'0'1242,"-1"0"-97,5 0-515,8 6 1,19-5 422,14 3 0,14-3-496,15-1 0,11 0-72,9 0 1,-32-2 0,0-1-470,3-1 1,1 0 0,3-3-1,2-2 321,4 2 1,1-2 0,3-2 0,1 0-503,-1 1 0,1-1 0,2 0 1,1-1 267,3-1 0,0 1 1,-1 0-1,0-1-262,-3 1 0,0-1 0,-8 3 0,-1 1-421,-7 0 1,-2 2 0,-3 2 0,-2 1-1570,31 0 1,-19 4 1085,-10 4 0,-15 9-1677,-9 7 2740,-6 4 0,-13 6 0,-1 2 0</inkml:trace>
  <inkml:trace contextRef="#ctx0" brushRef="#br0">11984 2667 7838,'-21'-13'0,"0"1"0,1 5 1534,-5 3 0,0-2-358,0 2 0,-4 5-655,0 8 0,-7 9-150,-1 6 1,-6 4-149,-6 9 1,-1-1-110,1 9 0,3 1 245,1 4 0,3 1-132,19-25 1,1 1 0,-11 24-18,4 3 0,14-9 28,10-3 0,4-4-241,1 0 0,11-7-66,6-2 1,12-8 182,8-5 0,7-7 56,10-5 1,2-6-697,6-6 1,6-6 489,-33 3 0,0-2 0,1 0 0,1 1-153,0-1 0,1 1 1,-4 0-1,0-1 66,0 1 1,-1-1 0,30-10-2909,-1 2 3031,0-2 0,1 8 0,1-3 0,-2 4 0,-3 4 0</inkml:trace>
  <inkml:trace contextRef="#ctx0" brushRef="#br0">15494 1699 7838,'-5'-12'2770,"3"6"-2051,-2 6 1,3 14-272,1 15 0,0 14 347,0 15 1,0 9-864,0-30 1,0 0-1,-2 1 1,0 0 283,0 3 1,0 1 0,-2-1-1,-1-1-117,3 2 1,0-1 0,0-4 0,0-1-63,2 26 0,1-22-163,4-15 0,7-14 182,9-7 0,3-10-209,5-6 0,-1-7 128,5-10 0,-5-4-541,1-9 1,0 0 248,-5-4 0,3 3-78,-11 6 1,-1 0 44,-6 0 0,2 5-29,-3 3 423,3 8 0,0 10 343,-3 11 1,2 13 291,-6 12 1,4 6-372,-4 11 1,5 2 611,-5 5 1,0 1-396,-4 0 0,0-6 204,0-3 1,4-9-222,0-7 1,7-8-87,2-8 1,4-6-73,8-12 1,1-10-114,3-14 0,2-4-890,2-5 1,-1-2 264,-4-5 0,-1-1-1290,2 0 1,0-3 780,-5-1 0,3-3-3365,-11 0 4262,6-1 0,-13 24 0,-1-1 0,11-31 0,-11 30 0,-2-1 0,0-4 0,-1 0 0,-1-3 0</inkml:trace>
  <inkml:trace contextRef="#ctx0" brushRef="#br0">16598 1215 7939,'7'6'2845,"-1"-3"-1974,-6 5 0,0 0-95,0 5 0,4 6 448,0 6 1,-1 8-573,-7 12 0,-3 8 181,-6 13 0,7-30 0,0 2-715,0 3 1,0 1-1,-1 4 1,0 0-87,-1 4 0,-1-1 0,1-2 0,-2 0 12,0 1 1,0-1-1,-2-2 1,2-2-555,1-1 0,1-1 0,0-1 0,1-1-1,2-3 0,2-2 0,-3 16-503,6-17 1,6-18 487,2-15 1,8-7 69,5-10 0,3-7 65,0-10 1,1-5 156,0-3 0,0-5-128,0 2 0,-1 2 141,1 2 1,-5 9 529,-4 7 0,-2 10 634,-2 7 1,-1 6 26,-2 2 0,-4 11 363,-5 10 1,0 8-640,0 4 1,-1 3 9,-3 1 0,-2-1-251,-2-3 0,2-3-343,6-5 0,0-1 219,0-4-894,0-2 1,6-11-72,2-3 1,3-4-487,1-4 1,1-3-1946,-1-5 0,5-1 564,-1 1 2503,1 0 0,1-1 0,1 1 0</inkml:trace>
  <inkml:trace contextRef="#ctx0" brushRef="#br0">17008 2344 7939,'4'8'2262,"0"1"1,2-3-1111,-2 3 0,3 0 1032,5-4 0,0-1-1099,1-4 1,5-2-205,2-2 0,9-8-377,4-9 0,5-4-458,3-4 1,-1-2-525,5-7 0,-5 1-637,2 0 0,-9 1-256,-4 3 0,-4 0 773,-5 8 0,-7-1-279,-9 10 1,-8-2 284,-5 1 1,-7 7 862,-5-2 1,-2 9-212,-2 3 0,-5 11 232,-3 10 0,-3 8 185,-2 4 1,5 4 579,0 5 0,6-4-360,-2 3 1,0-2-228,4-2 0,2 0-1604,6 1 0,9-3 851,0-1 0,5-6-1222,3-7 1,7-8 665,5-9 1,7-8-815,10-5 0,3-9 582,5-6 0,6-3 1071,2-6 0,4 0 0,0-4 0</inkml:trace>
  <inkml:trace contextRef="#ctx0" brushRef="#br0">17665 2158 7919,'9'6'1690,"-1"2"1,-5-1 245,1 1 0,-3 2-968,-1 6 0,0-2 800,0 2 0,0 2-926,0-1 0,0-1-435,0-3 0,0-1-939,0 1 510,0-6 1,6-2-918,2-5 0,8-1 667,5-3 0,2-7-800,2-6 1,4 0 112,0 5 0,2 1 140,-3 3 1,-1-2 908,2 6 1,-9 0-112,-3 4 1,-5 5 293,-4 4 1,-1 3-268,-2 5 0,-4-2 385,3 5 1,-3-3-159,-1 4 1,-1-6-2439,-3 1 2205,3-2 0,-5 4 0,6 1 0</inkml:trace>
  <inkml:trace contextRef="#ctx0" brushRef="#br0">19762 1625 7704,'0'-13'1173,"0"1"-329,0-1 104,0 1-598,0 5 0,0 3 413,0 8 1,0 14-290,0 11 0,0 12 130,0 9 1,-6 7-312,-2 9 0,-3-3-520,-1 3 1,-1 3-125,7-34 0,0 0 0,0 2 0,-1-1 217,1 2 0,0-1 0,-5 29-1175,3-8 1,2-6 724,6-15 1,6-9-199,2-16 0,8-5-43,5-7 825,-3-5 0,11-2 0,-3-6 0</inkml:trace>
  <inkml:trace contextRef="#ctx0" brushRef="#br0">20221 1898 7704,'7'0'2278,"4"5"-918,-3 3 0,3 9-594,1 4 0,2 3-520,3 5 0,-2-1-49,6 5 0,-5 0-262,5 4 1,-6 0 89,1 1 0,2-3-1277,-1-1 0,-1-4-393,-3-5 1,-1-6 893,1-3 0,0-9-494,4-7 1245,-3-11 0,9-19 0,-3-9 0</inkml:trace>
  <inkml:trace contextRef="#ctx0" brushRef="#br0">20729 1786 7704,'-26'14'1033,"-3"2"0,2 1-433,-6 8 0,0 2 272,-5 10 0,-3 6-864,0 3 0,-6 3 316,24-22 1,0 0-1,-15 18 20,0 1 1,9-6-385,1-3 1,3-4-274,4 0 1,3-5-705,6 1 0,5-9-2190,3-3 3207,2-9 0,8-8 0,1-7 0</inkml:trace>
  <inkml:trace contextRef="#ctx0" brushRef="#br0">20965 1588 7738,'7'0'0,"3"1"0,-6 3 0,0 4 0,-4 9 0,0 3 0,0 9 0,0 10 2563,0 11 0,0 6-1269,0 10 0,-1 3-1702,-1-32 1,-1 1 0,2 1 0,0 2 366,-3 0 0,-1 0 0,3 0 0,0-1-825,-2 2 1,0-1 0,2-5 0,0 0 176,-2-1 0,0 0 689,1 24 0,-8 2 0,4-4 0</inkml:trace>
  <inkml:trace contextRef="#ctx0" brushRef="#br0">21647 1823 7844,'-8'-4'0,"0"0"0,1-6 676,-1 2 0,1 1-180,3-1 1,2 4 1249,-2-5-1140,3 7 1,2-4-30,3 6 1,5 7-133,7 5 0,3 1-117,6 3 1,1 4-163,3 0 0,3 4 45,5 1 0,-4-2-189,0-2 1,0 2 151,5-2 1,-5 1-267,0-2 1,-6-2-309,2-5 0,-7-1 93,-1 1-166,-6-1 1,-2 0 204,-9 1 1,-6-1 19,-6 1 1,-1 0 75,-12 4 1,-4-2-97,-4 6 0,-5-5 21,1 5 1,-3-2 68,-2 2 1,5 1-97,0-5 1,-1-1 81,-7-4 1,6-1-781,-2-2 1,8-4 400,0-5 1,8 0-1052,5 0 1622,7 0 0,15-5 0,8-2 0</inkml:trace>
  <inkml:trace contextRef="#ctx0" brushRef="#br0">23074 1774 7811,'0'-13'1154,"0"1"0,0 3-187,0 1-658,-6 5 1,0-1 618,-7 8 0,-3 10-390,-1 11 0,-6 7 50,-2 9 0,0 9-190,-4 8 1,-1-2-416,1 2 0,-6 0-54,2 4 1,-1-2 95,1-2 0,8-4-958,8-8 1,4-11 175,0-10-2264,6 0 2113,2-17 1,6 2-468,3-14 0,7-9 1375,6-7 0,-1-9 0,-3-3 0</inkml:trace>
  <inkml:trace contextRef="#ctx0" brushRef="#br0">23049 1798 7811,'13'0'1888,"-7"-1"-1038,-1-3-340,2 2 0,-6 2 801,3 9 0,-1 7-644,1 5 0,-3 8-1,3 4 1,-2 10-230,-2 6 1,0 6-403,0 7 0,0 0 173,0 0 0,1-6-342,3-7 1,-1-8 157,5-12 0,2-11 326,7-14 0,-2-4 29,5-4 1,2-8-134,7-9 0,3-12-349,5-4 0,2-14-91,2-3 1,-19 25 0,-1-1-386,2-1 0,-1 0 0,2 0 0,-1 0 331,-2 0 1,0 0-1,2-3 1,1-1 247,-2-2 0,1 0 0,1-2 0,0-1 0,1-2 0,0-1 0,0-1 0,0 1 0,-1-2 0</inkml:trace>
  <inkml:trace contextRef="#ctx0" brushRef="#br0">27664 3510 7668,'-1'21'710,"-4"-1"1,3 4-544,-7 9 1,3 12-176,-3 17 1,6-24-1,1 1-671,2 8 1,0 1 0,-3 8 0,0 1 842,-1 10 0,0 3 0,1-21 0,-1 1 0,0 1-389,0 1 1,0 0 0,0 1-1,-1 4 1,1 2 0,-1-1 230,-1-1 1,1 1 0,-1 0 0,1 3 0,0 1 0,0 0-190,-1 2 1,-1 1 0,-1 0 0,0 4 0,0 0 0,0 1 167,1-15 1,-1-1 0,1 1 0,0 1 0,-1 0 0,0 0 0,1 1 0,-1 0-191,1-2 1,0 1 0,-1 0 0,1 0 0,0 1 0,1 0 0,-1 1 0,0 0 201,-1 2 1,-1-1-1,1 1 1,0 1 0,0 0-1,0 0 1,0 1-1,0-1 78,0 1 0,0 0 1,-1 0-1,1 0 1,-1 1-1,0 0 1,0-1-1,0 1-109,1-2 1,-1 0 0,1 0 0,0 0 0,-1 1 0,1 1 0,-1 0 0,1 0 47,-1 0 1,1 0 0,0 0 0,-1 0-1,1 0 1,-1 1 0,0-1 0,1 0 4,0-1 1,1-2 0,0 1 0,0 0-1,0 1 1,0 1 0,0-1 0,0-1 102,2-1 0,0-2 1,0 1-1,0 0 0,-1 0 1,1 1-1,-1-1 0,1 0-14,0-1 0,1 1 1,0-2-1,0 0 1,0-3-1,0 0 0,0-2 1,0 1 1,-1 14 1,1-1 0,0-1 0,0-1-1,1-2 1,-1 1-49,1-2 1,1 0 0,-1-1-1,1-2 1,-1 0 0,1-1-46,0-1 0,1 0 1,0-2-1,0-5 1,1-1-1,0 0-95,-2 18 0,-1 0 0,3-4 1,-1 0-118,1-6 0,0-1 0,0 0 0,0-2 248,0-5 1,0-1 0,0-6 0,0-1-449,0 31 395,0-12 0,-4-7 0,0-10 0,0-7 0</inkml:trace>
  <inkml:trace contextRef="#ctx0" brushRef="#br0">22020 8372 7607,'-69'5'0,"1"-4"0,6 4 0,18-5 1329,11-5 0,18 3-845,15-7 0,23 7-384,18-2 1,24 2-164,-25 2 0,3 0 0,7-2 0,2 0-628,5 0 1,2 0 0,4-2-1,2 0 557,2 2 0,2 0 0,-16-1 0,1 0 1,1 0-196,4 1 0,1 1 0,3 0 0,-11 0 0,1 0 0,2 0 0,0 0 264,3 1 0,0-1 0,2 1 0,-1 1 1,3 0-1,-1 0 0,1 1 0,0-1-237,-1 1 0,0 0 0,0 0 1,0 1-1,2-1 0,0 1 1,1 0-1,0 0 285,0 0 0,1 0 0,1 0 0,-1 0 0,3 1 0,0 0 0,1 0 0,-1-1-166,1 1 0,0-1 1,1 0-1,-1 0 1,-12 0-1,1 0 1,-1 0-1,1-1 1,-1 1 281,13-2 1,0 0 0,0 0 0,1 0 0,-12 0 0,1 0 0,0-1 0,1 1 0,0 0-51,1-1 0,0 0 1,1 0-1,0 0 0,1 0 1,1 0-1,2 0 1,-1 0-1,0 1 0,1-1 130,-1 1 0,0 0 1,0 0-1,0 0 0,0-1 1,3 1-1,0-1 0,1 0 1,-1 0-1,0 1-77,-1-1 0,0 1 1,0 0-1,-1 0 1,1 0-1,2 0 0,-1 0 1,0 1-1,1-1 1,0 1 41,-11-1 1,1 0 0,0 1 0,0-1-1,0 0 1,1 1 0,-1 0 0,0-1-1,1 1 1,-1 0 0,1 0 0,-1 0-122,1 0 1,-1 0 0,1 0 0,0 0 0,-1 0 0,1 0 0,0 1 0,0-1 0,0 0 0,0 0 0,0 1-1,-1-1 14,10 1 1,0 0-1,-1 1 1,0-1-1,1 1 1,-1-1-1,1 1 1,0 0-1,0 0 1,-1 0-206,0 1 0,0 0 1,0 0-1,-1 0 1,1 0-1,-3 0 1,0-1-1,0 1 1,-1 0-1,0-1 111,-3 0 0,-1 0 0,0 0 0,0 1 0,0-1 0,-2 0 1,-1 1-1,1 0 0,-1 0 0,-2-1-152,10 2 0,-2-1 1,0 0-1,-1 0 1,-2 0-1,0-1 1,-1 1-1,-1-1 209,-4 0 0,-1 0 0,-1 0 0,0 0 0,17 2 0,-1-2 0,-1 2 0</inkml:trace>
  <inkml:trace contextRef="#ctx0" brushRef="#br0">26672 5817 7440,'-53'-3'0,"1"0"0,-2 2 0,0 1 155,-3-3 0,-2 2 1,1 2-1,-1 3-787,-1 2 0,0 1 0,1 1 0,0 3 727,1 2 1,0 3-1,-3 2 1,-1 1-72,-1 3 1,-2 2 0,19-6 0,0 1 0,0 1 19,1 0 1,-1 1 0,1 0 0,-2 3 0,1 0 0,0 0-274,0 0 0,1 1 0,-1 0 1,-1 3-1,0 1 0,1 1 219,-1 2 0,0 2 0,0 0 0,-1 0 0,0 1 0,1 2 104,1 0 1,0 2 0,1 0 0,-1 1-1,0-1 1,2 2-35,1 1 0,2 1 1,1 0-1,-1 2 0,0 1 1,1 0 65,2 1 1,1 1-1,1 2 1,1 1 0,1 1-1,1 0-31,1 0 1,2 0 0,1 1 0,1 2 0,2 1 0,1 0-11,4-2 1,2-1 0,1 1-1,1 2 1,1 1 0,1 0-55,1-1 1,2 0 0,1 1 0,2 1 0,3 1-1,0-1-40,2 0 1,1 0 0,2 0-1,3 0 1,2-1 0,1 0-21,2-1 0,1-1 0,2 0 1,2-1-1,2 1 0,3 0 31,1 1 0,3 1 0,2-1 0,1 0 0,3 0 0,0-1-142,2 0 0,1 0 1,2 0-1,2 1 1,1-1-1,1 0 57,1-2 0,2-1 1,1 0-1,2 1 1,1 0-1,1-1-142,-9-12 1,1 0-1,0-1 1,2-1 0,1 1-1,2-1 1,0-1 0,1-1 166,-1 0 0,1-2 0,1 0 1,0-1-1,2 0 0,0-1 1,1-1-1,0 0-159,0-3 1,0-1-1,1-1 1,0 0-1,3 0 1,0-1-1,1-1 1,1-1 200,1 0 1,0-1 0,1-1 0,1 0 0,1-1-1,1 0 1,0 0 0,0-2 48,0 0 0,-1-1 0,1-1 0,1-1 0,1 1 0,0 0 0,0-1 0,1-1-88,-2-1 0,-1 0 1,1-1-1,0 0 0,1-2 1,0 0-1,0-1 1,0 0 65,2 0 0,-1 0 0,2-1 1,-1-1-1,1 0 0,1-2 0,-1 0 1,0-1 19,0 0 1,0-1-1,0 0 1,1-1-1,0 0 1,1-1 0,-1 0-1,0-2-41,-2-1 0,-2 0 1,1-2-1,0 0 1,1-2-1,1 0 0,0-1 1,0-2 11,1-1 1,0-3 0,0 0 0,0 0 0,1-2 0,0 0 0,0-1 0,0 0-23,1-2 1,-1 0-1,0-1 1,0-1-1,0 0 1,1-2 0,-1 0-1,-1-1-64,-1 0 1,-1-1 0,0-2 0,-1 0 0,1-1-1,1-2 1,-1 0 0,-1-2-45,1 1 0,-1-2 0,0 0 1,-1-2-1,0 0 0,0-2 0,0 0 1,-2-1 69,-2 1 1,-1-1 0,0-1 0,-2 0-1,0 0 1,-1-1 0,-1-1 0,-1 0 57,-3 1 0,-1 1 0,-1-2 0,-2 0 0,-1-1 0,-2 0 0,0-1 0,-2-1 0,0 1 0,-2-2 0,0 1 0,-1-1 0,-2 0 0,-1 0 0,0-1 0,-3 0 19,8-15 1,-3-1 0,-2 0-1,-3-1 1,-1 0 0,-2 0 84,-4 0 0,-1 0 0,-4 0 0,-2-2 0,-2 0 0,-2-1 24,0-2 0,-1-1 0,-3 0 0,-2 4 0,-2 1 0,-1-1 5,-2-1 1,-2 0-1,-1 0 1,-3 3-1,-1-1 1,-3 1 92,-4-3 0,-1 0 0,-3 1 0,-2-1 0,-3 0 0,-1 0-97,4 15 0,-2 0 1,0 1-1,-1 0 1,-9-13-1,-1 1 1,-3 1-50,7 14 0,-1 1 1,-2 1-1,-1 1 0,-1 1 1,0 0-1,-2 1 1,-1 1-50,-1-2 0,-2 2 0,-1-1 1,-1 2-1,-2 1 0,-1 0 1,0 1-1,-2 2 12,0-1 1,-2 1 0,0 1 0,0 2 0,0 2-1,0 1 1,0 1 0,-2 1-71,0 0 1,-2 2 0,0 1 0,-1 0 0,0 2 0,-1 1 0,-1 0 0,-1 1 38,-1 1 0,-1 0 0,0 0 0,0 2 1,-2 0-1,0 1 0,0 1 0,-1 1-73,0 0 1,-1 2 0,-1 0 0,1 0 0,1 2 0,1 0 0,-1 1 0,0 0-58,-1 1 1,0 0 0,0 1 0,0 1 0,0 1-1,0 1 1,1 1 0,-1 0-106,1 0 1,0 1 0,0 0 0,0 0 0,-2 1 0,0 1 0,0-1 0,0 1 43,0-1 0,0 1 1,-1 0-1,2 1 179,4 0 0,0 0 0,1 1 0,-1-1 0,-2 1 0,-2 0 0</inkml:trace>
  <inkml:trace contextRef="#ctx0" brushRef="#br0">29823 10815 10171,'0'18'1135,"0"2"1,-7 9-885,-6 4 1,-6 14-263,-10 7 0,13-21 0,-1 2-442,-3 3 0,-1 2 1,-1 0-1,1 0 305,-2 4 0,0-1 0,3-5 0,0-2 110,-9 26 1,6-12-1,11-13 1,6-16-437,6-13 1,6-8-205,6-8 0,5-6-203,-1-11 1,7-1 392,2-3 0,0 1 488,4-5 0,-1-1 0,1-7 0,-7 2 0,2-2 0,-7 2 0,0 2 0,0 0 515,0 0 1,-2 1-407,-7 3 1,-2 8 256,-6 8 0,0 8 745,0 0 0,0 8-462,0 1 1,-1 10 139,-4 6 1,4 8-336,-3 0 1,3 3-50,1 6 0,1-6-102,3 2 1,2-1-371,2 1 0,3-7 36,-3 2 1,3-7 84,2 0 0,-1-5-62,0-4 0,2-2-315,3-6 1,2-3-277,6-5 0,6-12 227,7-13 0,2-8-179,9-4 0,-25 18 0,1 0 93,3-2 1,1 0-1,-1-4 1,-2-2-468,4-2 0,-2 0 925,-4 3 0,-1-1 0,2-4 0,0 0 0,-6 3 0,0 1 0,0-1 0,-1-1 0,0 0 0,-1 0 0</inkml:trace>
  <inkml:trace contextRef="#ctx0" brushRef="#br0">23967 10220 7864,'18'-32'0,"-3"-1"1257,6 8 0,-5 4-604,5 13 1,-7 5-429,-2 12 1,-8 6 68,-12 14 0,-11 8-81,-14 8 0,-14 4-166,21-25 1,-2 1 0,-1 2 0,-1 0-133,-1 0 1,0 0 0,-4 2 0,-2 1 71,0-1 0,0 0 0,-2-1 0,1-1 48,0 0 0,1 0 0,5-2 0,2-1-200,2-1 0,2 0 0,-11 18-590,17-8 0,11-12-603,22-9 1,14-9-694,23-3 2051,10-11 0,9 3 0,-31 2 0,-1 1 0</inkml:trace>
  <inkml:trace contextRef="#ctx0" brushRef="#br0">24277 10530 7864,'-24'12'0,"-7"2"980,-2 2 1,-7 5-197,-1 8 1,-12 4-927,0 8 0,21-19 0,0-1 351,-1 2 1,0 0-1,0-2 1,0 0-29,2-2 0,0-1 0,-23 16-996,9-1 1,5-2 644,15 2 1,7-2-922,10-7 1,6-6 599,2-5 1,6-6 183,6-7 1,6 4 287,3 0 1,-2 11-131,2 2 149,-6 10 0,3-1 0,-6 5 0</inkml:trace>
  <inkml:trace contextRef="#ctx0" brushRef="#br0">31001 3448 7984,'39'-37'422,"-9"-2"-439,-14-2 0,0 2-6,0-2 0,-2 8 335,3 4 0,-9 3-75,-4 1 0,-8 6 251,-4 2 0,-10 9-145,-7 4 1,-6 2 286,-6 2 1,-1 2-124,-4 2 1,-2 8 23,-5 9 0,-1 2-647,0 2 1,-5 11 198,26-16 1,0 1-1,1 5 1,0 1-216,-2 1 0,2 1 0,1 4 1,2 1 243,-3 0 0,2 2 0,2 2 0,2 2-83,0 1 0,3 1 0,4-2 0,4 0 45,1 0 0,3-1 0,2 28-434,13-9 0,13-6 107,16-14 1,7-10-114,10-11 1,2-9-107,6-4 0,9-4 99,-36-1 0,0-2 0,34-5 196,-11-9 0,-3-3-68,-6-9 245,-4 3 0,0-9 0,-8 4 0,-5-5 0,-5-4 0</inkml:trace>
  <inkml:trace contextRef="#ctx0" brushRef="#br0">30741 3473 7909,'-21'18'0,"0"2"0,12 9 598,0 4 0,2 10 41,3 7 1,0 1 525,4 6 1,0-4-1483,0 1 1,0-1-412,0-3 1,1 4 339,4-5 0,-4 6 0,4 7 0</inkml:trace>
  <inkml:trace contextRef="#ctx0" brushRef="#br0">27776 3101 7830,'-27'9'1340,"-2"4"1,2-1-466,-6 13 1,0 4-439,-4 12 0,-8 10-701,21-20 1,-1 0-1,0-2 1,0 0 367,-2 2 1,0 0 0,4-4 0,1 0-491,-19 26 1,5-4 730,7-8-1435,5-11 1,20-17 839,8-9 0,14-10-778,15-6 0,9-11 190,3-10 0,3-9 615,2-3 0,-2-4 223,-2 0 0,-9 3 0,-8 1 0,-3 5 0,-1-1 0,0-1 436,0 5 0,-10 9 53,-3 16 0,-6 7 434,2 9 1,0 5 368,5 12 1,9 5-827,2 11 0,11 2-233,2 2 1,6 6-4350,7 3 4116,-26-24 0,1 0 0,25 18 0,-1 6 0,1-1 0,0 1 0</inkml:trace>
  <inkml:trace contextRef="#ctx0" brushRef="#br0">32043 8421 7903,'-12'-18'0,"-1"4"0,1-2 0,4 2-911,-1 2 918,7 5 0,-4 7 796,6 8 0,7 9-429,5 3 0,2 4 95,7 1 0,4 4-109,4-1 1,6 3-128,3-2 0,-1-3-171,4 3 1,2-2 147,-2 2 1,6-2-485,-1 1 0,-11-1 40,-6-3 0,-12-3-106,-9 0 1,-6-2-315,-2 2 1,-18 2 300,-15-2 0,-20 2 36,21-10 1,-2-1 0,-3 1-1,-2 0 43,0 2 1,0-1 0,-3 2 0,0 0-1,1 3 1,0-1 0</inkml:trace>
  <inkml:trace contextRef="#ctx0" brushRef="#br0">28607 12452 7866,'-13'0'461,"1"0"1,0 0 93,-1 0-87,1-6 1026,-1 0-871,6-7 0,3 6-6,8 3 0,3 3-113,6 1 1,5 1 44,2 3 1,0-1-188,0 5 0,0 1-136,0 3 1,4 0-393,-4 1 0,4-5 183,1 0 0,-1-5-266,1 1 1,1 2-380,3-2 1,2 0-839,2-4 1,-1 0 386,-4 0 1,-1-4-1546,2 0 2624,-3-6 0,-7 3 0,-1-5 0</inkml:trace>
  <inkml:trace contextRef="#ctx0" brushRef="#br0">28967 12092 7842,'-7'-8'-76,"3"0"0,-2 4 1198,2-5-245,0 7 499,4-9-518,-6 9-431,5-3 0,-5 10-215,6 3 1,0 5-145,0 3 1,-1 9 206,-3 8 0,-3 9-65,-5 3 1,0 5 13,4 3 0,-4 5-310,-1 8 0,5-2 297,-4 2 0,3-3-29,1-1 0,1 0-272,3 0 1,3-6 191,-3-7 0,4-5 231,4-7 1,-3-3-235,3-1 0,-2-6-1842,-2 2 0,0-7 526,0-1 1,-6-6 977,-2 2 0,0-5-176,-5-4 0,4 2 309,-8-6 0,3 0-289,2-4 1,-1-5-116,1-4 1,-2-3-486,-2-5 995,2 4 0,-4-16 0,6 2 0</inkml:trace>
  <inkml:trace contextRef="#ctx0" brushRef="#br0">29314 12526 7767,'4'-12'564,"0"0"-318,0-1 1,-5 6 99,-3 3 1,1 4-105,-5 4 1,-1 5 321,-3 7 0,-4 5-155,-1 8 1,0 2 202,5 7 0,0-1-264,-1 0 1,6 2-124,3 2 0,-1-2-331,1 2 0,1-7 136,7-1 1,4-9-661,9 1 0,-2-10 346,6-3 0,-1-6-1080,5-10 1,4-5 553,0-7 0,0-4 810,-4-4 0,-6-7 0,-1 0 0</inkml:trace>
  <inkml:trace contextRef="#ctx0" brushRef="#br0">29550 12626 7767,'-7'12'674,"-3"5"-25,6-1 0,-2 6 580,2-1 0,3 4-581,-3 4 0,2-2 62,2 6 1,2-1-1149,2 1 1,7-3 321,5-5 1,7-6-358,-3-2 1,9-9 394,4-4 0,-1-5-1523,1-7 0,0-6 593,4-11 1,-5-5 349,-3-3 1,-4 1 657,-5-1 0,-2 0 0,-5-4 0</inkml:trace>
  <inkml:trace contextRef="#ctx0" brushRef="#br0">29897 12663 7767,'-18'0'0,"3"0"0,-6 0 0,1 1 661,-5 3 0,-6 10 11,-2 11 0,-8 7 70,-5 9 1,-2 3-724,-1 6 0,6-2 254,6-3 0,6-5-1164,11-11 0,7-5 693,9-12 1,5-5-1191,8-3 0,5-4 308,10-4 1080,7-8 0,6-19 0,7-7 0</inkml:trace>
  <inkml:trace contextRef="#ctx0" brushRef="#br0">30021 12663 7767,'6'7'672,"-5"4"0,4-4 3,-5 5 1,0 2 329,0 2 0,0 4-146,0 4 0,-1 3-347,-3 2 0,-3 2-1031,-5 6 1,-1-1 371,1-3 0,-6 3-1400,-3-3 0,-2 2 850,-2-2 1,2-3-514,2-5 1,-7-7 220,3-6 989,-8 1 0,2-12 0,-7 4 0</inkml:trace>
  <inkml:trace contextRef="#ctx0" brushRef="#br0">29041 11249 10392,'7'5'951,"3"4"-630,-6 7 1,4 8-93,-4 5 0,0 9-483,-4-1 0,0 9 228,0-1 1,0 4-202,0 0 0,-1-1-146,-3-2 1,2-9-465,-2-8 0,1-4-293,-1-4 1,-3-5 1129,-5-8 0,-6-2 0,-1-6 0</inkml:trace>
  <inkml:trace contextRef="#ctx0" brushRef="#br0">27900 11819 7767,'-7'16'288,"3"-4"0,2-2 242,2 2-265,0-5 0,11 3 675,6-6 1,5 1-418,3-1 1,5-2 184,3 2 1,10-3-265,6-1 0,7 0-219,6 0 1,7 0-338,-33 0 1,2 0 0,3 2 0,1 0 87,5 0 1,1 1 0,-3 1-1,1 0-252,3-2 1,1 0 0,-2 2 0,0 2 302,2-2 1,0 0-1,4-1 1,2 1-101,2 0 1,0 0 0,0 0-1,1 0 20,1 2 1,0 1 0,-1-3-1,0 0-539,1 0 1,0 0 0,2-2 0,-1-1 421,0 1 0,-2 0 0,-5-1 0,-2-1-254,-2 1 1,-1-2-1,-3 1 1,-2 0 59,-2 0 0,-1 0 1,-1 0-1,0 0-222,-3 0 0,0 0 1,26 0-103,-5 0 1,-12 2 687,-9 2 0,-4-4 0,-12 8 0,-6 3 0</inkml:trace>
  <inkml:trace contextRef="#ctx0" brushRef="#br0">2010 6176 7767,'-13'0'1393,"6"0"1,5-4-1151,10 0 0,7 0 496,14 4 0,3 4-250,5 0 1,7 0-73,6-4 1,10 0-409,11 0 1,-32-1 0,2-2 361,2 2 0,0-2 0,-2-1 0,0-2-182,0 2 0,0 0 1,-4-1-1,-2-1 27,31-6 0,-8 1-552,-4 2 0,-14 0 225,-7 5 0,-5-5-1088,-4 5 0,-4 0 648,-4 4 0,-8 2-1143,-3 2 1,-4 3 477,-1 5 1,-7 2 1053,-5 2 1,-6-1-147,-7 6 1,-5-2 352,-3 2 0,-6-2-45,-7-2 0,1-3 0,-9 2 0,-1 2-202,1-1 0,-6 3 202,-2-3 0,1 5 841,-1-1 1,7-2 98,9 2 0,9-5-384,8 5 1,14-6 80,7 1 1,6-2-227,6-1 1,13-5 251,8 0 0,9-5-256,4 1 0,4-3 167,8-1 0,5 0-240,3 0 1,-2-5-507,2-3 1,-5-8-905,0 0 1,3-5 726,-3 5 0,-4-5-734,-8 5 0,-2-1 276,-2 5 807,-6-1 0,4-2 0,-6 0 0,-2 0 0,0-2 0</inkml:trace>
  <inkml:trace contextRef="#ctx0" brushRef="#br0">2804 5742 7767,'11'-8'0,"-3"0"0,8 4 365,1-5 0,6 7 1083,6-3 1,7 5-700,6 5 0,3 1-249,-4 7 1,6 3-130,-1 1 0,-4 9-323,0-1 0,-9 4 103,-4 0 1,-8 3-553,-5 5 0,-8 1 11,-4 4 0,-2-4-245,-2 4 0,-10 2 268,-2 1 1,-9 8 109,0 0 0,-6 5-389,-2-4 1,-6-6 311,2-7 1,-2 2-154,-3-1 1,1-5 125,0-4 1,0-6-430,-1 2 790,1-3 0,-3-5 0,0 0 0,3 1 0,1 1 0,3 2 0</inkml:trace>
  <inkml:trace contextRef="#ctx0" brushRef="#br0">5905 5283 7767,'7'-6'635,"-2"0"0,-5 7-46,0 4 0,4 7 659,1 9-833,-1 8 1,-3 1-5,3 3 1,-1 7-31,5-3 1,-5 7-317,1-2 0,-1-1 148,1-4-571,-3 0 0,5 0 312,-6 1 1,0-2-781,0-3 0,0-3 0,0-5-198,0 0 0,-6-2 1024,-2-2 0,-3-3 0,-1-6 0</inkml:trace>
  <inkml:trace contextRef="#ctx0" brushRef="#br0">4999 6313 9369,'25'0'1100,"0"0"0,5 0-494,3 0-409,9 0 0,3 0 63,9 0 1,9 0-560,-26 0 0,1 0 0,-1-1 0,2 0 411,2 0 0,0-2 1,3 0-1,1-1-29,2-1 0,1-2 0,1 1 0,1 0-68,2-1 0,-1 1-61,-3 0 1,-1 0 0,2 0-1,-1-1 74,-6 1 1,-1 0 0,1 2 0,0 0-64,-3 0 1,0-1 0,0 2 0,-2 0 0,29-7 205,-8 2 0,-12 5-123,-9-1 0,-6-2-223,-6 2-588,-5 0 0,-7 4-2291,-4 0 1737,-7 0 1537,-2 5 0,-12 2 1,-7 6-1</inkml:trace>
  <inkml:trace contextRef="#ctx0" brushRef="#br0">5483 7020 7767,'-7'0'3350,"-4"0"-2993,10 0 1,1 0 296,8 0 1,5 0-201,3 0 1,8 4-253,4 0 0,6 0 1,-6-4 1,6 0-522,-5 0 0,5 0-792,-1 0 0,2 0 654,-2 0 0,-3-1-1181,-5-3 1,-2-2 162,-2-2 1474,-3-3 0,-6-2 0,1-6 0</inkml:trace>
  <inkml:trace contextRef="#ctx0" brushRef="#br0">5917 6610 7767,'-5'-12'1784,"-3"0"-1432,-3-1 1,-2 6-103,1 3 0,3 3 573,1 1 1,4 7-327,-4 5 1,5 6-183,-1 7 0,3 1-220,1 3 1,0 4 120,0 8 0,0 3-210,0 6 0,1 4 46,3 0-70,-3 5 0,9-3 0,-6 6-109,-1 0 8,4-5 0,-6-8 0,5-7-272,-1-4 116,-3 0 1,3-7-1,-5-3-58,0-6 266,6-4 1,-5-6-22,3 1 1,-4-1 32,-4 0 1,-3 1-119,-5-1 1,-1-3-134,1-1 0,-6-1 119,-3 1 1,2 2-90,-2-6 1,-3 0 15,-5-4 1,0-6-25,4-2 0,1-8-207,4-5 1,-1-4 10,9-4 0,-2 3-113,10-3 0,1-1 593,7 1 0,3 0 0,11 4 0,1 0 0</inkml:trace>
  <inkml:trace contextRef="#ctx0" brushRef="#br0">6265 6846 7767,'0'-12'746,"0"-1"1136,0 1-1153,0 5 0,-2 1 0,0 8 762,-3 2-1097,-4 3 1,6 11 115,-5 2 1,5 8 45,-1 1 1,2 5-265,2-1 1,0 3-118,0 2 1,5-5-269,-1 0 0,5-2-358,0 2 0,2 2-906,1-6 0,1 0 585,-1-4 0,0-6 1,2-4-230,3-5 1,-4-5-319,4-5 0,1-11 1319,-2-5 0,1-17 0,-5-6 0</inkml:trace>
  <inkml:trace contextRef="#ctx0" brushRef="#br0">6600 6883 7259,'7'13'2305,"-2"-1"-1366,-5 1 1,0 0 246,0 4 0,0-2-589,0 6 0,4-5-313,0 5 0,6-5-56,-2 5 1,3-6-1415,2 2 1,0-5-1160,4-4 0,1 2 619,3-6 1726,2-5 0,2-12 0,7-6 0</inkml:trace>
  <inkml:trace contextRef="#ctx0" brushRef="#br0">6835 6809 7767,'-31'12'2089,"-5"2"-1478,3 3 1,1 3 578,-1 9 0,0 3-550,-4 5 0,-2 2-433,-2 2 0,9-2 144,3 2 0,8-12-521,9-4 0,5-9 117,3 1-1588,3-9 1,7-2-499,7-6 1,5-3 539,7-5 1599,-1-12 0,1-11 0,0-7 0</inkml:trace>
  <inkml:trace contextRef="#ctx0" brushRef="#br0">6972 6834 7767,'20'0'491,"1"0"0,-6 0 687,2 0 1,-3 0-140,-2 0 0,-1 7-495,-3 5 0,2 2-63,-6 6 0,0 1-140,-4 4 0,0 4-754,0 0 1,-7 9 42,-5 0 0,-6 2-141,-7-3 1,0 0-864,1 0 1,-5-1 685,0-3 1,0-3-1293,4-5 1822,-5-6 1,-8 5 0,-6-5 0</inkml:trace>
  <inkml:trace contextRef="#ctx0" brushRef="#br0">4565 5581 7767,'0'8'0,"0"1"0,0 2 1254,0 9 0,0 8-500,0 13 1,4 16-509,-2-23 1,0 2 0,3 6 0,-1 3-787,-2 6 0,0 1 0,0 2 0,0 1 545,-2 6 0,0 2 1,0 1-1,0 0-425,0 6 0,0 1 1,-1-22-1,-1 1 1,-1 0 367,1 2 0,-1 1 1,0-1-1,0-3 0,0 0 1,0 0-55,0-2 1,0 0 0,0 0 0,-2 21 0,1-1 19,1-5 1,2 0-1,-1-1 1,1-1-642,2-4 1,2 0 726,0-6 0,1 0 0,0 3 0,1-1 0,1-6 0,1-1 0,1-3 0,2 0 0,1-3 0</inkml:trace>
  <inkml:trace contextRef="#ctx0" brushRef="#br0">7505 5655 7789,'7'-5'0,"4"-1"965,-3-2 0,3 10-416,2 10 1,2 11-89,-3 10 0,6 10 658,-9 7 1,4 6-751,-4 10 0,-2-28 1,1 0-299,0 5 0,0 1 1,1 6-1,-1 1 126,-1 2 0,-2 1 0,0 2 0,-1 0-597,0-4 1,0-1 0,-2 3 0,-1 0 394,1-3 1,0 1 0,-2-1 0,0-1-191,-2-4 0,0-2 1,-1-1-1,0-1-186,-1-7 0,0 0 1,-1 1-1,0-1-733,1 32 1,-4 2 225,4-7 1,-5-3 364,5-10 0,-4-4-37,4-4 560,0-8 0,4-6 0,0-10 0,0-6 0</inkml:trace>
  <inkml:trace contextRef="#ctx0" brushRef="#br0">9155 6288 7804,'0'-7'646,"0"3"18,0 8 1,2 9-249,2 7 1,-2 15 309,7 6 0,-7 11-255,3 6 1,-4 7-721,-1 1 1,0 0 455,0-4 0,0-5-1042,0-3 1,0-10 97,0-7-1045,0-5 1125,5-13 657,-3-7 0,3-6 0,-5-6 0</inkml:trace>
  <inkml:trace contextRef="#ctx0" brushRef="#br0">9031 6152 7804,'0'-28'602,"0"3"1,6 3-482,2-3 0,10 2-94,7 2 0,1 1-109,7 7 1,0-2-760,4 7 0,7 2 841,6 2 0,0-3 0,5 0 0</inkml:trace>
  <inkml:trace contextRef="#ctx0" brushRef="#br0">9986 6015 7804,'-20'25'951,"-1"0"1,4 0-387,-3-1 1,0 1 548,0 0 0,-8 5-510,3 3 1,-2-2-303,2-2 0,10-5-82,2-3 0,9-3-356,0-6 1,6 1 161,6-1-130,0 1 1,20-1 0,-2 2-73,4 2 0,3-3 149,4-1 0,1 1-251,-1-5 1,0 3 0,0 1 137,-5 1 1,-2-1-22,-5 0 0,-6 5 109,-2 0 0,-5 0 33,-3 0 0,-5-2 0,-10 6-43,-6 1-172,-6 1 0,-8 6-261,-3 0 1,3 4-140,-3-4 0,-3 0-136,-1-4 0,3-2 0,1-1 770,2-1 0,-3-6 0,-2 3 0</inkml:trace>
  <inkml:trace contextRef="#ctx0" brushRef="#br0">11984 5606 7804,'0'-37'0,"5"1"386,3 3 0,3 4 999,2 8-923,-1 9 0,6 8 60,3 8 0,-2 14-52,2 11 0,-6 12-55,1 9-288,-7 10 0,-6-23 0,-1 1-43,-1 3 0,-2 0 0,1 0 0,-1 0 0,-1 0 0,-2 2 45,-1 1 1,-2 0-1,-3 2 1,-2 0-447,-2 4 0,-1-1 1,-2 2-1,1-1 26,1-2 1,1-1-1,0-4 1,-1-3-283,-10 22 1,7-14-78,6-15 357,5-8 1,7-20 22,0-5 1,7-9-1,5-9-116,8-1 0,3 2 368,2-4 0,1 6-24,3-1 328,-3 7 1,9 4 184,-6 5 0,-1 1-35,-3 3 78,-5 3 0,-2 11-477,-6 3 1,-5-2-1,-3 2 187,-3 1 1,-1-3 265,0 2 0,-5-5-7,-3 5 0,-5-10-113,-3 1 0,-4-2-425,-5 2 0,1-5 88,-1-2 1,0-4-522,0-1 1,-1-1-199,-3-4 1,3 3 0,-2-7 285,6 0 0,0-8-642,6-4 0,-4-2 64,8-2 612,-3 0 1,13 1-37,-2-1 0,8-1 402,5-3 0,13 3 0,4-5 0</inkml:trace>
  <inkml:trace contextRef="#ctx0" brushRef="#br0">12405 6400 7804,'25'0'334,"0"0"0,-6 5 21,-2 3 0,-9 9-86,-4 4 1,-2 3 642,-2 5 0,-5 2-393,1 2 0,-5 1 237,0-5 1,4 0-286,1-4-264,2 0 0,4-7-252,2-6 1,7-7 0,7-9 197,1-4 1,2-7-369,4-2 0,-5-5 95,1 2 1,-2-8-173,2-1 0,-3 4-188,-6 5 0,-5 0 24,-3 0 246,-2-4 1,-4 11-67,-2-4 0,-4-1 97,-9 2 0,-6 0 163,-6 8 1,-1 3 122,1 5-91,3 0 0,-3 9-28,8 4 1,-1 3 0,7-1-68,4 2 0,4 4-554,7-5 0,0 5 263,0-5 0,5 1-557,4-5 1,7 1-133,5-1 1059,2-5 0,2-2 0,0-5 0</inkml:trace>
  <inkml:trace contextRef="#ctx0" brushRef="#br0">12889 6338 7804,'7'-13'0,"4"5"594,-3 0 0,-1 5-181,2-1 1,-7 4 291,2 4 0,-2 8 0,-2 9 228,0 2-200,-6 8 1,4-4-485,-7 6 1,1-5-1,-3 2-98,3 1 1,-2-5-564,6 3 375,0-9 0,4-2 1,0-5-882,0-1 671,0-5 1,1-2-126,3-5 1,-1-1-461,5-3 1,1-3 273,3-5 0,0-2-58,1-3 649,5 4 0,-4-7-133,2 4 1,-2 2 55,-2-3 1,1 4-22,-1 0 1,0 1 0,-1-1 370,-2 1 0,-2 5 80,-3 3-261,-3 3 1,3 1-56,-8 0 1,1 5-36,-5 3 1,1 3-251,-1 2 1,1 3-247,3 1 1,3-1-317,-4-3 0,4-1 145,1 1 1,0-5 631,0 0 0,11-5 0,3 2 0</inkml:trace>
  <inkml:trace contextRef="#ctx0" brushRef="#br0">13050 6400 7804,'-11'-13'85,"3"1"0,-1 4 462,4-1-340,1 1 0,4 0 886,0-1-327,0 7-199,0-4 1,2 6 200,2 0 24,3 0-544,5 0 0,-4 2-33,1 2 0,-7 4-90,2 9 1,-2 0-156,-2 4 1,0 4 245,0 0-248,0 0 1,0 5-213,0-5 0,0-2 0,0-1-214,0-1 0,0-2-187,0 2 0,0-3-120,0-6-139,0 0 1,0-3-145,0-1 180,0-5 0,0 1 868,0-8 0,0-3 0,0-6 0</inkml:trace>
  <inkml:trace contextRef="#ctx0" brushRef="#br0">13224 6474 7804,'0'-12'1000,"0"-1"-621,0 1 0,0-1 623,0 1-266,0 5-376,6 2 0,-5 6 11,3 3 0,-2 9 98,-2 7 1,0 4-150,0 0 1,0 3-101,0 2 0,-5-3-381,1 3 0,0-7 177,4-2 0,-4-4-468,0 0 395,0-2-362,4-7 85,5-2 0,2-16-169,6-5 0,3-6 242,1-3 1,3 0 83,-3 0 0,-1 2 68,-3 2 0,3 3 193,1 6 0,-5 5 275,-3 3 143,-7 2 1,8 12 70,-6 2 1,0 9-256,-4 0 0,-1 2 147,-3 2-321,2 0 0,-3-4-357,5-1 0,0-5 190,0 2 1,0-2-1149,0 2 1,1-8 576,3 4 0,-1-5-2172,5 0 2766,6-2 0,0-6 0,4 0 0</inkml:trace>
  <inkml:trace contextRef="#ctx0" brushRef="#br0">13968 6412 7804,'-24'0'2050,"-5"0"-1252,0 0 0,-2 1 0,2 5 894,-4 6-1127,-2 12 0,-1 7 383,3 7 1,-2 4-484,6 4 0,10-3-51,7-2 1,7-4-21,1-4-633,8-8 0,3-4 0,7-9-720,3-5 772,7-4 0,3-9-271,2-2 0,5-9 0,0-5-116,1-5 0,-1-5-353,4-5 0,-1-2 187,0-2 147,0 2 1,0-5 247,1 3 1,-1-9 195,0-8 1,-16 23 0,-1-1 0,1-3-1,-2-1 6,0-1 1,-2-2 0,0-1-1,-2 0-1018,-2-1 1,-1-1 1179,-2 2 1,-1 0-1,-2 2 1,-1 1 167,-2-25 0,-3 18 812,-1 23 1,-5 13-387,-4 12 0,-2 12 352,-1 13 1,-2 5-415,-3 7 1,4 6-93,-4 2 0,2 4 113,-2 0 1,4 2-155,-4 3 1,3 1-276,2 3 0,0 1-383,-1-5 1,2 5-534,3-1 1,-3 6 189,3-2 0,-2-5-338,2-11 1,2-3 0,6-8 218,0-1 1,6-15-81,2-11 0,14-9-362,7-12 1144,5-7 0,1-15 0,2-2 0,3-3 0</inkml:trace>
  <inkml:trace contextRef="#ctx0" brushRef="#br0">14452 6499 7804,'0'12'1610,"0"1"1,0 3-749,0 1 0,0 1 2,0-2 1,0-1 669,0 6-612,6-6 0,2 2-553,9-9 1,-2-3-150,5-5 0,2-5-975,7-3 0,5-13 542,7-4 0,-1-8-1098,5 0 1,-5-3 582,2-1 1,-9 4-502,-4 0 1,-9 5 523,-3-1 1,-5 3 276,-3 1 0,-15 6 601,-10 3 1,-7 7-175,-1 5 0,-5 6 1056,0 6 1,-6 6-691,2 10 0,3 7 870,1 2 1,-1 1-440,1-1 1,4 3-356,4-3 1,6 2-1243,-2-2 0,9 1 483,4-5 0,4-1-285,4-8 1,4 1 325,9-9 1,8-2-1493,8-10 0,4-3 105,4-5 1664,4-6 0,4-16 0,1-2 0</inkml:trace>
  <inkml:trace contextRef="#ctx0" brushRef="#br0">15197 6424 7804,'0'13'0,"0"-1"1593,0 1 0,-2-1-713,-2 0 0,-3 6-494,-5 3 1,-5 2-144,1 2 0,-2 0 1171,1 0 1,5-6 221,-1-2-1118,7-4 1,7-6-1789,3-3 0,10-9 785,11-7 1,1-6-29,7-7 0,0-1 197,4-3 0,0-4-772,1-9 1,3 1 416,0-9 1,-17 24 0,-1-1 405,0-5 0,0-3 0,0-3 0,1-3 53,-1-4 1,-1-1-1,2-3 1,-1 0-283,-2-3 1,-1 0 0,-1 0 0,-1-2 549,0-2 0,-2 1 1,-3 8-1,0 3-84,0 5 1,-1 3 0,3-15 2343,-7 27-1818,-5 10 0,2 18 243,-5 8 0,-1 10-230,-3 3 0,-5 5 642,-7 8 1,2 0-341,-2 4 1,0 2 0,0 5 1,2 2-318,-2 3 0,-2-2-18,1 6 1,1-4-623,3 4 1,-3 5 168,7-28 0,1 1 0,-8 31-143,3-1 1,2-4 163,3-4 1,2 1-784,6-5 1,3-7 864,5-10 0,2-7-3458,11-9 3329,-1 3 0,9-13 0,0 5 0,0 1 0</inkml:trace>
  <inkml:trace contextRef="#ctx0" brushRef="#br0">16549 6784 16318,'-11'-8'1610,"2"0"1,-2 3-3736,3-3 1,-3 5 169,-1-1 1955,-1 3 0,-5 1 0,-1 0 0</inkml:trace>
  <inkml:trace contextRef="#ctx0" brushRef="#br0">2518 9649 7823,'-18'0'0,"5"4"514,-4 0 1,3 2 610,2-2-358,5-3 1,3 6-98,8-3 0,4-2-255,9 2 0,8-3-1,8-1 0,8 0-80,5 0 1,3-4 36,5 0 0,-2-2-416,6 2 1,-1 2 40,1-7 1,5 2-596,-5-1 0,-2-2 438,-10 6 0,-3-4-1008,-6 4 0,-1-4 543,-3 4 1,-8-1-2103,-9 5 1489,-2 0 1239,-7 6 0,-13 1 0,-8 5 0</inkml:trace>
  <inkml:trace contextRef="#ctx0" brushRef="#br0">2444 10046 7823,'-7'5'673,"1"-3"1,12 3 532,2-5 0,12 0-520,8 0 1,7 0-104,15 0 1,3 0-328,13 0 1,-31-2 0,1-1-368,3-1 1,0 0 0,2-2 0,0 0 1,2 0 1,1 0 0,-4 0 0,1 0 106,-2-1 0,0 1 1,-1 1-1,-1-1-550,-2 2 1,0 0-1,31-7 249,-8 3 0,-8 1-1103,-9-1 0,-2-1-221,-2-3 1627,-11-1 0,7-4 0,-8-4 0,3-3 0</inkml:trace>
  <inkml:trace contextRef="#ctx0" brushRef="#br0">3263 9277 7823,'-6'7'3258,"6"2"-3204,0-4 0,7 6 28,10 1 1,7 2 318,9 7 0,5 1-120,3 6 1,-2 4-575,2 5 1,0 2-123,-3 2 0,-4 5-34,-9 8 0,-7-8 186,-6 4 0,-6-7 57,-11 2 1,-7-3 178,-9 3 1,-3-5-162,-5 1 1,-3-1 295,-5 2 1,-5-4-63,1 4 0,-4-4-281,3-1 0,-3-5 175,3-3 0,1-3-1639,4-1 1699,5-6 0,6-4 0,5-5 0,-1 0 0,-1-2 0</inkml:trace>
  <inkml:trace contextRef="#ctx0" brushRef="#br0">2072 8372 7823,'-7'-13'2101,"1"6"-1558,6-4 1,0 11-148,0 0 0,2 11 124,2 10 0,-3 4-133,3 4 1,-1 2-310,1 7 0,-2 4-81,2 4 0,-8 8-187,-5 3 1,-2 4-184,-1 1 0,-1 1 396,1 4 0,0-11-275,-1-2 1,6-10 41,3-11 1,3-7 571,1-5-274,0-11 1,7 1 234,5-11 0,1 0 41,3 0 0,3 0-188,2 0 0,-2 0-528,2 0 0,0 0 477,4 0 0,-1 0-613,1 0 0,-4 0 93,0 0-363,-1 0 0,4-5-1948,-4 1 2706,-2 0 0,0-1 0,1-2 0</inkml:trace>
  <inkml:trace contextRef="#ctx0" brushRef="#br0">2518 8930 7823,'-12'0'733,"4"0"-193,-1 0-147,7 0 0,-5 5-97,3 3 0,2 3 138,-2 2 1,3 1-91,1 2 0,0-1-166,0 6 1,4-4-171,0 3 0,0-3-252,-4 3 1,4-3-695,0 4 0,0-6 542,-4 1 1,0-2-1933,0-1 2328,0-1 0,6 0 0,1 1 0</inkml:trace>
  <inkml:trace contextRef="#ctx0" brushRef="#br0">2431 8694 12055,'14'0'-1580,"3"0"0,-2 0 1580,6 0 0,-1 6 0,5 0 0</inkml:trace>
  <inkml:trace contextRef="#ctx0" brushRef="#br0">2717 8905 7823,'-6'19'337,"5"-1"-95,-3-6 0,-2 1 184,2-1 0,-1 5 1501,0-1-668,4 1-904,-4-5 0,6-1-250,3-2 0,3-4 0,5-5-298,1 0 1,1-3 142,2-5-766,-2 0 1,8-14 327,-6 5 1,2-5 0,-2 3-633,0 0 860,-5 1 1,0 3-153,-3 2 1,-2-2 155,-2 7 0,-3 1 211,-1-1 0,-5 5 32,-3-1 1,-3 2 269,-2 2 0,-1 6-230,-2 2 0,2 3-16,-2 1 0,3 1 174,5-1 0,-3 2-447,3 3 1,2-4-1135,2 4 1396,3-3 0,1-2 0,0 1 0,0-1 0</inkml:trace>
  <inkml:trace contextRef="#ctx0" brushRef="#br0">2977 8892 7094,'13'7'-364,"-6"4"1128,-3-2 1,1-2-247,-1 1 0,1 4 422,-5 5 0,0 1-404,0-2 1,0-2 356,0 3 0,0-4-162,0 0-261,0-6-733,0 4 0,1-11 235,3 0 1,3-6-786,5-6 0,2-5 480,3 1 0,-4-5-319,4 4 0,-2-3 131,2 3 1,-4-2-134,4 7 0,-3-4 488,-2 8 1,-4 3 104,1 0 526,-7 4 1,8 7-376,-6 2 0,0 3 265,-4 1 0,0 2-144,0 3 0,-4-4-926,0 4 0,0 1 375,4-2 1,0 5 339,0-4 0,-6 5 0,0-3 0</inkml:trace>
  <inkml:trace contextRef="#ctx0" brushRef="#br0">3387 8930 7823,'5'-13'0,"-3"5"690,2 0 0,-2 5 313,3-1-501,-4 2 1,9 4-150,-6 2 1,1 4-232,-1 9 1,-2-2 48,2 6 1,1-1-138,0 5 0,-1 4-211,-4 0 0,0 0 205,0-4 0,0-2-105,0-2 1,1 1 54,3-6 0,-2-3-189,2-5 1,-2-5 67,3 1 0,-3-12-132,7-5 1,0-13 64,8-3 0,-2-5-411,6-3 1,-5-5-559,5 1 1,-6 1 324,2 7 797,-4 2 1,5 12 0,2 1 0</inkml:trace>
  <inkml:trace contextRef="#ctx0" brushRef="#br0">3858 8843 7823,'0'8'963,"0"0"0,-1-2-14,-3 6 0,1-1-395,-5 10 0,3 1-201,-3 7 0,4-3-108,-4 3 0,5-3-442,-1-1 1,-2 3-1038,2-4 0,0-1 270,4-11-1352,0-5 2316,0-2 0,0-5 0,0 0 0</inkml:trace>
  <inkml:trace contextRef="#ctx0" brushRef="#br0">3833 8706 9820,'-7'7'3218,"2"0"-2458,5-3 1,1-2-1290,3 2 1,3-3 361,6-1 1,3-1-3565,1-3 3731,5-3 0,3-6 0,6 1 0</inkml:trace>
  <inkml:trace contextRef="#ctx0" brushRef="#br0">4193 8396 7823,'-12'25'0,"-1"4"1177,1 0 1,-1 7 23,1 1 0,-2 3 306,-2 10 0,3-5-1368,1 5 0,1-2-45,7-7 1,0 6-640,4-1 0,0-4 409,0 0 0,5-9-1802,3-4 1,5-13 1027,3-3 0,-2-15 910,3-2 0,2-17 0,0-5 0</inkml:trace>
  <inkml:trace contextRef="#ctx0" brushRef="#br0">4416 8285 7823,'-1'8'1004,"-3"0"1,1 1 119,-5 3 1,1 6-567,-1 3 0,-3 7 477,2 6 0,0 6-477,0 1 1,0 6-247,5-2 1,-5 3-91,5 2 0,-1-2-1119,1-2 0,2 2-139,-2-3 1,1 5-597,-1 4 1,3-10 1631,-3-3 0,-3-8 0,0-8 0</inkml:trace>
  <inkml:trace contextRef="#ctx0" brushRef="#br0">4491 8954 7823,'-2'9'1038,"-2"-1"1,3 0-102,-3 5-572,2-1-74,2 1 0,6-2 437,2-3 1,5-8-778,3-8 0,8-10 53,4-7 1,6-4-682,-6-4 0,1-3 372,-4 3 0,0 1-75,0-1 0,-6 6 109,-2-2 0,-9 8 474,-4 4 0,-9 9-204,-8 4 0,-6 4 43,-10 4 1,1 10 657,-5 11 0,2 5-358,-2 7 0,-2 5 169,6-1 0,2 6-292,6-2 0,4 4-508,9 0 1,-2 3 224,6-2 1,7-9-849,9-12 0,6-8 491,7-4 1,1-5-694,3-4 1114,3-2 0,4-6 0,-3 0 0,-3 0 0</inkml:trace>
  <inkml:trace contextRef="#ctx0" brushRef="#br0">6935 8595 7823,'0'-13'1854,"0"1"0,1 7-978,3 5-544,3 5 1,1 14 0,1 7 229,0 10 0,-2 3 23,1 6-735,-5 1 0,3 9-488,-6 3 0,0 2 51,0 3 1,0-8-717,0-6 1,-6-5 1302,-2-6 0,-9-1 0,-2 0 0</inkml:trace>
  <inkml:trace contextRef="#ctx0" brushRef="#br0">6116 9699 7823,'-19'4'352,"2"0"0,3 0 865,2-4-90,5 0 1,3 4 92,8 0 0,4 0-589,9-4 1,8 0 17,8 0 0,8 0-250,4 0 1,5-1-205,4-3 0,8 1-361,-28-1 1,2 0 0,4 0 0,0-2 237,3-2 0,1 0 0,2 0 1,2 1-308,3-3 1,1-1 0,1 1 0,0-1 317,3-1 1,0-1 0,-6 3-1,-1 1-463,-3 1 1,-1 0-1,-4 1 1,-2 0-221,27-6-745,-16 1-175,-9 5 0,-22 3 549,-2 8 686,-14 3 0,-16 5 285,-7 1 0,-9-1 0,-3 1 0</inkml:trace>
  <inkml:trace contextRef="#ctx0" brushRef="#br0">6352 10269 7823,'-13'13'-378,"5"-1"315,0 0 0,5 1 1688,-1-1 0,4-1-767,4-3 0,8 2 612,9-6 1,8 4-554,4-3 1,7-1-487,1-4 1,6-2-785,-1-2 1,-2-7 284,1-5 0,1-6-552,3 1 0,-6 2 483,-6-2 0,-1 0-1866,-7-3 1,-1 3-22,-8 0 2024,-7 6 0,-2-8 0,-4 3 0</inkml:trace>
  <inkml:trace contextRef="#ctx0" brushRef="#br0">6749 9860 7823,'-25'0'0,"0"0"0,6 5 718,2 4 1,5 4-26,3 8 0,4 5 40,5 11 0,0 6-110,0 3 0,1 6-399,3 2 0,-1 8 162,5-4 1,-1 1-131,2-5 1,0-2-90,-5 6 1,5-2 41,-5 2 0,0-4-210,-4-8 1,0-5-305,0-8 1,0 1 300,0-5-736,-6-5 0,-1-8 368,-5-7 1,0-4-588,-1-5 0,1-5 376,-1-4 0,2-7-284,3-5 1,-3-4 508,3-4 0,-2 0-207,2-8 1,-3 1 564,3-9 0,-3 5 0,-2-3 0</inkml:trace>
  <inkml:trace contextRef="#ctx0" brushRef="#br0">7021 10133 7823,'0'8'1560,"0"0"0,-5 5-105,-3 3 1,-3 12-691,-2 1 0,2 5-349,3 3 1,-2 5-164,6-1 1,-4 0-774,4-3 0,1 3-265,7 0 0,-1-4 607,5-3 1,0-11-1293,5 2 1,3-9 580,1 1 0,5-10-163,-1-7 0,-2-13 596,2-11 0,-1-7 456,5-6 0,0-6 0,0-1 0</inkml:trace>
  <inkml:trace contextRef="#ctx0" brushRef="#br0">7294 10220 7823,'9'0'790,"-1"0"0,-4 1-239,4 3 1,1 3 535,3 5 1,0 6-512,1 3 0,-1 2 12,1 2 1,0 4-648,4 0 1,-2-1-757,6-8 0,-5 1-19,5-9 0,-4 2 593,3-10 1,-1-7-2505,2-9 2745,-3-6 0,0-18 0,1-2 0</inkml:trace>
  <inkml:trace contextRef="#ctx0" brushRef="#br0">7629 10083 7823,'-25'13'244,"1"-1"0,-1 6 338,0 2 1,-1 9-135,-3 5 0,-3 5 738,-5 3 0,3 5-884,-4-2 0,8 3 581,-7 2 0,8-6-1372,0-3 1,10-9 408,6-7 1,6-6-1718,7-6 0,2-6 1045,2-3 0,4-8 752,9-5 0,7-13 0,8-4 0</inkml:trace>
  <inkml:trace contextRef="#ctx0" brushRef="#br0">7815 10133 7823,'13'0'1759,"-1"0"-1451,1 0 0,-1 1-92,0 3 1,1 3 1138,-1 6 0,-1 4-254,-2 4 1,-3 3-583,-1 0 1,-4 3-1218,3 1 1,-8 4 477,-4 5 1,-5-4-928,-3 1 0,-5-1 707,-8 4 1,2-6-996,-7-2 0,1-4 55,-4-4 1225,-6-3 0,-6 0 1,-8 1-1</inkml:trace>
  <inkml:trace contextRef="#ctx0" brushRef="#br0">9093 9475 7823,'8'3'1010,"1"5"0,-5 6-232,4 11 0,-5 12 188,1 9 0,-5 9-492,-8 11 1,1 1-477,0-31 0,0-1 0,-6 31-882,1-8 0,6-10 221,3-11-979,3-11 941,1-13 701,5-19 0,-3-13 0,3-13 0</inkml:trace>
  <inkml:trace contextRef="#ctx0" brushRef="#br0">9118 9351 7823,'-4'-8'605,"0"0"1,0 4 831,4-5 0,5 5-1326,3-4 1,10 1-30,7-1 1,5-3-2052,8 3 0,6 1 1969,5-2 0,6 1 0,7-4 0</inkml:trace>
  <inkml:trace contextRef="#ctx0" brushRef="#br0">9837 9389 7823,'-17'12'0,"-1"5"1408,-3-1 1,-1 5-776,5-5 1,-1 5 1257,2-5 1,2 7-990,-2-3 1,3 4-674,5 0 1,4-3-476,8 0 1,3-5 233,5 5 1,7-6-311,6 2 1,0-5 314,4-4 0,1 3-188,-1-2 1,0-2 65,-4 1 0,-1-1 255,-4 1 1,-2 3-269,-5-3 0,-7 3-110,-1 2 1,-4-1-249,-1 0 1,-10 2 266,-2 3 1,-13-2-981,0 6 1,-4-5 488,0 5 1,-2-5-1722,-7 5 2445,1-6 0,-6 3 0,-1-6 0</inkml:trace>
  <inkml:trace contextRef="#ctx0" brushRef="#br0">11897 9500 7823,'-11'-25'0,"0"-1"1175,-2-3-716,4 9 0,-9-4 154,5 12 0,0 1 0,-4 2 84,-4 5 1,2 14-321,-2 7 0,6 11 58,-1 10 0,0 4-86,0 8 1,4 0-362,-1-1 1,2-1 195,7-2 1,0-5-639,4-8 0,0-8 209,0-8 0,11-10-3,5-7 1,8-9-606,5-11 0,-2-8 384,6-13 0,-4 1-436,4-6 0,-1 5 433,1-5 0,-4 11 477,-8-3 0,1 10 26,-6-1 0,0 8 218,-8 4 1,-3 10 218,-5 7 0,0 13-311,0 12 1,0 5 550,0 7 0,0 0-258,0 1 1,0-1 97,0 0 1,0 4-185,0 1 1,5-6-1225,-1-8 0,7-3 567,1-4 1,2 0-2762,7-9 3054,5-2 0,0-10 0,4 0 0</inkml:trace>
  <inkml:trace contextRef="#ctx0" brushRef="#br0">13584 9426 7823,'-13'-32'0,"1"3"244,0 8 0,-5 5 396,1 8 1,-5 2 267,4 6 0,-5 6-347,2 2 0,-4 10 141,-1 7 0,2 5-279,2 7 0,2 6 22,2 2 1,5 2-137,0-1 1,1 1-260,6-6 0,3 0-291,6-4 0,3-5-501,5-3 0,6-14-621,3-6 1,4-8 644,4-5 0,6-9-1796,7-7 2514,-1-4 0,-4-12 0,0-2 0</inkml:trace>
  <inkml:trace contextRef="#ctx0" brushRef="#br0">13857 9475 7823,'0'18'0,"0"-3"652,0 6 1,-4 4-376,0 4 0,-6 5 1529,2-1 0,-2 3-880,2 1 1,2-9 589,6-3-1108,0-14 0,10 0-199,2-11 0,9-7-306,0-5 0,3-8 149,5-9 0,-2 2-922,1-6 1,-1 1 605,-3-1 1,-3 1-802,0 3 1,-10 7 304,1-3 1,-8 5 270,1-1 0,-5 3 281,-5 6 1,-8 5 196,-12 3 0,-1 2 334,-7 2 1,-1 10-293,-3 2 1,6 9 214,2 0 1,4 2-99,4 2 1,2-4-54,2-1 1,9-3 13,0 4 1,5-6-1285,3 1 1,1-3 1174,3-5 0,9 3 0,6-4 0</inkml:trace>
  <inkml:trace contextRef="#ctx0" brushRef="#br0">14279 9451 8348,'0'12'1579,"0"0"1,-2 2-1019,-2 3 0,-3 1-239,-5 2 0,4 2-100,-1-5 0,5 4 881,-4-5 1,5 1-499,-1-5 1,3-4-1648,1 1 537,0-7 1,6 2-226,7-8 1,-1-7-310,5-5 0,2-6 414,2 1 1,-2-1 282,2 1 1,-6 2 106,1 2 0,-2 5 632,-1 0 1,-1 3-304,0 5 0,-3 3 315,-1-3 1,-5 8 677,1 4 0,-3 7-507,-1 2 1,0 4 76,0-5 1,0 6-272,0-1 1,0-3-958,0-2 0,0-2 439,0-2 1,0 5-3458,0-1 2702,6 1 0,1-6-1316,5-3 2203,0-2 0,6-12 0,2-1 0</inkml:trace>
  <inkml:trace contextRef="#ctx0" brushRef="#br0">14924 9376 7823,'7'-12'0,"-3"-1"0,-3 5 1677,-1 0 0,-1 5-99,-3-1 1,-5 4-889,-7 4 1,-4 4 441,-4 9 0,-5-2-544,0 6 1,0-1-447,4 5 0,2 0 56,2 0 1,4-5-826,9 1 1,3-6 459,5 2 0,2-3-575,7-2 1,0-4 177,12 1 1,0-5-110,3 4 0,1-4 349,0 4 1,0 1 114,0 3 0,-6 0 632,-3 1 0,-6 1-320,-2 2 1,-5-2 583,1 2 0,-4 2-403,-4-1 0,-3-1-347,-5-3 1,-1-2-1207,1-3 0,4-2 680,0-6 0,-1-2-649,-3-2 1,5-3 3,3-5 1234,2-6 0,-3-7 0,-2-7 0</inkml:trace>
  <inkml:trace contextRef="#ctx0" brushRef="#br0">15420 8868 7823,'8'1'0,"0"3"0,-1 0 1288,2 9 0,-4 2 192,-5 10 1,0 6 554,0 7 1,-1 10-513,-3 10 0,-3 2-1134,-6 2 0,6 6-744,5-33 0,0 0 0,1 33 199,1-2 1,0-8-599,0-5 1,0-3 635,0-4 1,0-7-3292,0-10 1138,0 0 783,5-20 1,-3-4 510,2-13 1,-3-9-723,-1-3 1699,-5-9 0,-2-3 0,-6-5 0</inkml:trace>
  <inkml:trace contextRef="#ctx0" brushRef="#br0">15271 9339 7823,'-12'-7'574,"-1"3"0,1 3 2392,-1 1-2186,7 0 1,0 5 545,6 3 1,7-1-642,5 2 0,6-3-238,7 3 0,5-4-186,3-5 1,5 0-1224,3 0 1,-2 0 253,2 0 0,2 0-152,-2 0 1,0 0-1658,-3 0 1,-3 0 2516,-1 0 0,-4 11 0,-5 3 0</inkml:trace>
  <inkml:trace contextRef="#ctx0" brushRef="#br0">15953 9463 7775,'-13'4'1429,"-4"0"0,2 6-650,-6-2 1,-1 9 1315,-7 3 1,-5 5-1082,-4 4 1,0 3 289,9 5 0,7-5 63,9-3-1562,7-3 0,8-8-160,7-6 0,2-6 330,13-10 1,0-3-1184,9-6 0,-1-5 810,1-2 1,-2-2-1421,-2 1 1,-2-1 844,2 5 0,-7 1 422,-2 3 0,-3 5 406,3 0 1,-9 5 724,2-1 480,-9 3 0,2 8-727,-6 5 1,-2 2 264,-2 6 0,-3-3-158,-5 4 1,3-5 281,1 5 0,5-6-271,-1 1 1,-1-2-1563,1-1-124,0-6 231,4-2 1,5-5-807,3 0 0,-1-5 865,1-4 0,1-2 57,3-1 0,1-5 104,-1 1 784,0-6 0,6 2 0,2-4 0</inkml:trace>
  <inkml:trace contextRef="#ctx0" brushRef="#br0">16152 9562 7764,'0'7'1776,"0"-1"-1328,0-6 1,0 1 357,0 3-305,0-3-399,0 11 0,-4-6 101,0 7 0,-1-5-330,5 0 0,-1-1-640,-3 2 1,2 2 468,-2-3 0,3-1-2094,1 1 1728,0-5 0,1 2 664,3-5 0,3 0 0,6 0 0</inkml:trace>
  <inkml:trace contextRef="#ctx0" brushRef="#br0">16214 9612 7764,'-6'-7'0,"5"-4"0,-3 3 0,-2-3 327,2-2 0,0 1 49,4-1 0,1 1 5,4 0 1,-3 1 486,7 2-514,-1 4 1,3 6 273,-3 3 1,2 9 87,-6 7 1,0 5 281,-4 4 1,-5-1-185,-4 5 1,-2 0-357,-1 4 1,-1-4-79,1 0 1,0-5-128,-1 1 1,1-5-494,-1-3 1,5-7 228,0-6-637,5-5 0,3 0-14,8-12 0,5 0-541,3-12 0,4 0 32,4-3 1,1-1 577,0 0 0,0 0 169,0 0 0,-5 5 109,1-1 1,-2 6 354,2-2 0,-3 8-180,-6 0 619,1 7 1,-6-2 14,-3 8 0,-3 3 374,-1 5 0,-1 0 109,-3 1-615,2-1 0,-7 1-439,4-1 0,1-4 176,4 1-3362,0-7 1876,0 4 1387,6-6 0,1 0 0,5 0 0</inkml:trace>
  <inkml:trace contextRef="#ctx0" brushRef="#br0">17070 9116 7735,'7'8'1881,"-3"0"1,-4 1-1019,-4 3 0,-5 7-393,-7 6 0,-3 5 1159,-6 8 0,1 3-822,4 0 1,3 6-369,9-1 0,-2-2-157,6 1 1,1-2-508,7-2 1,2 1-280,2-9 0,3-2-472,-2 2 0,-4-2-804,-1-2 0,-2-6-120,-2-11 265,0 1 0,-7-6 876,-6-3 1,-1-8 379,-6-5 1,-2-3 378,-7-4 0,4-4 0,0-5 0,0-5 0,5-3 0,-4-3 0,-1-1 0,2 5 0,2 3 0,8 13 0,4 3 1059,7 9 1,-3-1-374,10 5 0,3 5 523,8 4 0,9-3-588,8 3 0,4-6-59,5 1 0,2-3-252,6-1 0,3-4-127,1 0 0,0-6-1865,-5 2 0,-4 1 1682,-4-1 0,3-1 0,0-3 0</inkml:trace>
  <inkml:trace contextRef="#ctx0" brushRef="#br0">17665 9599 7684,'0'13'2078,"0"-1"0,7 6-1515,6 3 0,10 6-214,10 2 0,6-1 160,6-7 0,6-5-511,11-8 1,0-13 131,0-12 0,-29 2 0,-1-3-21,-1-2 1,0-1 0,3-2 0,-2-1-13,-4 0 1,-2-2-1,2 2 1,-1-1 97,14-25 0,-5 6 24,-7 3 1,-5 4-220,-8 3 0,-1 8 0,-11 6 0,1-1 0</inkml:trace>
  <inkml:trace contextRef="#ctx0" brushRef="#br0">18323 9128 7684,'-13'13'713,"1"-1"0,4 6-308,-1 3 1,7 7 447,-3 6 1,0 8-367,1 8 0,0 10-313,4 11 1,0-33 0,0 1 29,0 0 1,0 0 0,0 3-1,0 1-191,0-2 0,0 0 1,0 2-1,0 0 100,0 0 0,0 0 1,-3 2-1,0-1-64,-1-3 0,0 0 0,-1-2 0,-1-2-68,-7 21 0,-3-3 131,-1-5 1,-3-8-108,3-4 1,1-11 70,3-6 0,1-11-804,-1-2 1,5-7 642,0-5 1,5-12-716,-1-9 1,3-14-76,1-2 1,1-3-323,3-6 1,7 0 1196,6-12 0,1 5 0,-2-5 0,3 5 0</inkml:trace>
  <inkml:trace contextRef="#ctx0" brushRef="#br0">18633 9438 7684,'5'-7'0,"-2"2"1113,5 5 1,-3 1-477,3 3 1,-5 5 1129,1 7 1,-6 5-875,-6 8 1,0 4 375,-9 8 0,3-2-631,2 2 1,1-2-663,3-2 1,2-4-213,6 0 0,2-11-188,2-1 1,4-12-8,9-5 0,2-4 353,6-4 1,1-5-1324,3-12 0,-3 0 470,3-8 0,-3-2 85,-1-2 1,-2-2 379,-2 2 0,-3-4 185,-6 0 0,1 0 695,-1-5 0,-5 5-305,-3 4 0,-2 8 657,-2 9-691,0 7 1,0 11 1272,0 10 0,-6 11-507,-2 11 1,2 1 238,2 3 0,-1-1-521,1 0 1,-1-4-146,5 0 1,-4-5-722,0 1 0,0-5-744,4-3 1,0-3-3460,0-6 3419,0 1 1,4-8-338,0-5 0,7-7 1428,2-9 0,5-3 0,6-6 0</inkml:trace>
  <inkml:trace contextRef="#ctx0" brushRef="#br0">19067 9513 9023,'0'8'1677,"0"0"1,-4-4-921,0 5 1,0-1 205,4 4 1,0 1-451,0-1 1,0 0 490,0 1 0,0 3-782,0 1 1,0-1-639,0-3 0,5-1-1106,3 1 0,3-1 964,2 0 1,1-5-1054,2-3 0,-1-2 681,6-2 0,1-6 332,7-2 1,-4-3 214,0-1 0,-1-4 193,-3 4 759,-3-3 219,0 8 0,-11 2 837,-3 5 0,-3 5-761,-1 7 1,-4 5 565,0-1 0,-4 7-732,4-3 1,-5-2-515,5-1 1,0-4 22,4 0 1,2-6-409,2-3 0,4-3-1312,8-1 0,4-5 984,5-4 1,-1-7-1992,1-5 0,4 1 260,0-5 2260,0 3 0,-4-14 0,0 4 0</inkml:trace>
  <inkml:trace contextRef="#ctx0" brushRef="#br0">19923 8967 7684,'1'-7'1106,"4"3"1,-4 8 204,3 4 0,-7 14-624,-1 7 0,-4 8 964,4 9 0,-5 5-431,5 11 0,0 7-1168,4-32 1,0 0 0,0 0 0,0 1 44,0 1 1,0 0-1,0 30 65,0-7 0,2-8-993,2-13 0,4-6 523,9-15 1,2-7-929,6-9 0,-1-8 525,1-5 0,-5-6-874,-4-1 1,-3-6 683,-5 1 1,-4 2 634,-8-2 0,-10 2 58,-11-2 0,-5-2 13,-7 2 0,-2-2 509,-2-2 1,-3 0-243,-6 0 0,2 2 518,2 2 1,5 3 142,8 6 1,4 5 560,8 3 1,10 2-593,11 2 1,13 2-290,11 2 0,12-1-96,10 5 1,7-5-123,5 1 0,3-3-528,1-1 1,-1-1 335,-3-3 1,1 1-1173,-5-5 1,-6 5-246,-7-1 1,-4 2-2408,-4 2 3821,-8 0 0,0-4 0,-8 0 0,-4 0 0</inkml:trace>
  <inkml:trace contextRef="#ctx0" brushRef="#br0">20419 9550 7684,'-5'19'0,"-4"-2"0,4 1 1405,1-2 1,-2 1 26,2-5 1,-5-4 2616,0 1-2729,-2-1-955,-1 4 1,4-4-1459,-1 1 949,7-6 0,-3 2-445,10-5 0,1 0 455,7 0 0,5 0-1649,2 0 0,4-1 137,1-3 0,1 1 960,3-6 0,-3 3 649,3-3 0,-3-2-44,-1 3 1,-4 1 630,-1-1 1,-5 4-259,2-5 250,-3 7-142,-7-4 0,-3 12 488,-8 2 0,-5 7-217,-7 2 0,2 3-291,-2-3 1,2 4-189,1-5 0,5 1 15,0-5 0,5 0-180,-1 1 0,14-6 60,6-3 0,12-3-1105,5-1 0,8-5 407,5-4 0,0-2 108,0-1 0,-1 4-25,-7 0 0,0 5 135,-9-1 0,-5 4 1119,-8 4 0,-8 3-513,-3 5 0,-5 5-165,-5-1 0,-3 6-5,-8-1 0,0-2-2771,-4 2 2728,-1-6 0,-15 14 0,-2-3 0</inkml:trace>
  <inkml:trace contextRef="#ctx0" brushRef="#br0">2841 12229 7658,'-25'11'1508,"4"-3"-1042,1 9 1,9-8 220,-2-1 1,9 1-257,0 3 0,14 5 615,6-1 1,13 2-478,8-1 0,9-5-152,12 0 0,1-1-534,-24-8 0,0-1 0,0 0 0,1 0 47,1-2 1,0 0 0,-2-2 0,0-2-778,1 0 0,-1 0 1,27-7 266,-4-1 0,-9-1-1317,-12 1 1,-9 3 1896,-3 1 0,-10 5 0,-3-1 0,-5 3 0</inkml:trace>
  <inkml:trace contextRef="#ctx0" brushRef="#br0">2791 12861 7658,'0'18'903,"3"-4"-678,5 2 1,9-6 449,16-2 1,12-5-132,17 1 0,-25-5 1,1-3-229,5-2 1,1-1 0,1-1 0,1-2-45,1-1 1,1-2 0,-2 0-1,-1-1-102,-3 0 0,-2 0 0,-2 0 0,-3 0-1114,27-19 0,-2 0 541,-11-4 1,-3-1-1647,-13 1 1,-5 0 2048,-12 0 0,-1-3 0,-11 0 0,-1 0 0,-2-1 0</inkml:trace>
  <inkml:trace contextRef="#ctx0" brushRef="#br0">3573 12117 7658,'0'-25'0,"5"2"515,4 2 0,4 3 163,8 6 0,0 5 493,8 3 0,-3 5-544,-1 7 0,4 6-270,0 11 0,1 5 91,-1 3 0,-4 9-137,-1 3 1,-4-1-375,-8 2 1,-5-1 228,-3 5 1,-14 5-252,-6 3 1,-12-2-375,-5 2 0,-7-5 326,-1 0 1,18-25-1,-1-2-1358,-21 24 1,3-7 660,5-10 1,1-7-527,7-1 1,0-3 1355,5-10 0,-1 6 0,0-10 0,0 0 0</inkml:trace>
  <inkml:trace contextRef="#ctx0" brushRef="#br0">5979 12650 7658,'-5'-12'382,"3"0"1,1 5 560,14 3 1,13 2 331,19 2 1,16 0-832,9 0 0,-32 0 1,1 0-592,2 0 1,1 0 0,0 0 0,0 0 242,-2 0 0,-1 0 1,-2 0-1,-1-1-804,30-3 1,-5-3 458,-8-6 0,0-5-1318,-12-2 0,-5-4 426,-7 0 0,-9-5 1141,-3 0 0,-9-4 0,-4 4 0,-2 1 0,-2 2 0</inkml:trace>
  <inkml:trace contextRef="#ctx0" brushRef="#br0">6662 12105 7658,'-32'-20'0,"-1"8"0,8 8 0,2 4 716,6 4 0,7 6-214,-2 10 0,4 6 118,0 12 1,3 4-243,10 4 0,3 8-191,8 4 1,-7-24 0,0 2-3,1 1 1,1 0 0,0 4 0,0 1-206,-2-1 0,-1 1 1,-2 2-1,0 1 220,-1 0 1,-2 1-1,-1 1 1,-1 0-85,1-3 1,0-1 0,-1-1 0,-2 0-54,-1-5 0,0 0 1,-5 31 10,-5-6 1,-4-7-131,4-10 0,-2-9 166,10-11-1278,-5-6 1113,2-12 1,-6-3-1000,1-8 0,-5-7 647,1-6 0,-1-5-486,5 2 0,-1-8 267,1-1 1,0-7 184,-1-1 1,5-7 76,0-10 0,5-2-11,-1-6 1,2-6 0,2-1 0</inkml:trace>
  <inkml:trace contextRef="#ctx0" brushRef="#br0">7220 12415 7658,'12'0'340,"1"0"1,-2 1-171,-3 3 0,-1 5 1004,-3 7 1,-3 5-117,4 8 0,-5 8 169,-5 8 0,-1 8-671,-7 0 0,5 3-320,0-3 1,5-7-1293,-1-1 1,8-6 697,4-6 1,5-3-343,3-5 0,3-11 460,6-6 0,1-7-1564,3-5 1,-3-8 1803,3-9 0,-8-13 0,-3-5 0</inkml:trace>
  <inkml:trace contextRef="#ctx0" brushRef="#br0">7654 12601 7658,'0'23'480,"0"-2"0,1 2 684,4-2 0,-3-2 257,7 2 1,-5 2-736,4 2 0,0 1-430,5-9 0,1-1-40,2-3 1,2-2-1394,3-3 1,2-2 752,-2-6 1,2-2-1659,2-2 0,0-7 2082,0-5 0,-1-12 0,1 2 0</inkml:trace>
  <inkml:trace contextRef="#ctx0" brushRef="#br0">8001 12452 7658,'-17'0'1260,"-1"1"-779,-3 3 1,-7 5 118,4 7 1,-10 9 455,1 8 1,-8 10-508,-4 6 1,-4 1-489,24-23 0,1 0 1,-25 24 326,4-2 1,8-6-1227,8-6 0,14-10 668,6-11 1,8-8-1925,5-4 0,4-4 2094,9-4 0,2-8 0,6-7 0</inkml:trace>
  <inkml:trace contextRef="#ctx0" brushRef="#br0">8262 12539 7658,'25'-6'901,"-6"5"208,-2-3 1,1 4-292,-2 4 0,1 3-369,-5 5 1,-5 6 146,-3 3 0,-3 2-221,-1 2 0,-1 1-181,-3 3 1,-3-3 9,-5 3 1,-6 3-785,-3 1 0,-2-1-40,-2 1 1,-1-6-416,-3 2 0,1 2-720,-5-2 1,0-1 287,-4-3 1243,-1 0 1,-4 0 0,-2 0-1</inkml:trace>
  <inkml:trace contextRef="#ctx0" brushRef="#br0">9552 12415 7658,'7'5'1899,"0"8"-1321,-3 7 1,-1 9 412,5 4 1,-5 14-365,1 7 0,-4 1-469,-4 3 0,1-7-393,-5-1 0,5-13 277,-1-12 0,3-6-985,1-7 0,5-5 591,3-3 1,-1-9-2273,1-8 2624,1-5 0,3-12 0,1-2 0</inkml:trace>
  <inkml:trace contextRef="#ctx0" brushRef="#br0">9503 12266 7658,'0'-12'766,"0"-1"1,1 1-411,3-1 1,4 5-62,9 0 1,2 1-904,6-1 1,7-3 445,5 2 1,7 2-1044,10-1 901,-3 5 1,9-8-1,-3 4 1</inkml:trace>
  <inkml:trace contextRef="#ctx0" brushRef="#br0">10234 12266 7658,'-6'18'1299,"-7"3"1,-1 2-1306,-6 2 0,0-5-40,0 1 0,-4 0 1517,4 4 1,-4-1-690,-1 1 1,10-6-429,3-2 0,8 1-450,0-2 1,8 1 115,4-5 1,13 1-177,3-1 0,9-1 216,1-3 0,1 4-183,3-4 1,-7 1 28,-2 0 0,-3 2 139,-1-3 1,-1 3-51,-4 1 1,-3 1 161,-9-1 0,-2 1-328,-6-1 0,-2 2-98,-2 2 0,-3-2-686,-5 3 0,-6 1 452,-3-2 1,-4 5-634,-3-5 1,1-1 533,-2-6 0,3 0 602,1-4 0,-5 4 0,-2-2 0</inkml:trace>
  <inkml:trace contextRef="#ctx0" brushRef="#br0">12517 12489 7658,'-29'-23'0,"0"2"0,-5 2 1052,1 2 1,6 9-255,3 0 1,2 6-48,-3 6 0,0 5-252,0 7 1,2 10-167,2 12 1,2 4-39,2 8 0,5 1-91,-1 3 1,6-10-179,7-3 0,2-8 123,2-8 1,8-10-451,9-2 0,4-11 57,4-2 1,4-12-183,8-13 1,-1-1-93,6-7 1,-6 0 69,1-4 0,-4 1 306,-4 3 1,-2-2-9,-7 6 1,-4 6 16,-4 6-28,-7 9 0,-4 5 486,-5 12 1,0 6-26,0 14 0,0 1 139,0 3 1,0 2-448,0-7 1,1 1-52,4-4 0,6-1-1406,5-4 1,6 2 713,-1-5 1,2-5 750,2-3 0,5-7 0,2 4 0</inkml:trace>
  <inkml:trace contextRef="#ctx0" brushRef="#br0">14229 12464 7658,'-37'-24'-1203,"0"4"962,-1 4 1,2 7 1363,3 5 1,4 8-300,9 5 1,-2 7-215,5 5 0,2 8 135,7 4 1,2 3-288,6 1 0,0 2-185,0 2 1,0-7-82,0 4 1,2-9-698,2-1 0,1-7 390,4-4 0,3-5-996,0-4 0,2-2 45,7-6 0,-1-6-1131,5-2 2197,6-8 0,0-4 0,7-5 0</inkml:trace>
  <inkml:trace contextRef="#ctx0" brushRef="#br0">14303 12626 7658,'0'16'325,"0"1"0,0 3 474,0-3 1,-4 4 399,0-5 1,0 5-572,4-5 0,0 1-122,0-5 0,6-5-161,2-3 1,4-2-180,5-2 0,2-11 38,6-6 1,1-5-565,3-3 1,-3-4-346,3 0 1,-3-5 541,-1 1 0,-1 2-315,-4 3 0,-3 6-140,-9 1 328,-2 0 1,-13 3-66,-6 6 1,-6 1 1,-10 7 1,-1 5 159,-3 7 1,-2 7-1,6 2 1,0 5-25,4-1 1,2 1 23,2-2 1,5 3 199,8-7 0,2 5-264,6-5 1,0 1-507,0-5 1,6-1 762,2-3 0,8 4 0,4-6 0</inkml:trace>
  <inkml:trace contextRef="#ctx0" brushRef="#br0">14589 12502 7658,'19'-13'1095,"3"6"-677,-5 3 0,-1 3 419,-3 1 0,-2 5-373,-3 4 1,-3 7 265,-5 5 1,0 2-297,0 2 1,0 0-44,0 0 0,0-5-215,0 1 0,0-6-243,0 2-1215,0-4 1144,0-6 0,6-4-546,2-11 1,5-2 299,3-11 0,-1 1 25,6-5 0,0 0 11,3 0 0,-3 6 283,0 3 1,-6 3 244,1 5 0,-2 2 330,-1 6 0,-6 3 69,-3 5 1,-3 6-263,-1 11 0,0 0-261,0 0 0,0-1 129,0 1 0,0-4-2129,0 0 1485,0-6 1,1 1-1142,4-8 0,6-3 120,5-10 1480,6-1 0,3-18 0,7-2 0</inkml:trace>
  <inkml:trace contextRef="#ctx0" brushRef="#br0">15358 12427 7658,'-8'0'2239,"-1"0"1,1 2-1540,-4 2 0,-2 3 40,-3 5 0,2 2-296,-6 2 0,1 2-204,-5 3 1,6 2-37,2-2 1,3-2-281,2 2 1,5-6 99,3 2 1,12-8-275,5 0 0,7-5 132,1 4 0,7-5-93,0 1 1,1 1 145,-4-1 0,0 6-1,0-2 1,-6-1 223,-2 2 1,-5 3-76,-4 4 0,-1 1 141,-3-5 1,-4 5-36,0-1 0,-1 1-314,-7-5 0,-1-3-836,-3-1-5,0-5 0,1 1-1001,2-8 1,0-5 1016,5-7 0,-1-3 950,5-6 0,6 0 0,1 0 0</inkml:trace>
  <inkml:trace contextRef="#ctx0" brushRef="#br0">15916 12055 7658,'6'12'0,"-5"5"1127,3 0 1,2 5-493,-2-2 0,0 4 631,-4 1 0,-6 5-157,-2 3 0,1 7 245,-1 1 0,1 2-504,-1-2 1,-2 2-406,6 2 0,0-2-1210,4-6 0,1 1 528,3-1 0,3-1-492,6-3 0,0-10 529,4-10 0,-2-7-1506,6-6 0,-6-1 167,2-3 1,-9-3 25,-4-5 1,-3-2 706,-1-3 1,-2 2 805,-7-6 0,0 5 0,-12-5 0,2 2 0,-2-2 0,-2-2 0,2 2 0,-1 2 0,1-2 0,-1 6 321,6-1 1,-1 7 1100,5 5 1550,-1-3-465,6 6-1928,24 1 1,1 5-46,19 4 0,3-4-158,5-5 1,0 0-972,0 0 0,-4-4 445,5 0 1,-5-6-703,5 2 0,-6-3-332,1-1 1,-4 1 1183,-4 2 0,-2-2 0,-7 4 0</inkml:trace>
  <inkml:trace contextRef="#ctx0" brushRef="#br0">16363 12502 7658,'-13'4'1218,"1"0"0,1 5-513,3 0 1,-3-1-292,2 4 0,-3-1 1022,-5 10 1,4-4-709,-4 3 0,3 0 47,2 0 0,1 2-316,3-5 1,-2-1-751,6-3 1,1-6 227,7-3 1,4-3-817,9-1 0,2-3-357,6-5 1,4-1 691,0-12 1,4 0-74,-4-4 0,0 6 222,-4 3 0,-5-1 318,1 5 0,-6-4-91,2 8 774,-3 3 1,-8 1-464,-1 8 0,-5 4 1110,-5 8 0,-1 4-267,-7 5 1,-5 4-58,-2-1 1,2 4-599,1-7 1,3 3-140,2-8 1,4-2-688,-1-1 1,7-4 366,-3 0 1,10-6-702,3-3 1,8-10 421,5-6 1,7-6-1071,1-7 0,4 0 451,-4 1 1,0-1 519,-5 0 1,0 3 564,-4 5 1,-2 2-136,-5 11 521,-6 0 0,-2 10-354,-5 2 1,-5 7 1180,-4 1 1,3 7-443,-3-3 1,2 2 395,-1-1 0,-2 1-732,6-6 1,0 1-163,4-5-1196,0-5 0,7-1 581,5-6 0,6-7-386,7-5 0,6-6 248,2-7 0,7-1-1603,1-3 0,6-3 806,-2-5 1,4-6 249,0-2 1,-3-8 614,-23 27 0,-1-2 1,-2-1-1,0-1 353,1 1 0,-1 0 0,0-2 0,-2-1 437,15-30 1,-10 10-292,-10 14 974,-7 12 1,-6 15-570,0 11 0,0 11 434,0 10 0,-4 4 101,0 4 1,0 4-180,4 8 1,0-1 571,0 5 1,0-3-738,0 3 0,1-3-344,4 3 1,-3-5-146,7 1 0,-5-6-909,4-2 0,-5-6 287,1 2 0,1-4-1555,0-4 0,-3-3 592,-6-6 0,-4-5-929,-9-3 2261,-2-2 0,-11-8 0,-2-1 0</inkml:trace>
  <inkml:trace contextRef="#ctx0" brushRef="#br0">17008 12650 7658,'0'-24'0,"0"3"893,0 0 1,7 6-358,5-1 0,11 2-348,11 1 0,8 5-63,8 0 1,6 4-522,11-5 0,-4 7-856,3-2 0,2 1 1252,-2-1 0,-30 1 0,0-1 0,32-9 0</inkml:trace>
  <inkml:trace contextRef="#ctx0" brushRef="#br0">18372 12650 7673,'13'0'0,"-5"0"6759,0 0-5110,1 0 1,2-5-2593,-3-3 0,-4-3 943,-8-2 0,-9 1 0,-6-1 0</inkml:trace>
  <inkml:trace contextRef="#ctx0" brushRef="#br0">3002 14722 7665,'-18'-7'-97,"-2"3"0,2 2 579,1 2 0,3 0 482,2 0-6,5 0-619,1 0 1,8 4-74,2 0 1,8 6-62,9-2 0,8 2 95,4-2 1,8 2-61,5-6 1,2 4-181,2-4 0,-1 1-168,1-5 0,0 0 23,-1 0 1,1 0-684,0 0 1,-6 0 410,-3 0 1,-8-2 145,-4-2 1,-4 3-39,-5-3-116,-7 2 365,-8 2 0,-10 6 0,-2 1 0</inkml:trace>
  <inkml:trace contextRef="#ctx0" brushRef="#br0">3002 14970 7665,'-5'12'-1568,"5"0"2316,0 1 0,6-2-256,11-3 0,2 2 102,6-6 0,5 4-229,4-4 0,1 0-309,3-4 1,-1 0 22,0 0 0,3-5-90,-3-3 0,3-3-594,-7-2 0,-2 1 433,-2-1 0,-1-3-1519,-3-1 1691,3-5 0,-14 3 0,4-6 0</inkml:trace>
  <inkml:trace contextRef="#ctx0" brushRef="#br0">3449 14424 7665,'12'7'631,"-2"0"-319,2-3 1,-1 3-5,10 5 1,0 1-4,3-1 1,5 0-52,0 1 1,6 5-55,-2 2 1,1 4-8,-1 1 0,-2 1-326,-7 3 0,-4 2 151,-4 7 0,-7-1-291,-5 0 0,-4 2 166,-4 2 0,-9-1-132,-8 5 0,-3-5 185,-5 2 0,-3-4 9,-5-1 1,1 3 33,3-2 1,-2 0-34,6-9 1,1-1-394,3-8 1,5-2 207,4-5 1,2-6-519,2-3 0,-1-3 747,1-1 0,-6 0 0,-1 0 0</inkml:trace>
  <inkml:trace contextRef="#ctx0" brushRef="#br0">5781 14957 7665,'-8'-1'92,"-1"-3"1,2-3 145,-1-6 0,1 0 278,3-4 1,3 2-156,-3-6 0,-2 1 211,2-5 0,-2 1-193,2 4 0,-3 0 37,-5 4 0,2 6-165,-2-2 1,2 8 133,-6 0 0,1 8-30,-2 4 0,3 4-162,-2 5 0,1 4-40,-2 8 0,3-2 52,-2 6 0,2 0-138,2 4 0,5 1 96,3-1 0,2-4-361,2 0 1,0-5-86,0 0 1,6-7-221,2-4 1,4-9 106,5-4 0,2-8 137,6-4 1,0-13-502,0-4 0,-1-8 267,1 0 1,-1-1 91,-4 1 0,2 2 139,-5 6 0,-1 1 318,-3-1 0,-2 10 279,-3 2-74,-2 9 1,-6 8 361,0 9 1,0 7-333,0 1 0,-2 7 67,-2 0 1,3 1-47,-3-4 0,2-1-42,2-4 1,0 2-9,0-5 1,2-1-2051,2-3 939,3-1 1,5-5-378,1-3 0,-1-2-417,0-2 1643,-5 0 0,4-6 0,-4-1 0</inkml:trace>
  <inkml:trace contextRef="#ctx0" brushRef="#br0">6141 14821 7665,'-7'8'1462,"3"0"0,1-2-422,-1 6 0,1-1-83,-5 10 1,4 0-492,-5 3 0,7 1-798,-3 0 1,0-2 234,1-2 1,0-3-491,4-6 1,1-1 478,3-2 1,3-5-262,5-8 1,1-5-153,-1-7 0,5-3-335,-1-6 0,2 0 604,-1 0 1,-3 2 45,2 2 1,-2-1 527,-2 6 0,-3 3-172,-1 5 690,-5 5 0,6-1-423,-5 8 0,1 4 96,-5 9 1,-2 1-53,-2 3 1,1 1 22,-5-6 1,5 2-597,-1-1 1,3-4 135,1 4 1,0-7-1130,0-2 1,1-1 133,3 1-450,3-3 1,7-5 627,2 0 0,0-9 194,4-4 0,-3-3 599,3-1 0,1 4 0,4-4 0,-6 3-59,-2 2 0,1 1-26,-2 3 0,1-2 1033,-5 6 1,-4 1-579,1 7 1,-6 3 810,1 5 1,-3 6-447,-1 3 0,0 2-55,0 2 0,0 0-356,0 0 1,0 0-270,0-1 1,1-4-136,4-4 0,-3-6 121,7-2 1,0-5-272,8 1 1,-2-9 162,6-8 1,-1-1-565,5-6 1,0 5 259,0-2 0,-2 3 150,-2 2 1,-3 5 252,-6 3 0,1 4-117,-1 4 0,-1 7 140,-3 6 0,-2 6-35,-6 2 0,0 5 101,0 7 0,0 0 1,0 1 1,-4 3 151,-1 0 1,-4 9-82,1-5 1,-5 6 331,-3-5 0,-4-2 90,-4 1 0,-1-2 104,0-1 0,0-7-542,0-10 0,0-7 40,1-5 1,4-7-137,4-6 0,2-8 112,2-8 0,5-6-377,3-16 0,4 4 176,4-7 1,3-2-791,5 1 0,6 0 47,3 0 1,1 4-229,-2-4 1,4 8-134,-4 1 0,8 5 520,1-1 0,5 3-1354,0 1 1946,1 6 0,5-1 0,0 7 0,0 3 0,4-1 0,3-2 0</inkml:trace>
  <inkml:trace contextRef="#ctx0" brushRef="#br0">8423 14932 7665,'-25'6'-236,"1"1"288,-1 5 1,6 1 28,2-1 1,9 0 739,4 1 0,2-1-322,2 1 1,13-2 162,7-3 0,9-3-239,8-5 0,6-6-121,3-7 0,2-10-109,2-10 1,-5 0-895,0-5 0,-3 3 373,3-11 0,-6 5-53,-2-5 0,-5 2-1091,-7-1 1,-2 1-113,-2 2 1584,-9 9 0,-6-7 0,-6 11 0,0 2 0,0 1 0</inkml:trace>
  <inkml:trace contextRef="#ctx0" brushRef="#br0">8671 14486 7665,'-18'25'509,"-2"0"1,2 3-224,1 1 0,9 6-93,4-2 0,3 8 448,1 5 1,1 3-425,3 5 1,2 7 1,2 5 0,-3-31 0,1 0-230,2 31 1,-3-30 0,0 0 43,-1-1 1,0 0 0,1 1 0,0-1-42,-1 31 1,0-6-196,-4-10 1,0-7 203,0-6 1,-1-3 29,-4-9 1,3-4-115,-7-13 1,1 2 176,-4-6 0,-1-1-258,1-8 1,0-3 333,-1-8 0,5-5-901,0-8 1,5-4-433,-1-8 0,2-3 565,2-6 1,6-5-1102,2-3 1699,3-8 0,4 1 0,-7 30 0,-1 0 0,1-1 0,0 0 0,0 0 0,0-1 0</inkml:trace>
  <inkml:trace contextRef="#ctx0" brushRef="#br0">8957 14734 7665,'20'0'295,"1"0"0,-7 1 454,-2 3 1,1 5 644,-5 7 1,-3 4-700,0 4 1,-4 3 285,-1 2 1,-1-2-453,-4 6 1,3-5-122,-7 1 1,7-5-144,-3-3 0,4-2-906,1-2 0,1-9 33,4 0 1,-3-5-241,7-3 1,3-5-509,5-4 0,3-8 576,-3-8 0,3-6 287,-3-6 1,1 3 170,-2-3 1,-6 3 249,3-3 1,-5 6-94,0 6 0,2 1 931,-6 4-248,6 2 0,-9 12 462,3 6 1,-1 11 87,1 10 1,-3 7-474,3 0 0,-2 1-535,-2-4 0,4 0 31,0 0 1,0-2-806,-4-2 1,4 1-290,0-6 360,6 1 0,-3-6 22,5-3 1,-1-4-466,-2-8 1,3-7 353,1-5 1,-1-8 416,4 0 1,-2-1 235,-1-4 1,-1 3 78,0 1 0,0 1 718,-4 4-710,3 2 1309,-4 5 1,0 8-91,-3 5 0,-3 7-603,-1 9 0,0 4 289,0 4 0,-4-3-434,0 0 1,-2-2-329,2 2 0,3 1 9,-3-6 1,2 1-670,2-5 1,0-4 409,0 1 1,2-2-636,2 1 1,-1-3 199,5-5 1,1-5-29,8-3 1,-3-5-94,2-3 1,2 2 249,-1-3 0,3 4-40,-3 0 1,1 5 139,-2 0 1,-2 5-260,3-1 0,-8 2-71,0 2 635,-1 0 0,-1 0 0,-2 0 0</inkml:trace>
  <inkml:trace contextRef="#ctx0" brushRef="#br0">10148 14883 7665,'0'-13'0,"-5"1"0,1 0 0,-4 3 567,4 1 243,-6 5 1,3-1-327,-5 8 1,0 5 446,-1 7 0,1 5-419,-1 8 0,1-2 135,0 6 0,-1-1-250,1 1 0,5-3-345,3-5 1,2-1-292,2-4 0,3-3-307,5-9 1,3-4 88,14-8 1,-1-10-560,9-10 1,0-7-510,4-6 0,0-6 576,0-2 1,1-3 574,-1-2 0,0-6 374,-18 25 0,-1-1 0,2 1 0,0-1 0,0-2 0,0 1 0,0 1 0,0 0 0,1 3 0,0-1 0</inkml:trace>
  <inkml:trace contextRef="#ctx0" brushRef="#br0">10607 14238 7665,'6'-6'1490,"0"5"0,-6 7-318,0 10 0,-1 7-562,-4 6 1,-3 10 356,-8 11 0,1 10-953,4-25 0,1 1 1,2-1-1,1 1 204,-2-1 1,1 0 0,1 1-1,2 0-158,-4 30 0,0 3-570,5-7 1,0-4-779,4-12 0,1-9 822,3-8 1,-1-10-922,5-7 0,-1-6 560,1-10 1,2-3-66,-6-6 1,0-4 715,-4-4 1,-1 2-149,-3-2 1,-9 2 524,-7-2 1,-5-2-202,-4 2 0,1-3 154,-5 0 1,0-3-212,-4-2 1,1 2 735,3-6 1,3 9-301,5 0 1,6 8 1832,2 4-1423,9 0 1,5 12-172,11 0 1,7 5-131,14 8 0,3-5-161,5 0 0,6-5-238,2 1 1,4-7 93,0-1 0,1-7-1076,0-1 0,-1-1 597,1-3 1,-6-2-1671,-3 1 1,1 1 804,-5 3 0,-8 2 1161,-13 3 0,-2-3 0,-1 4 0</inkml:trace>
  <inkml:trace contextRef="#ctx0" brushRef="#br0">10867 14660 7665,'0'19'0,"-4"3"1077,0-6 1,0 5-465,4-4 0,0 5 473,0-2 0,-4 4-287,-1 1 0,1-1 29,4 1 0,0-4-667,0 0 0,0-2-379,0 2 1,0-4-710,0-4 0,2 3 643,2 1 0,-1 2-279,5-6 1,-4 0-401,4-8-376,1-1 1,3-10 511,0-2 0,-1-9 138,-2-3 1,2-4 688,-3-1 0,-1-1 0,1-3 0,-4-2 0,4-7 0,-3 1 0,3 0 0,-5 5 0,1 3 0,1 5 0,-1 3 448,1 3 74,-5 11 1,0 7 395,0 8 0,0 3 98,0 2 0,0 3 11,0 1-817,0-1 110,0-3-957,5-6 1,2-2 468,5-5 0,-3 0-328,-1 0 1,0 2-57,5 2 0,-1-2-289,0 7 1,1 0 771,-1 8 1,-4-2 6,1 6 0,-6 1 967,1 7 0,1-2-553,-1 6 1,0-9 519,-4 1 1,5-5-316,-1 1 1,5-5-194,0-7 1,7-5-369,5-8 0,4-5-222,4-7 0,2-5 50,7-8 0,-5 3-173,0-3 0,-2 3 30,2 1 1,-4 6 99,-8 2 1,-4 8 984,-9 0-616,-3 7 0,-6 2 678,-3 8 0,-3 3-394,-5 1 1,-1 1 336,1-1-1261,-1 1 394,1-1-668,5-5 1,3-2 432,8-5 0,4-5-522,9-3 1,-2-2 268,6 2 0,-1-6 587,5 6 1,0-6 245,0 6 0,0-2 210,-1 2 1,0-2 204,-3 6 1,-4 0-337,-4 4 1,-1 0 6,1 0 1,-2 5 20,-3 4 0,-2 2-1500,-6 1 0,4 0 695,0 1 0,4 3 449,-4 1 0,6-1 0,-3-3 0</inkml:trace>
  <inkml:trace contextRef="#ctx0" brushRef="#br0">13447 14908 7667,'-31'13'293,"2"4"1,3 4 408,1 8 1,5 1 265,4 3 0,6 3-423,2-3 1,5-4-33,-1-4-320,3-12 0,10-9-239,4-8 1,12-8 80,-1-9 1,5-8-74,0-4 1,-2-3-7,1-1 1,-1 0-82,-3 0 0,-4 1-28,-4 3 1,-6 3-4,-2 5 1,-5 6-284,1 2 0,-9 9 195,-8 4 1,-10 9-270,-10 7 0,-3 6 196,-1 7 0,2-1-313,6-4 0,2 2 68,10-5 1,2-1 72,7-3 1,2-5 488,6 0 0,11-5 0,3 3 0</inkml:trace>
  <inkml:trace contextRef="#ctx0" brushRef="#br0">13708 14982 7667,'25'4'820,"0"0"0,-5 0-220,1-4 0,-2 0-125,2 0 0,2-1 496,-2-3 0,-2-4-429,2-9 0,0-2-827,3-6 1,1-4 220,0 0 1,0-9-1021,0 0 1,0-2 714,-1 3 0,0 0 406,-4 0 0,-3 4-947,-9 0 1,-2 5-440,-6-1 1,-7 0 1348,-6 4 0,-9-2 0,-7 6 0,-1 9-273,1 3 0,3 9 273,-3 9 0,7 6 880,1 14 0,6 0-354,-1 8 0,2 3 515,1 10 0,1 1-322,0 2 1,5 2-373,3 3 1,2 4-61,2 0 0,3 7-185,1-30 1,0 1 0,0 0 0,1 0-245,2 1 1,2 0 0,-2 0 0,0-2 226,-1-1 1,0-1 0,-2 0-1,-1 0-84,0 1 0,-2-1 0,-1 29-76,-4-8 1,-3-5-88,-5-11 0,-2-5-243,-2-4 1,0-11-421,-4-1 1,0-12-126,0-5 1,-4-8 291,4-4 1,-4-9 432,-1-3 1,-4-4-161,0 0 1,-1-7 384,1-2 0,0 0 0,-8-4 0,-3-3 0</inkml:trace>
  <inkml:trace contextRef="#ctx0" brushRef="#br0">15085 15007 7683,'0'-19'0,"0"-4"277,0 7 1,0-5 58,0 5 1,-6 1 112,-2 6 0,1 0-150,-1 5 0,0-1-104,-5 5 0,-3 6 37,-1 2 1,1 10-26,3 7 1,2 1-57,3 7 0,-2 4 56,6 5 0,-4-1-144,4-4 0,0-1-182,4-3 1,0-4 132,0-8 0,1-7 103,3-6 0,4-12-25,9-5 1,4-13-649,8-11 1,0-9 275,8-8 1,-7-1-685,7-7 1,-2-1 783,-17 26 0,1 0 0,0 0 0,-1 0 143,1-5 1,-1 1 0,-1 3-1,-2 1 51,0-5 1,-1 1 0,7-25-80,-5 0 0,-7 8 187,-5 1 1,-7 13-55,-1 7 0,-6 16 217,2 9 0,-2 6-73,2 7 0,-3 4 550,3 12 1,-2 6-311,2 15 1,-3 3 289,2 9 0,-2 1-132,-1 3 0,0 1-250,-1-5 1,1 5-1171,-1-1 0,5-3 547,0-1 0,5-7-1254,-1-2 1,4-5 758,4 2 0,3-15-234,5-6 0,6-7 84,3-6 908,-3-3 0,11-5 0,-3 0 0</inkml:trace>
  <inkml:trace contextRef="#ctx0" brushRef="#br0">15457 14970 8595,'0'8'823,"0"0"0,0-4 20,0 5-28,6-1 0,-5 4-343,3 1 1,3-6-117,1-3 1,3-3-557,2-1 0,5-1 197,2-3 1,5-10-304,4-11 1,-1-1 249,5-7 0,-7 1-305,-1-1 1,-6 3 158,-7 5 0,-1 1-77,-2 4 1,-9 7 4,-9 9 1,-8 3 123,-8 1 1,-6 3 269,-6 5 0,1 6-59,3 10 0,-1 1 148,5 0 0,0 4-59,4 0 0,4 5-44,1-1 0,9 3-68,-2 1 1,9 1-257,0-1 0,3-1-646,1-3 1,5-3 405,3-5 1,5-6-641,3-2 0,2-9 1098,3-4 0,8-3 0,-3-1 0</inkml:trace>
  <inkml:trace contextRef="#ctx0" brushRef="#br0">15829 15056 7683,'7'6'1645,"4"1"0,-8 4-1107,5-3 1,-5 3 325,1-3 0,3 2-379,1-2 1,-1 3-171,1-2 0,2-4-363,7-1 0,2-4-320,6-4 1,4-4-169,0-9 1,4-3 442,-4-9 0,4 1-1216,-4-5 0,-2 1 486,-6-1 0,1 2-266,-6 2 0,0 3 650,-8-3 1,-3 4 438,-5 4 0,-1-1 0,-3 6 0,-3-7 0,-5 3 0,-1-4 0,1 0 0,-1 0 0,1 3 0,-5-1 439,1 6-163,-1-1 418,5 10 1,1 3-128,3 8 0,-2 5-83,6 7 1,-4 4-368,3 4 1,-3 1 48,4 0 0,-1 4-143,0 0 1,4 5 138,-3-1 0,-2 3-87,2 1 0,-1 6 14,1 3 1,1 2-267,-5 1 1,1 9 50,-2 0 0,-2 10-349,3-6 1,-4 7 402,-5-3 0,10-29 1,0 0-93,-1-1 0,0-2 0,-10 33-22,1-9 0,1-2 83,3 2 0,1 0 119,0-9 1,-1-3-32,1-13 1,1-4-41,3-8-48,-3-9-30,4-7 0,-4-10-266,2-3 0,-2-5 55,3-3 344,3-4 0,-7-4 0,6-1 0</inkml:trace>
  <inkml:trace contextRef="#ctx0" brushRef="#br0">16102 14846 7705,'0'-20'0,"-1"-3"569,-3 2 0,1-4-137,-5-4 0,-1 3-37,-3-3 0,0 3-101,-1 1 1,-1 2-28,-2 2 0,1 3 87,-6 6 1,4 5-64,-3 3 0,5 4 332,-2 4 0,-1 8-226,2 9 1,-2 14 25,1 6 1,3 13-90,-2 8 0,-2 4-429,10-31 1,-1 0 0,-7 33 195,3-6 1,7-3-120,1-5 1,4-5-526,1-16 1,11-11 400,6-17 0,7-12-302,9-10 1,1-8 179,7-12 0,-4-6-243,-4-2 0,3-3 180,-3-2 1,-7 5 356,-1-1 0,-8 10-94,-1-1 1,-3 7-221,-5-3 362,-3 11 1,-6 4 251,-3 14 0,1 12-114,-5 4 1,5 14-98,-1 3 1,-2 7 302,2 6 0,0-1-187,4 8 0,0-2 0,0 7 1,0 3-135,0 0 0,0 5-94,0 5 0,-5 0-257,1-32 1,-1 0 0,-6 32 252,-1-10 1,-2 0-20,-2-3 1,-2-9-52,-3 1 0,-2-8 9,2-5 0,-3-2 42,0-7 0,-1-4 97,0-4 1,0-7 111,0-5 1,1-4-416,-1-4 0,4-5 239,0-7 0,2-4-173,-2-4 0,-1-5-550,6 0 1,-1-6 235,5 2 0,0-3-909,-1-1 0,1 0 1379,-1 0 0,1 0 0,0-1 0</inkml:trace>
  <inkml:trace contextRef="#ctx0" brushRef="#br0">12058 14523 7705,'0'-8'214,"0"0"0,1-1 244,4-3 123,-4 5 311,10-4 0,-4 10-400,5-3 1,1 8 359,-1 4 0,6 3-351,3 1 1,2 2-116,2 3 1,4-8-95,0 4 0,5-5-701,-1 0 1,7-2-195,2-6 0,0-3-473,0-5 0,-5-2-806,0-11 0,-1-1 228,-7-7 1654,0 3 0,-10-10 0,-1 5 0</inkml:trace>
  <inkml:trace contextRef="#ctx0" brushRef="#br0">12517 14213 7705,'-25'-12'1160,"6"1"-747,2 2 0,4 4 268,0 5 0,1 5-258,-1 4 1,2 7 187,3 5 0,-3 4-216,3 4 0,-2 2-40,2 7 1,-2-1-124,6 0 0,0 4 11,4 1 1,0 9-210,0-2 0,1 9-206,3 0 0,3 3 190,6 1 0,-2 1 76,-3 3 1,2-2-396,-6 2 1,4-7 170,-4-1 0,0-4-298,-4 3 1,0-6 104,0-1 1,-1-6 99,-3-7 0,1-5 174,-5-3 0,4-7-69,-5-1 0,5-10 309,-4 1 1,4-8-106,-4 0 0,-1-2-15,-3-2 1,-6-2-130,-3-2 1,-8-3 140,-4-5 1,-4 4-50,-4-1 1,-7 0 47,-6-8-273,-6 3 0,27 1 0,-1-2 0,-4 1 1,0 1-1</inkml:trace>
  <inkml:trace contextRef="#ctx0" brushRef="#br0">17144 14746 7654,'-19'0'737,"2"0"1,8 0 167,0 0 700,7 0-1008,-4 6 1,13 1 247,5 5 1,6 1-45,7-1 1,6 0-364,2 1 0,2 1 117,3 2 0,0-6-183,4 2 1,0-2-17,4 2 1,2-4-121,-2 1 0,-4-6 12,0 1 0,-1-3-171,-4-1 1,-5 1-160,-16 4 1,0-3-61,-12 7 0,0-1 124,-4 4 1,-7 5-291,-5-1 0,-6 6 160,-7-1 0,-4-2-296,0 2 1,-4-2 181,4 2 0,-6 2-175,2-2 1,-2-3-148,-3-2 1,1 0-310,0 0 0,2-2 230,-2 3 0,10-8-217,-2-1 0,4-5-322,8 1 1,5-2-36,4-2 989,5 0 0,8 5 0,9 2 0</inkml:trace>
  <inkml:trace contextRef="#ctx0" brushRef="#br0">18558 14870 7654,'-1'-12'250,"-3"0"1,1 3-16,-5 1 1,4 4 153,-5-4 0,1 6 101,-4 2 1,-1 7 92,1 10 1,0 9 45,-1 11 0,1 6-228,-1 6 0,2 1 6,3 0 0,3-2-161,5-3 1,5-3-260,3-9 0,9-8 86,4-9 1,6-9 51,2-7 0,6-11 38,-2-10 1,7-3-1,1-5 1,-4-7-201,-4-6 0,-5 1 159,1 4 0,-3-4-114,-1-1 1,-10 2 111,-3 7 0,-8 4-462,1 9 1,-7-3 203,-6 7 1,-2-1-89,-10 5 1,-5 5-155,-4 3 1,-6-2-224,2 2 1,-3 0-142,-1 4 0,0 0 233,0 0 0,0 6-422,-1 2 0,5 10 79,0 7 854,6 5 0,-4 7 0,7 0 0</inkml:trace>
  <inkml:trace contextRef="#ctx0" brushRef="#br0">20481 14511 7654,'-4'-24'-840,"0"4"0,-6-2 1742,2 5 0,1 1 320,-1 3-681,5 6 0,-2 3-97,5 8 0,0 6 64,0 11 0,1 5 47,3 11 0,-1 6-198,5 2 1,-4 9-230,5 4 1,-7 2 63,2 2 0,-2 2-772,-2 2 0,0-3 560,0 3 1,-2-4-441,-2-4 0,3-14 205,-3-10 0,4-14 3,4-7 0,-1-8-161,5-9 1,0-4 112,5-9 1,3-6 111,1-6 0,-1 0-60,-3 4 0,-1 0 561,1 0 1,-5 2-371,0 2 332,-5 3-24,8 12 1,-4 6 116,5 8 1,-4 8-112,1 5 0,-5 8-88,4 4 0,-4 4 15,4 5 1,-5-5-39,1 0 1,2-1-521,-2-7 0,2 0 228,-2-4 1,-2-6-828,7-3 1,-1-7 118,4-5 1,1-3-748,-1-1 1601,1 0 0,5-11 0,1-3 0</inkml:trace>
  <inkml:trace contextRef="#ctx0" brushRef="#br0">21139 15193 7654,'1'-24'655,"3"4"0,-2 2-78,2 5 0,-7 5-195,-1 0 0,-7 5 99,-2-1 1,0 3-145,-8 1 1,4 7 164,-3 5 1,-1 6-120,-4 7 0,6 4-110,2 0 0,4 4-264,0-4 0,2-1-283,3-3 0,2-1-551,6-4 1,2-3 478,2-9 1,8-2-512,9-6 0,2-11 363,2-6 0,1-6 74,3-6 0,-2 1 124,2-5 0,-5 7 282,-3 1 1,1 2-20,-5 6 1,-1 5 120,-3 4 0,-2 6 495,-3 2 0,-3 10-341,-5 6 1,0 6 347,0-1 1,0 2-240,0 2 1,0 0-134,0 0 0,0-2 28,0-2 0,0-3-1060,0-6 0,6-5-52,2-3 0,-1-2-1382,1-2 2248,1 0 0,9-11 0,1-3 0</inkml:trace>
  <inkml:trace contextRef="#ctx0" brushRef="#br0">21722 15007 7164,'-8'0'985,"-1"0"1,1 1-350,-4 3 1,-2 3 442,-3 6 0,2 3-521,-6 1 0,5 5-319,-5-2 0,6 4-114,-1 1 1,3-1-131,5 1 1,2-5-296,6-4 1,0 2 271,0-1 1,6-2-285,2-7 0,5 2 160,3-6 1,-1 4-216,6-4 0,-2 4 90,2-3 1,-3 0 345,-6-1 1,1-1 75,-1 5-151,0 1 1,-5 3-106,-3 0 1,-4 1 105,-4-1 0,-3 1-684,-5-1 1,-5 0 312,1 1 0,-5-2-830,5-3 1,-5 2 1205,4-6 0,-10 5 0,1-2 0</inkml:trace>
  <inkml:trace contextRef="#ctx0" brushRef="#br0">23235 15304 7654,'-5'-17'0,"3"1"349,-2-4 0,-3 5-29,-1-2 0,-3 3 270,-1 2 1,-2-1-188,-3 1 0,2 5-40,-6 3 0,1 3-80,-5 1 1,-4 7 76,0 5 0,0 7 61,4 10 0,2 4-99,2 9 1,3-4-283,6 4 0,4-5 109,-1-4 1,7-4-500,-3-9 0,11-3 302,6-9 1,12-9-507,9-12 0,3-6 183,1-10 0,4-7-59,1-5 0,-1-6-208,-4 2 0,-1 2 293,-3 2 1,-4 8 573,-8 4 1,1 9-185,-6 8 1,-5 6 564,-6 11 0,-4 7-332,-1 9 1,0 8 423,0 4 1,0 2-232,0 3 0,0-2-92,0-3 1,4 2-403,0-2 1,2-2-24,-2-2 0,-1-7-1440,5-2 0,0-4 751,5 0 0,-1-6-1705,0-2 2440,-5-5 0,4-3 0,-4-7 0</inkml:trace>
  <inkml:trace contextRef="#ctx0" brushRef="#br0">24339 15131 7654,'17'0'567,"-1"0"0,6-4-284,-1 0 1,4-1 521,4 5 1,-3 0-181,3 0 0,1 0 9,-1 0 1,-2 2-531,-3 2 0,-6-1 181,7 5-641,-8 0 0,-5 10 130,-8 3 1,-5 0-71,-8 3 1,-6 4 0,-14 9 0,-4 2-338,-8 2 0,-2 2 45,-2 2 0,-2-2 278,6-6 0,1 0 731,6 1 0,6-8-297,7-5 0,8-6 685,9-7 0,10-3-385,6-1 0,12-5 108,9 1 1,7-8-132,1-5 0,6-2-162,-2-1 1,2-2-788,-1-2 1,1 0 463,-6-4 1,0 3-1338,-3-3 0,-3 0 658,-2 0 0,-2-2-1344,-6 5 2107,-1-5 0,-3 7 0,0-6 0,1-1 0,1-1 0</inkml:trace>
  <inkml:trace contextRef="#ctx0" brushRef="#br0">24997 15354 7654,'0'17'740,"0"-1"0,0 2-244,0-1 0,0-4 424,0 4 1,0-3-275,0-2 1,9-5-277,4-3 0,9-2-274,3-2 0,1-3 120,7-5 0,0-2-463,4-11 0,1-1 220,-1-7 0,-6 2-574,-2-6 1,0 5 29,-4-1 1,-3 3-180,-9 1 0,-2 4 383,-3 1 0,-4 5 126,-8-2 0,-4 7 227,-9 2 0,-4 5-95,-8-1 0,3 8 744,-3 5 1,3 7-349,1 5 0,-2 8 448,2 4 1,-5 3-184,9 1 1,-4 0-75,9 0 0,0 1-395,8-1 1,3-1-430,5-3 1,0-4-700,0-9 1,5-2 558,3-5 0,8-7-177,0-1 1,6-5 213,-1-5 1,-2-7 448,2-9 0,5-8 0,6-2 0</inkml:trace>
  <inkml:trace contextRef="#ctx0" brushRef="#br0">25518 15180 7654,'12'0'0,"1"0"439,-1 0 1,-4 0 208,1 0 1,-1 2 182,4 2 0,-3 4-45,-1 9 1,-5 2-231,1 6 0,-3 1-12,-1 3 0,0-1-161,0 5 1,0-6-489,0 2 0,-4-3 131,0-1 0,-6 0-161,2 0 0,-2-6 180,2-2-1629,-3-4 538,10-6 1,-4-3 488,10-8 0,4-8-260,12-9 0,1-6 343,11-2 1,0-6-298,4 2 1,5-3 303,-1-1 1,5 4 466,-5 0 0,6 0 0,-3-4 0</inkml:trace>
  <inkml:trace contextRef="#ctx0" brushRef="#br0">26014 15329 7654,'-7'25'72,"-2"0"-72,4 0 0,-3-5 2051,4 1-1367,0-6 0,9-2 2,4-9 1,2-3-311,1-1 1,5-7-79,-1-5 0,6-2-553,-1-7 0,2 1 229,2-5 1,-4 4-515,-1 1 1,0-1 446,0-4 0,-2 0-628,-5 0 0,-2 5 231,-3-1 1,-2 6 373,-6-2 1,-6 5 317,-2 4 0,-13-2-201,-4 6 1,-8 1 589,0 7 0,-3 5-265,-1 7 1,0 1-284,0 8 1,1-2 156,3 10 1,-2 0-1445,6 4 1,5 1 1243,3-1 0,6 0 0,-3 0 0</inkml:trace>
  <inkml:trace contextRef="#ctx0" brushRef="#br0">27044 15242 7654,'12'0'781,"1"0"167,-1 0 0,-1 3 4,-3 6 1,3 4-444,-2 12 0,-4 7 273,-1 5 0,-4 2-318,-4 6 0,-3-5-924,-5 1 1,1-8 340,2-4 0,0-4-1036,5-4-633,0-3-1176,4-11 2964,0-7 0,0-13 0,0-6 0</inkml:trace>
  <inkml:trace contextRef="#ctx0" brushRef="#br0">27193 15056 7654,'12'-11'1019,"0"3"0,1-1-415,-1 4 0,1 1-200,-1 4 1,0 2-1366,1 2 0,3 3 449,1 5 0,-1 0-1164,-3 1 1676,-1-1 0,1 6 0,-1 1 0</inkml:trace>
  <inkml:trace contextRef="#ctx0" brushRef="#br0">27441 15404 7654,'-11'16'0,"2"1"0,0-1 2285,5-3-433,-1-1-962,5 1 1,2-7-610,2-1 0,8-4-65,9-1 0,2-10-317,2-2 1,0-5 116,0 1 1,0 2-286,0-3 0,2 1 218,-2 4 1,1-2-95,-9 10 0,-1 1 208,-3 7 1,-2 3 204,-3 5 1,-3 6 167,-5 3 0,0 4-166,0 4 0,-4-3-280,0 3 1,0-4 134,4-5 0,0 2-1514,0-5 0,7-1 742,5-3 0,2-6 647,7-3 0,5-8 0,6-3 0</inkml:trace>
  <inkml:trace contextRef="#ctx0" brushRef="#br0">29723 15007 7654,'0'-8'3186,"0"-1"0,-5 7-3499,-4-3 0,-8 4-443,-8 1 1,-11 0 552,-10 0 0,-13 7 341,-7 5 0,30-3 1,-1 2-321,-2 2 0,-1 3 0,2 1 0,-1 3 712,-3 2 0,1 1 1,4 3-1,0 2-238,1 0 1,2 2 0,2 0 0,3 2-15,5 1 0,3 0 1,2-2-1,2 1-19,3 2 1,3-1-1,-3 23 68,10-6 1,16-10-301,13-7 0,8-8 118,17 3 0,4-10-163,12 3 1,-32-13 0,1-1-60,2 0 0,0-1 0,0-2 0,1-2-231,-1 1 1,0-1 0,31-2 78,-6-5 1,-7-1-1132,-10-7 1,1-3 305,-9-1 0,-4-4-32,-12 5 1,-9-6 1070,-8 1 15,-2-2 0,3-2 0,2 0 0</inkml:trace>
  <inkml:trace contextRef="#ctx0" brushRef="#br0">29314 15218 7654,'0'13'1252,"0"4"0,-1 0-538,-4 7 1,4 0-99,-3 9 1,2 0-241,2 4 1,0 3 662,0-3 1,6 6-703,2-10 0,5 0-528,3-8 1,-1-4-466,6-1 1,-2-3 474,2 4 0,1-6-2942,-5 1 3123,5-2 0,-9 4 0,5 1 0</inkml:trace>
  <inkml:trace contextRef="#ctx0" brushRef="#br0">30083 15850 7641,'12'0'4157,"-3"-5"-3222,-1-4 0,-1 3-893,1-3-909,3 1-1017,-4-4 1246,0-1 638,-2 6 0,-5-4 0,0 4 0</inkml:trace>
  <inkml:trace contextRef="#ctx0" brushRef="#br0">2196 8483 8015,'-25'-45'409,"0"-1"1,-4 6-34,0-1 1,-4 9 33,4 7 0,-5 12-59,1 9 0,-6 2-121,-6 2 1,2 8-132,-11 9 1,4 9-362,21-6 1,1 1-1,0 2 1,0 1 255,-3 5 0,0 0 1,2 0-1,-1 1-320,-3 5 1,0 1-1,1-1 1,1 1 284,-1 3 1,2 1 0,-2 3 0,0 2-17,-2 4 0,2 1 1,4 0-1,2 0-374,-1 1 1,0 1 0,6 1 0,1 0 348,1 0 1,1 2 0,3 2 0,4 3-6,1 2 0,3 0 1,2-2-1,2 0 25,0 1 0,2 2 0,3 0 0,1 0-74,3 3 0,1 1 0,2 0 0,2 1 110,5 0 0,1 0 0,3-2 0,2-2-279,5-2 0,4 0 0,-10-21 0,2 0 0,2-1 308,1 0 0,1-2 0,2 0 0,3 0 0,1-1 0,2 0-35,1 0 1,1-1 0,1-2 0,2-2 0,2-3 0,0 0-8,4 0 1,1-2-1,1-1 1,1-1-1,1-1 1,1-2-160,2-1 0,0-2 1,2-1-1,4-1 0,1-2 1,1-1 228,0-1 1,1-2-1,1-1 1,1-2-1,0-2 1,1-1-167,-3-2 0,-1-2 0,2-1 0,1-2 0,2-1 0,-1-2 177,3 1 0,-1-2 0,1 0 0,1-3 0,1 0 0,-1-2-34,-2-1 0,-1 0 0,0-1 0,0-1 0,1-1 0,-2-2 35,-3-1 1,-2-1-1,0-2 1,1 1 0,1-2-1,-2 0 42,1-3 1,0-2-1,-1 0 1,1-2 0,-1-1-1,0-1-23,-3 1 1,0-2 0,-2-1 0,1-1 0,-1-2 0,-1 0 1,-4 2 1,0 0 0,-2-1-1,1-2 1,-2-2 0,1 0-72,-1 0 0,0 0 1,-1-2-1,-1-2 1,-2-2-1,-1 0 6,-1 1 0,-1-2 1,-1 0-1,-2-2 1,-2 0-1,-1-1 40,-2 2 1,-2-2 0,-1 0 0,-2-1 0,-2-1 0,-1 0 51,-1-1 1,-1-1 0,-1 0 0,-3-1-1,-1 0 1,-3-2 6,-1 2 1,-2-2 0,-1 1 0,-3 0 0,-2-1 0,-2 0 81,-4 1 0,-1 0 0,-4 0 0,0 0 0,-3 1 0,-3-1 18,-3-2 0,-3 0 0,-3 1 0,-4 2 0,-3 0 0,-2 1-64,-2 0 0,-2 0 1,-3 2-1,-4 2 1,-2 2-1,-3 1-310,1 3 0,-2 2 0,-1 1 0,-3 1 0,-2 2 0,-2 0 94,-1 1 0,-2 2 1,-1 1-1,-3 1 1,-1 1-1,-1 2 38,15 7 0,0 0 1,-1 2-1,-1 1 0,0 1 1,-2 0-1,0 2 0,0 2-98,-2 0 0,1 3 0,-1 0 0,-1 1 0,-1 1 0,-1 1 0,0 1 0,-2 1-71,-3 1 0,-1 2 1,0 0-1,-1 2 0,-2 0 1,0 1-1,0 1 0,-1 1 85,-1 2 0,0 0 0,0 2 0,-1 1 0,14 0 1,-1 1-1,0 0 0,1 2 0,0 1 7,0 1 1,0 1-1,1 2 1,0 0-1,0 0 1,-2 2-1,0 1 1,0 0-1,0 1 1,-1 0 5,-1 2 0,0-1 0,-1 2 0,0 0 0,1 1 0,-3 2 0,-1 1 0,1 1 0,0 0 0,0 1 115,0 2 0,0 0 0,0 0 0,0 2 0,0-1 0,10-3 0,0-1 0,0 1 0,1 1 0,-1-1 0,1 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10842 2443 8145,'-12'-5'-57,"-1"-4"0,2 3-31,3-3 1,-3 5 434,3-4 1,2 4-25,2-4 0,-1 3 186,1-3-6,-6 5 238,9-8-259,-5 10-199,6-10-137,0 10 1,6-1 89,2 6 0,3 6-262,1-2 0,2 2 75,3-2 0,2 3-124,6-3 0,5 3 63,3 2 0,8-5-15,5 0 0,4-5 42,3 1 0,9 2-242,-27-4 0,1 0 0,1 0 1,0 0 126,2-2 0,1 0 0,-2 1 0,-1-1 65,3 3 1,-1-1 0,-3-2 0,0 1-100,-1 1 0,0 0 0,30 1 38,1 1 0,-8-3 64,-4 3 1,1-1-140,-2 1 0,3-2 162,-3 2 1,3 1-60,1 0 1,-1 0 142,-7-1 1,5-1-20,0 5 1,-2-4-21,-6 5 1,0-7 44,-4 3 1,0 0-88,0-1 1,-4 4 141,4-3 0,-2 0-74,1-1 0,0-2-72,9 2 0,-3-3 39,7-1 1,-2 0-161,2 0 0,2 1 93,6 4 0,-5-4-10,-3 3 0,-2-1-68,2 1 0,0-1 107,8 5 0,-7-4 29,7 4 0,-4-3-40,0 3 0,2-5-11,-2 1 0,-3 1 18,-1-1 1,1 1-3,-1-5 0,8 0 9,-4 0 1,0 0 5,-9 0 0,-3 0 44,-1 0 1,-2 0 241,-2 0 0,-1 0-173,-11 0 0,4 0 66,-4 0 0,0 0-129,-4 0 1,-4 0-6,-1 0 0,-3 0 0,4 0 0,-1 0 59,5 0 1,0 0-310,0 0 1,4 0 107,0 0 0,8 0-85,-4 0 0,5 0 163,-4 0 1,6-2-51,1-2 1,9 3 309,-5-4 0,6 4-100,-6 1 0,5 0 31,4 0 0,-3 0-10,3 0 0,1 0-154,-2 0 1,7 0 129,-2 0 0,5 0-22,-1 0 1,3 4-144,-7 0 0,1 1 97,-1-5 1,0 0-198,-9 0 0,1 0-59,-13 0 1,-2 0-52,-10 0 1,2 0-81,-2 0 0,-3-5-853,-10 1-1059,1 0 2229,-6 4 0,-7-5 0,-7-2 0</inkml:trace>
  <inkml:trace contextRef="#ctx0" brushRef="#br0">23161 2828 8147,'-7'-2'-266,"3"-2"834,2 3 1,8-6-206,2 3 1,9 2-36,3-2 0,9 2-245,4-3 1,1 4-26,3-3 0,-1 1 155,9-1 1,-2 1-92,6-5 1,-2 4-138,7-4 0,-2 3 156,2-3 0,4 1-191,8-1 1,3-3-150,-32 7 1,1 0 0,-1-1 0,1 0 151,2 1 1,-1 0-1,1-2 1,0 1-33,1 1 0,1 0 1,0-2-1,0 1-47,-3-2 1,0 1 0,1 0-1,0 0 45,-1-1 0,1 1 0,2 0 1,0 1 28,1 1 0,1 0 0,1-1 0,-1 0 75,-2 3 1,-1 0 0,2-2 0,1 0-40,1 2 0,1 0 0,-1-2 1,1 0 95,-1 1 0,1 1 0,0 0 0,-1-1-53,-4 1 0,0 0 0,0 1 0,0 0 22,0-1 0,0 0 0,3 1 0,-1 1-37,3 0 0,-1 0 1,-1-2-1,0 0 6,0 0 0,-1 0 0,-1-1 0,0 1-14,3 2 0,1 0 0,2 0 0,1 0-47,-2 0 0,1 0 0,2 0 0,1 0-45,-4 0 1,1 0 0,0 0 0,0 0 44,0 0 1,-1 0 0,4 0 0,-1 0 10,-2 0 1,-1 0 0,3 2 0,-1 1-238,-3-1 1,-1 0-1,3 0 1,1 0 277,-2-2 0,1 0 1,1 2-1,0 0-19,0 0 1,1 0 0,0 2 0,-1 0 3,1-1 0,-1-1 0,3 0 0,0 1 6,-1-1 0,1 0 0,4-1 1,0 1 6,-2 2 1,-1 0 0,2-2 0,-1-1-31,-2 1 0,0 0 1,0 1-1,2 0 19,1-1 1,1 0 0,2 2 0,-1 0-15,-1-2 1,-1 0-1,3 3 1,0 0-298,-2-1 1,0 0 0,2 1 0,0 1 295,1 0 1,2 1 0,1-1 0,1 0 17,-3 0 0,0 0 1,-2 0-1,0 1 2,-4-1 0,-1 0 0,-2 0 0,0 1-123,1-1 1,0 0 0,-1 0 0,1 0 121,-2 1 0,-1-1 0,0-2 0,-1 0 40,-5 0 1,1 0 0,-1-2 0,0 0-43,1 3 1,-1-1 0,1-2 0,0 0 57,-2 2 1,-1 0-1,0-2 1,-1-1-43,27 3 1,0-1-127,-1 1 1,-8-3-82,0 3 1,-7-2 216,-5-2 1,-4 0-485,-4 0 1,-8 0 287,-5 0 172,-12 0 0,-7 0 0</inkml:trace>
  <inkml:trace contextRef="#ctx0" brushRef="#br0">8721 3857 7867,'-12'0'0,"-1"0"0,5 0-253,0 0 1,5-1 119,-1-3 0,5 2 625,7-2 1,3 1-194,14-1 0,-1 1-179,9-5 0,1 4 51,8-4 0,0 4 24,4-5 1,6 5-176,-2-4 1,8 5-166,0-1 1,2-1 150,2 0 0,6 1 108,2 4 1,-1-1-305,-34-1 0,0 0 0,2 1 0,1 0 88,1 0 0,0-2 0,5 1 0,0-1-64,0 1 1,-1 0-1,4-3 1,0 0-248,-2 1 0,1 0 0,4 0 0,1 1 295,-2-1 0,1 0 0,5 0 0,0 1 77,-1-1 0,0-1 1,2 0-1,1 1 44,-3 2 0,-1 0 1,2-3-1,0 1 20,1 2 0,0 0 0,4 0 0,0 0-32,0 2 0,0 0 0,1-2 0,-1 0-330,-2 0 0,0 0 0,1 0 0,1 0 319,1 1 0,2 2 1,1-1-1,0 0 8,0 0 1,0 0 0,0 0 0,0 0 4,-2 0 1,0 0 0,2 0 0,0 0-6,0-1 1,1 2 0,2 0 0,1 2 47,-4-1 0,0 0 0,2 1 0,-1-1-50,-5 1 1,0-1-1,2-2 1,0 1 91,2 1 0,0 0 1,0 1-1,0 0-51,0-1 0,0 0 0,1 1 1,0-1 47,-3 1 1,0-2 0,0 1 0,1-1-9,3 3 1,1 0 0,0-2 0,-1-1 48,1 1 1,-1 0 0,2 0 0,0-1-85,-5 1 0,-2 0 0,3-1 0,1 0 10,-1 1 1,0 0 0,0-1 0,0-1-59,0 0 1,0 0-1,-2 0 1,-1 0 59,-5 0 0,-1 0 0,-1 0 1,0 0-273,0 0 1,-1 0 0,-4 0 0,-1 0 233,0 0 1,-1 0 0,-5 1-1,-1-1-167,-4 2 0,0 1 0,-1-2 0,0 0-139,26 8 300,-8-1 0,-5 2 0,-7-1 0,-8 1 0,-5-2 0</inkml:trace>
  <inkml:trace contextRef="#ctx0" brushRef="#br0">2642 4849 12628,'0'24'1557,"0"5"-889,0 16 0,-1 14-220,-1-20 0,0 1 0,1 4 0,-1 2-766,-2 6 1,0 3-1,0 2 1,0 2 443,-2 3 0,-1 0 0,-1 1 1,0-1-250,-1-4 1,1 0 0,0-1 0,0 0-195,1-3 0,1 0 0,-1-1 0,-1-1 225,1-6 1,2-1 0,-1-4-1,2-1-408,4 18 0,0-3-862,0-6 1,0-11 633,0-9 1,1-13 9,3-8 1,-1-5 813,5 1 0,-3-4-1076,3-4 0,-4-10 980,4-10 0,-5-1 0,3-6 0</inkml:trace>
  <inkml:trace contextRef="#ctx0" brushRef="#br0">2593 5147 7806,'5'-12'0,"4"-1"0,-3-3 1081,3-1 1,3-1-65,5 2 0,3 2 161,-3-3 1,4 4-620,-5 0 1,5 6-201,-5 3 1,5 3-332,-5 1 0,-3 7 84,-5 5 1,-5 11-523,1 11 1,-4 7-60,-4 4 1,-8 5-443,-9 4 1,-3 4-352,12-25 0,0 0 1,-13 29 433,0 0 1,2-7-34,2-10 0,3-6 677,6-6 184,-1-16 0,2 2 0,3-11 0,2 6 0</inkml:trace>
  <inkml:trace contextRef="#ctx0" brushRef="#br0">2940 5209 7806,'12'-12'1203,"-3"1"-747,-1 2 1,-4 0 435,4 5 272,1-1-350,3 5 0,1 2-454,-1 2 0,-4 3-276,0 5 0,-5 6-447,1 3 0,2 2 272,-2 2 0,0 4-380,-4 0 0,-4 5 352,0-1 0,-6-1-305,2 1 1,-3-5 134,-1 1 1,3-5 232,1-3 1,4-4 215,-4-9 212,5-3 0,-1-6-1,8-3 0,4-4-161,9-9 1,2-2-148,6-6 1,4 2 86,0 2 1,4-2-1053,-4 2 1,0 3-53,-5 1 0,1 4-461,0 0 0,-2 1 565,-2-1 850,3 1 0,-11 0 0,5-1 0</inkml:trace>
  <inkml:trace contextRef="#ctx0" brushRef="#br0">3461 5308 7806,'0'13'302,"0"-1"1,-1 0 451,-3 1 1,2 1 190,-2 2 1,3-1-420,1 6 0,0-5 303,0 5 0,4-4-334,0 3 0,6-9-371,-2 2 1,4-5 44,5 0 1,2-4-419,6-8 1,0-4 240,0-8 1,4-4-555,-1-5 1,1-4-428,-4 1 1,-1-1 465,-4 4 1,-3 0 194,-9 0 0,2 6 25,-6 2 1,-1 4 508,-7 0 1,-5 2-214,-7 3 0,-4 2 613,-4 6 1,-1 7-339,0 6 0,-1 2 465,-3 10 1,4-3-606,0 7 0,2-3 75,6-1 1,1-1-1376,3 1 1,2-1 645,3-4 0,3 2-466,5-5 0,11-6 381,5-7 0,6-4 611,3-4 0,11-8 0,2-8 0</inkml:trace>
  <inkml:trace contextRef="#ctx0" brushRef="#br0">3933 5345 7806,'5'13'697,"-2"-1"-348,5 1 1517,-5-1 0,2 0-490,-5 1 1,0-5 1169,0 0-2349,6-5 0,-3 3-7,5-6 1,4 0-960,5 0 0,5-7 537,-1-6 0,2 0-864,2-8 1,0 0 599,-1-4 1,0 5-490,-3-1 1,1 6 281,-6-2 0,-1 4-81,-6 0 1266,-4 1 0,-6 5-405,-3 3 1,-3 2 559,-6 2 1,-5 2-406,-2 2 0,-4 3 291,-1 5 1,5 5-155,-1-1 1,6 2-706,-2-1 0,4-4 297,0 4 1,2 1-583,3-2 0,2 1-567,6-5 0,2-5 521,2-3 0,8-2 170,9-2 1,2-2 169,2-2 1,4-7 93,0-5 0,4-2 77,-4 1 1,0 4 155,-4-4 0,0 3 0,-1 2 0,1-1 0,0 1 0,0 1 0,0 3 0,-2-3 0,-2 2 0,2-2 0,-2-1 0,-2 0 45,2-1 0,-5-1-45,5-2 0,0-3 0,4-6 0</inkml:trace>
  <inkml:trace contextRef="#ctx0" brushRef="#br0">4602 4688 7806,'-8'14'-25,"0"2"1,5 0 1297,-1 4 0,-2 2-333,2 7 0,0 8 316,4 9 0,-4 13-274,0 7 0,2-27 1,0 2-998,2 4 1,0 1 0,-2 1 0,-2 0 197,0 4 0,0 1 0,1-1 0,-1-1-73,0-1 0,0 1 0,0 0 0,-2-1-391,-2 1 0,0-1 0,1-4 0,0-3 135,-1-2 0,-1-1 0,-4 30-308,0-11 1,1-3-23,-1-6 0,1-10-428,0-6 1,-5-7-645,0-5 0,0-7 754,0-6 0,2-5 508,-6 1 1,-5-8-204,-7-5 0,-4-3 489,-5-5 0,-7 4 0,-8-5 0</inkml:trace>
  <inkml:trace contextRef="#ctx0" brushRef="#br0">1948 6362 7692,'-13'7'1042,"5"3"-227,0-6-550,5 0 0,-1 0-70,8 0 1,8 1 639,9-5 0,9 0-207,8 0 0,6-2-13,9-2 0,11 1-651,-28-1 0,2 0 0,7 2 1,1 0 156,5-2 1,2 0 0,3 2-1,2 0-483,2-3 1,0 1 0,3 2 0,1 0 448,0-2 0,0 0 0,4 2 0,0 0-118,-1-2 1,-1-1 0,0 2 0,0 0 51,-4-1 0,0-1 0,5-2 0,1-1 4,-21 4 1,0 1-1,0-2 1,2-3 0,1 0-1,0-1-145,-1 1 0,1 0 1,0-1-1,-1-1 0,-1-1 1,1 0-308,19-3 1,0 0 0,0-3 0,-1 0-366,-1 3 0,0-1 1,0-1-1,-1-1 385,-4 3 1,-2-1 0,-1 1 0,-1 0-251,-7 1 0,-1 1 0,0-1 0,-2 1 246,-1 0 0,-1-1 411,-1 1 0,-2-1 0,-4 1 0,0 0 0,-2-1 0,1 1 0,-3-1 0,1 1 0,-2 0 0,1-1 0</inkml:trace>
  <inkml:trace contextRef="#ctx0" brushRef="#br0">6476 5556 7713,'12'0'4131,"0"0"1,-3 0-2142,-1 0 0,0-4-3969,5 0 0,-5-4 838,0 4 1,-6-5-351,-2 5 1,-7 0 1490,-10 4 0,-13 0 0,-9 0 0</inkml:trace>
  <inkml:trace contextRef="#ctx0" brushRef="#br0">8585 5358 7714,'-6'12'0,"-2"1"0,-3-1 499,-2 0 1,6 1-127,3-1 1,3 1 250,1-1 0,5 5-225,4-1 1,9-1-51,6-6 1,7 0-252,6-5 0,6 0-169,2-4 1,5-2-263,4-7 1,-3 0 305,2-12 0,-6 5-1295,-1-5 0,-12 0 98,-1-4 1122,-5 1 0,-9-1 0,-1 0 0</inkml:trace>
  <inkml:trace contextRef="#ctx0" brushRef="#br0">9081 4986 7714,'-13'0'144,"1"0"1,0 1 53,-1 3 0,2 3 269,3 6 0,-2 6 221,6 6 1,-4 6-285,4 11 0,-1 3-79,5 9 0,0 8-390,0 8 0,0-31 0,0-1 66,0 1 0,0 1 1,0 2-1,0 0-164,1-1 1,-2 1 0,1 0 0,-1 0 25,-1-1 0,0 0 1,0-1-1,-2-1 113,1-3 0,-2-2 0,-6 28-255,3-8 0,1-10 271,-1-7 1,4-1-19,-5-7 0,5-1 222,-4-8 1,4-2 248,-4-5 0,3-5-326,-3 0 0,4-5 418,-4 1 0,4-4-570,-5-4 0,1-3 190,-4-5 1,-5-6-755,1-3 0,-2-2-455,1-2 0,-2-4 519,-6 0 0,2-4-279,2 4 0,-3 0 414,4 4 0,2 2 398,1 2 0,9-2 0,3 9 0,5-4 0</inkml:trace>
  <inkml:trace contextRef="#ctx0" brushRef="#br0">10421 5432 10624,'0'13'1030,"0"-1"0,0 2-688,0 2 0,0 4-97,0 4 1,4 1-184,0 0 0,0 0-427,-4 0 0,1-1 318,3 1 1,-2-4-551,2 0 0,-3-6 319,-1 1 0,0-2-621,0-2 0,0-3-196,0-1-537,0-5 894,0 2 738,0-5 0,0-5 0,0-2 0,0-6 0</inkml:trace>
  <inkml:trace contextRef="#ctx0" brushRef="#br0">10346 5333 7714,'0'-8'0,"0"-1"0,0 1 0,4-4 933,0-1 0,2 1-453,-2 0 0,2 3-452,2 1 0,7 4-825,-3-4 1,8 5 498,-4-1 1,6 2-884,-1 2 1181,2 6 0,2 1 0,0 5 0</inkml:trace>
  <inkml:trace contextRef="#ctx0" brushRef="#br0">17827 5283 7714,'0'0'0</inkml:trace>
  <inkml:trace contextRef="#ctx0" brushRef="#br0">10979 5345 7714,'-18'17'0,"-3"-1"0,2 1 1130,-2-5 0,5 1-306,-5-1 0,6 5-156,-2-1 0,3 1-446,2-5 0,5 5 223,3-1-528,3 1 0,2-6 112,3-3 1,4 3-89,9-3 0,-2-1 80,6 2 0,-5-3-321,5 3 1,-4 0 95,3-4 1,-5 4 13,2-1 0,-5-1 244,-3 2 0,-2-3-58,-3 3 0,-3 2-52,3-3 0,-2 3 45,-2 1 1,-6 1-449,-2-1 0,-3 1 202,-2-1 1,-3-4-250,-1 1 1,1-2-200,3 1 1,1 1-1187,0-4 1891,-1-1 0,-5 1 0,-1 2 0</inkml:trace>
  <inkml:trace contextRef="#ctx0" brushRef="#br0">12145 5432 7714,'8'0'1056,"0"0"1,-3 0-347,3 0-351,-5 0 0,2 10-127,-5 2 1,0 5-207,0-1 1,-1 4 138,-3 4 0,-3 1-544,-6 0 1,5-2 288,0-2 0,1 1-370,-1-5 0,-2-1-234,6-3 467,0-6 0,5-3 205,3-8 0,4-5-68,9-7 0,2 1 245,6-6 0,0 0-46,0-4 0,0 6 109,-1 3 0,1 2-49,0 1 1,-2 7 365,-2 1 0,-3 4-138,-6 1 0,-1 7 3,-2 5 0,-4 2-105,-5 7 0,0-2-95,0 2 1,-5 2-243,-4-2 1,3 2 100,-3 2 1,2-6-398,-1-2 1,-2-3 213,6-2 1,-1 0-2597,1 1 1665,2-6 1,2-3 80,9-8 0,7-6 974,5-11 0,-3 1 0,11-22 0,-3 4 0</inkml:trace>
  <inkml:trace contextRef="#ctx0" brushRef="#br0">12653 5457 7714,'7'12'1940,"-1"2"-1566,-6 3 1,0-2-177,0 6 0,-1-1 925,-4 5 1,4-4-503,-3-1 0,2 0-561,2 0 0,0-2 40,0-5 0,6-6-266,2-3 1,3-3 79,2-1 1,3-7-7,1-5 0,3-2-373,-3-7 0,0 2 181,-5-2 1,0-1-170,1 6 1,-6-1-188,-3 5 600,-3-1 0,-6 5-100,-4 0 1,-7 5 184,-5-1 0,-2 4-89,-2 4 0,4-1-30,1 5 0,0-1-538,0 1 0,2-1 240,5-3 1,5-2-1170,0 2 1541,5 3 0,-8-6 0,4 5 0</inkml:trace>
  <inkml:trace contextRef="#ctx0" brushRef="#br0">12939 5420 7714,'12'4'781,"1"0"0,-1 4-279,0-4 0,-5 8 94,-3 0 1,-2 2-206,-2 6 1,-2 1 177,-2 4 1,2 0-365,-7-1 0,7 0-271,-3-3 0,0 1-556,1-6 0,0 1 309,4-5 108,0-5 1,5-2 0,3-5 0,3-5-312,2-3 0,-1-9 81,1-4 1,3 2 163,1-1 0,3 0 274,-3 0 1,-1 2 247,-3 5 1,-1 2 348,1 3 0,-5 2-52,0 6-211,-5 0 1,3 6-68,-6 2 1,0 5 182,0 3 0,0-2-73,0 2 0,0 2-580,0-1 1,0-1-290,0-3 0,4-1-593,0 1 0,5-2-488,0-3 1,-2 2 1569,1-6 0,0 5 0,5-2 0</inkml:trace>
  <inkml:trace contextRef="#ctx0" brushRef="#br0">13348 5556 12116,'-7'0'4460,"2"0"-4019,16 0 1,-2 0-389,12 0 1,0 0-1258,4 0 1,4 0 797,0 0 0,5 2-1733,-1 2 0,-1-3 2139,1 3 0,-6 9 0,4 0 0</inkml:trace>
  <inkml:trace contextRef="#ctx0" brushRef="#br0">14130 5445 7714,'-18'-13'518,"0"2"-151,-3 3 0,-1 2 196,6 6 0,-1 3 225,5 5 0,1 8-310,2 13 1,-2 4-117,3 8 0,-3-1-115,-1 5 0,3 1-229,1 3 1,5-6 64,-1-6 0,4-5-794,4-7 0,5-10 48,7-3 1,5-9-410,8-3 0,2-11-112,7-9 1,0-5 340,4-4 590,-4 3 1,5-10 0,-6 4 0</inkml:trace>
  <inkml:trace contextRef="#ctx0" brushRef="#br0">14403 5494 7277,'0'13'-261,"0"0"1412,0 4 0,0-2-495,0 6 0,-6-1 368,-2 5 0,-2 0-465,2 0 1,-2-4 211,6-1-284,0-5-490,4 3 0,10-12-148,2-6 1,5-7-177,-1-10 0,3-2-836,6-6 0,0 0 583,0 1 0,-6-1-331,-2 0 1,-3 2 368,-2 2 1,0-1 380,1 5 0,-6 1-37,-3 3 0,-4 2 181,-4 3 0,-5-2 407,-7 6 0,1 6-315,-6 6 0,2 3 169,-2 1 0,-1 5-91,5 0 1,2-1-804,7-4 0,-2 1 95,6-1 555,0 6 0,-1-4 0,-2 4 0</inkml:trace>
  <inkml:trace contextRef="#ctx0" brushRef="#br0">14725 5457 7714,'8'0'0,"1"0"1184,-1 0-344,4 0 6,1 0 0,-6 6-253,-3 2 1,-3 3-228,-1 1 0,0 1-380,0-1 1,0 0 69,0 1 0,0-1-373,0 1 1,0-1 281,0 0 0,6-3-565,2-1 0,-1-5 297,1 1 1,2-4-355,6-4 0,0-3 252,4-6 1,-3 1 144,3 0 1,-4 1 232,0 2 0,-2 0-54,-2 5 0,1-1 667,-1 5 0,-5 2-332,-3 2 1,-2 3 529,-2 5 0,0 2-379,0 3 0,0-4-231,0 4 1,0-3-828,0-2 1,0-4 227,0 1-890,0-1 632,5 4 683,2 1 0,5-6 0,1-2 0</inkml:trace>
  <inkml:trace contextRef="#ctx0" brushRef="#br0">15556 5308 7714,'7'0'1645,"-1"6"1,-8-4-797,-2 7 0,-4-1 140,-9 4 0,-3 2-475,-9 3 1,1-2-470,-5 6 1,6-5 33,-2 5 0,4-6-213,4 1 0,5 2 172,7-1 0,4-1-502,5-3 0,5-5 312,4 0 1,7-5-718,5 1 1,2 2 256,2-2 0,0 0 150,0-4 1,-2 4 660,-2 0 0,-3 6-166,-6-2 1,-5 3 763,-3 2 0,-2-1-423,-2 0 0,-6 5 127,-2 0 0,-3-1-126,-2-4 0,1 5-100,0 0 1,-1-2-807,1-7 0,-1 2 405,1-6 1,-1 0-2323,1-4 1821,5 0 0,2-7-880,5-5 0,0-6 757,0-7 1,5-7 749,3-5 0,9-11 0,2-9 0</inkml:trace>
  <inkml:trace contextRef="#ctx0" brushRef="#br0">15928 4961 7714,'6'12'0,"-5"2"896,4 3 1,0-2-122,-1 5 1,0 8-8,-4 9 1,-5 6 660,-3 7 1,-4 1-860,0 2 0,-4 2-17,-1 3 1,2-3-178,7-5 1,2-6-931,6-3 0,0-3 447,0-5 0,6-8-583,2-9 0,7-3 531,2-5 0,-1-3-1131,-4-5 0,0-5 276,-4-3 1,1-5 256,-4-3 1,-3-4-8,-6-5 0,-3 1 265,-5-1 0,-6-4 353,-3 0 1,-2-1-21,-2 1 0,2 4 756,2 0 1,3 2 66,6 6 1,1 1 1648,2 3-1278,-2 6 0,15 2-453,1 5 1,10 0-269,5 0 0,9 4-97,4 0 0,5 4-697,3-4 1,-2 1 370,2-5 1,2 0-1451,-2 0 0,0 0 353,-3 0 1,-7-2 120,-2-2 1,-4 3 1091,-4-3 0,-3 2 0,-6 2 0,-5 0 0,-7 6 0,-8 2 0,-7 3 1005,-2 1 0,-1 5-496,2-1 1,-2 5 1454,-3-4 0,-3 5-792,4-2 1,2 2-394,1-1 1,5-3-884,4-6 1,1 2 124,3 3 1,2-8-506,-2 4 0,8-9 404,5 0 1,6-3-177,1-1 0,6-1 71,-1-3 0,-2-3-667,2-5 1,-5 3 278,5 1 0,-6 4 183,2-4 871,-9 5 1,2-1-331,-6 8 0,0 3 935,-4 5 1,-4 2-519,0 3 0,-6-4-155,2 4 1,2-3 261,2-2-653,3 0 49,1 1 1,3-8-685,5-5 0,2-5-248,10-8 1,5-4-790,4-4 0,5-4 262,0-4 0,1-3 560,3-5 0,4-5 299,4-4 0,-4-8 94,-21 25 0,0 0 0,20-26 449,-4 2 0,1 6 669,-14 10-3,-2 13 1,-15 20 748,-2 8 1,0 4-649,-1 9 0,0 4 455,-4 7 1,-4 6-450,0 7 1,-4 2 636,4 2 1,-2-2-696,2-6 1,3 4-839,-4 1 0,4-1 260,1-4 0,0-5-486,0-3 0,0-4-608,0-5 1,-1 2 304,-3-5-1159,2-6 1,-9-6 728,3-5 0,-5-6-46,-3-7 0,1-1 548,-6-6 0,0-1 262,-3-4 1,-4 0 105,3 1 0,-1-5 806,10 0 0,-1 0-133,5 4 1,5 4-413,3 1 0,9 9 467,7-2 0,8 4-138,9-4 0,7 5 453,5 0 0,10 5-350,-1-1 1,7-3-855,1-1 0,-3 2 335,-1 2 24,-3 3 0,-5 1 0,-4 0 0,-3 0 0,-5 0 0</inkml:trace>
  <inkml:trace contextRef="#ctx0" brushRef="#br0">18844 5606 7714,'-13'5'1517,"6"-3"0,10 3-1241,14-5 0,14-5-255,19-4 1,7-6 165,9-1 0,-32 5 1,1 0-440,2 0 1,0 1 0,0-1 0,-1-1-85,0-1 0,-2 1 0,31-12-215,-11 4 0,-11 2 103,-14 5-644,-9 7 1,-10 1 214,-14 10 877,-14 1 0,-19 12 0,-7 2 0</inkml:trace>
  <inkml:trace contextRef="#ctx0" brushRef="#br0">18856 5705 7714,'-16'12'796,"-1"1"0,6-1-318,7 1 0,9-5 109,8 0 0,12-1-205,12 1 1,3-2-1,9-6 1,5-1-477,12-4 1,-31 1 0,1-1 76,3-5 0,0-1 0,-1 1 0,-1-2-367,0-4 1,0-1 0,0 1-1,-1-1 272,-2-2 0,-2 1 0,0 1 0,-2-1-1316,28-19 1,-16 7 1427,-5-8 0,-7 1 0,-9 0 0,-10 5 0,-7 5 0</inkml:trace>
  <inkml:trace contextRef="#ctx0" brushRef="#br0">19315 5048 7714,'-12'-32'0,"5"7"405,3 9 1,4 6-224,4 2 1,12 5 741,9-1 1,12 3-323,1 1 0,13 6-153,2 7 0,8 5-478,-28-6 1,0 1 0,32 13 168,-30-12 0,0 1 0,26 18-164,-29-13 1,-2 1 0,17 19 73,-6 6 1,-13-5-774,-12 4 1,-9 1 473,-7 3 1,-16-4-482,-13-4 1,-7 2 23,-5-2 0,-5 2 302,-8-2 0,3-1 228,24-17 0,1-1 0,-25 16 114,1 3 1,-1-8-377,-3 8 0,7-10-131,-2 2 569,2-6 0,1 0 0,1-4 0,-2-4 0,-1 2 0,-2 1 0</inkml:trace>
  <inkml:trace contextRef="#ctx0" brushRef="#br0">28644 5395 7714,'0'0'0</inkml:trace>
  <inkml:trace contextRef="#ctx0" brushRef="#br0">21561 5060 7714,'-7'0'1736,"1"0"-1470,17 0 1,2 0-173,7 0 1,8 0-46,-3 0 0,4 0-114,0 0 0,-2 0-143,6 0 1,-5 0 189,1 0 1,-7 4-91,-2 0 0,-3 1-79,4-5 365,-6 5-21,3-4-105,-11 10 0,4-4 57,-3 6-103,-3-1 1,2 2 69,-3 2 1,-1 5 0,4 8 14,-1 4 1,-2 9 76,-4 3 1,0 10-65,0 7-143,0 0 0,-2-26 0,-2 0 1,-4 31 152,-3 2 0,-1-7 90,-1-4 1,5-14 7,0-15-207,5-8 1,-3-7-235,6-6 0,2-5 1,0-1-702,3-4 310,4-5 1,-7-6 0,2 0-1431,-3-4 2050,-1-2 0,0-6 0,0 0 0</inkml:trace>
  <inkml:trace contextRef="#ctx0" brushRef="#br0">21635 5544 7714,'-7'5'150,"2"-3"0,6 5 661,3-3 1,4-3-316,9 3 0,2 2 79,6-2 1,5 0-460,3-4 1,2 4 32,-2 0 1,1 0-1139,-5-4 0,-5 5 580,-8-1 0,-7 5 409,-5 0 0,-8 2 0,-3 1 0</inkml:trace>
  <inkml:trace contextRef="#ctx0" brushRef="#br0">21561 5879 7714,'0'12'0,"0"1"0,0-5 769,0 0 0,1-1-279,3 1 0,8 2 400,9-6 0,4 0-646,4-4 0,4-5-34,8-4 1,3-3-1112,6-5 1,0-2 442,-1-6 0,-3 2-1091,-1 2 1382,-5-2 1,14 3-1,-3-4 1</inkml:trace>
  <inkml:trace contextRef="#ctx0" brushRef="#br0">28644 5655 7714,'0'0'0</inkml:trace>
  <inkml:trace contextRef="#ctx0" brushRef="#br0">23186 5122 8479,'-7'2'1749,"3"2"0,2 4-1266,2 8 0,0 5-71,0 8 1,0 4-118,0 9 1,0 2-169,0 5 1,-5 1 70,-4-1 0,-7 1-683,-5 0 1,-4-2 376,-4-3 0,2-3-80,-6-9 1,5-4-300,-1-9 0,2-7 194,-2-9 1,3-3-122,-3-1 0,7-2 93,1-7 0,4 0-401,-3-12 1,10 0 279,2-4 0,5-5 227,3-3 1,0-4-41,0-4 0,6 3 219,2 1 1,3 7 320,1 9 0,1 3-16,-1 6 0,5 5 286,-1 3 0,6 12-292,-1 4 0,2 9 735,2 0 0,0 2-350,0 2 0,0 0-248,-1 0 1,5-1-147,0 1 1,4-5-357,-4-4 1,4-2-1181,-4-2 0,2-1 785,-2-2 0,-3 0-1104,3-5 0,-7 0 1601,-2-4 0,-4 0 0,2 0 0</inkml:trace>
  <inkml:trace contextRef="#ctx0" brushRef="#br0">23980 5209 7714,'0'-7'899,"0"2"1,-2 6 380,-2 3 0,-7 8-629,-5 9 1,-7 5 105,3 7 1,-4 2-281,0 10 1,0-1-198,3 2 0,4 1-82,4-6 0,6-5-155,3-7 1,8 0 94,4-4 0,4-7-810,0-10 1,4-5-1281,1 1 1,0-3 947,-5-1 0,0-1-1873,1-3 2877,-6-3 0,-7-11 0,-7-2 0</inkml:trace>
  <inkml:trace contextRef="#ctx0" brushRef="#br0">23794 5469 7714,'12'0'0,"6"-4"0,3 0 0,6-5 0,2 0 0,7-2 0,1-1 0,2-1-172,6 1 1,-1 0 171,2-1 0,2-5 0,-4-1 0</inkml:trace>
  <inkml:trace contextRef="#ctx0" brushRef="#br0">24414 5197 7714,'16'0'1071,"1"0"0,5-5-446,-1 1 1,3-4 581,5 4 1,6-4-582,2 4 0,3-5-273,-7 5 0,0-4-1733,4 4 0,-6-5 862,6 5 1,-8-4-275,0 4 1,-3-6 525,-1 2 1,-6 2-983,-2 2 1,-8-1 738,0 1 1,-7-2 508,2 2 0,-9 3 0,-7-3 0,-1 2 0,-3 2 0,-4 0 420,0 0 0,2 2-333,1 2 0,-1 4 538,2 8 1,-1 1-176,5 8 0,-1-2 1619,1 10 0,1 0-1026,3 5 0,-3 2 796,2 5 0,0 2-862,0 11 1,-2-4-562,3 3 0,1 1-931,-1 4 1,1-9 367,-1-4 0,2-7-1111,6-1 1,0-8 391,0-4-1395,0-8 1418,0-9 0,0-8-1203,0-8 1,0-4 387,0-9 1658,-5-2 0,-2-6 0,-6 0 0</inkml:trace>
  <inkml:trace contextRef="#ctx0" brushRef="#br0">24600 5581 7714,'7'-1'1237,"-3"-3"-627,-3 2 0,1-3 318,2 5 0,0-2 213,8-2 1,-1 3-555,10-3 1,4-2-648,4 2 1,5-6 94,-1 2 0,5 1-1407,3-1 0,-3 4 868,4-4 0,-5 5 504,-4-1 0,-3-3 0,-5 0 0</inkml:trace>
  <inkml:trace contextRef="#ctx0" brushRef="#br0">25332 5755 7714,'-4'12'1883,"0"0"1,-5 1-595,5-1 1,-6 5-644,2-1 0,-3 2-701,-1-1 1,-5 2 88,1 6 1,-2-2-1822,1-2 1,-3 8 231,-9 0 1555,2 5 0,-8 4 0,3-1 0</inkml:trace>
  <inkml:trace contextRef="#ctx0" brushRef="#br0">26659 5333 7610,'-5'-7'0,"2"-3"491,-5 6 1,-2 0-105,-7 4 0,2 6 344,-5 2 1,-1 3-290,-4 1 1,0 5-41,0-1 0,2 5-168,2-4 1,3-1-191,6-3 1,1-1-8,3 0 1,2 1-230,6-1-76,0 1 0,7-2 225,6-3 1,0 2-151,8-6 0,0 5 70,3 0 1,1 2 196,0 1 0,0 0-76,0 1 0,-2 1 213,-2 2 1,-3-2 378,-6 2 1,3 2-270,-2-1 1,-4 1-205,-9-2 0,0 0 78,0 4 1,-9-3-347,-4 3 1,-9-3 151,-3 4 0,1-5-502,-5 5 0,2-6 274,3 2 1,0-5-638,4-4 0,2-2 118,5-6 0,6-3 42,3-5 1,10-7 703,6-14 0,6-9 0,7-6 0</inkml:trace>
  <inkml:trace contextRef="#ctx0" brushRef="#br0">27019 5507 7610,'-1'13'0,"-4"4"0,3-3 1387,-7 2 1,1 2-628,-4-1 1,-1 5 611,1-2 0,4 2-685,-1-1 0,7 1-702,-3-5 1,5-5-279,5-4 0,1-5-264,7 1 1,5-2 31,2-2 0,5-10 435,4-2 1,-7-5-1316,3 1 0,-3-4 501,3-5 1,-4 1 465,-1-1 1,-5 0 161,2 0 1,-3 0 341,-2 1 0,-4 0 427,1 4 423,-1-4 1007,4 10-1425,1 2 1,-6 17 128,-3 12 0,-3 6-181,-1 6 1,0-1 333,0 5 0,0-5-312,0 0 0,0-1-544,0-3 0,4 1-1192,0 0 1,6-6 830,-2-2 1,5-7-1604,3-2 0,5-5 195,8 1 1845,-3-8 0,10-9 0,-4-6 0</inkml:trace>
  <inkml:trace contextRef="#ctx0" brushRef="#br0">27763 5531 7610,'0'7'1964,"0"0"-849,0-3 0,-1-1-506,-3 5 1,1-3-192,-5 3 1,1 0-120,-1 4 0,-2 1-373,6-1 0,0-3-731,4-1 0,-5 0 571,1 4 1,0-3-2102,4-1 1191,0 0 236,0 5 0,6-6 481,2-3 0,4-6 427,5-6 0,-2-2 0,6-10 0,5-12 0,6-7 0</inkml:trace>
  <inkml:trace contextRef="#ctx0" brushRef="#br0">28247 4862 7610,'0'-7'2929,"0"-4"-2317,-5 9 1,3 0 98,-2 10 0,-2 6-290,2 11 0,-4 6 188,4 6 0,-6 8-228,2 8 0,0 4-532,-5 5 0,4 0 319,-8 0 1,-1 0-678,2 0 1,-1-11 173,5-6 0,5-10 276,3-6 1,2-9-522,2-3 0,2-9 200,2-4 0,7-8-248,5-4 0,8-9 190,1-3 1,-1-4 42,5-1 0,-2 1 427,-3-1 0,-3 4 24,0 0 0,-6 8 131,1 0 0,-3 5 455,-5 4-229,3 3 1,-9 1-225,2 8 0,-3 3 472,-1 1 0,-4 5-211,0-1 1,-4 2-86,3-1 0,0-3-64,1 2 0,2-2-761,-2-2-239,3-5-2,6-1 1,2-6-1012,6 0 738,-1 0-1402,0 0 2376,1 0 0,-1 0 0,1 0 0</inkml:trace>
  <inkml:trace contextRef="#ctx0" brushRef="#br0">28917 5345 7610,'-19'7'0,"-3"0"757,5-3 1,0-1-293,5 5 1,5 1 565,3 3 1,14 0-472,6 1 0,12-6-39,5-3 0,14-3-122,7-1 0,12-11-522,-29 4 1,0-2 0,-2-2 0,0-2-237,3-1 1,-1-1-1,-2-1 1,0-1 254,1-3 0,-2-1 0,1 0 0,-2-1-1267,-1 0 0,-2-1 0,21-20 1371,-6 6 0,-10 0 0,-5-1 0</inkml:trace>
  <inkml:trace contextRef="#ctx0" brushRef="#br0">29525 4837 7713,'-31'37'0,"1"7"586,-3 6 1,3 6-477,17-23 0,1 0 0,-1 2 1,1-1 847,0 3 0,-1 1 1,-1 1-1,-1 0-562,1 1 1,-1-1 0,-1 0 0,1-1-139,2-2 1,1-2-1,-9 27-375,13-11 0,5-9 75,11-12 0,12-7-463,13-14 0,5-9 344,8-12 0,6-6-501,-19 6 1,0-3-1,1-3 1,0-2 107,1-1 0,0-1 0,-1-4 0,-2-1-270,-2 3 1,-2 0 0,0-2 0,-1 0 191,-1 1 1,-2-1 631,1-1 0,0-1 0,-2-2 0,-1-1 0,1-1 0,0-1 0,-1 0 0,1 0 0</inkml:trace>
  <inkml:trace contextRef="#ctx0" brushRef="#br0">30157 4750 7713,'9'-8'543,"-1"0"40,-5 5 0,2 4 448,-5 12 1,-7 6 401,-5 10 0,-5 8-732,-3 8 1,-4 1 248,4 4 0,-4-2-572,-1 10 1,6-2-414,3 2 1,3-3 72,5-5 0,2-12-680,6-5 0,7-8 226,6-8 1,0-6-46,8-11 0,0-6-406,4-2 1,-6 1-241,-3-1 890,-2 5 0,-7 0 7,-3 12 0,-4 2 883,-4 13 1,-4 0-520,-9 9 1,4 0 326,-4 4 0,9-4-205,4 0 1,4-6-51,4-3 1,10-4-594,10-8 0,7-5 256,6-3 0,4-3-1145,1-1 1,4 0 600,0 0 0,-5-4-1955,-4 0 2610,-10 0 0,-4 15 0,-4 3 0</inkml:trace>
  <inkml:trace contextRef="#ctx0" brushRef="#br0">8783 7379 7759,'-36'-23'1050,"3"2"0,4 3-1879,8 6 442,9 5 0,13 3 679,12 8 0,5 3 163,7 5 1,5 1 400,3-1 0,3-4-239,1 1 0,4-7-227,1 3 1,5-4-311,-2-1 1,3-6-111,2-2 0,1-4 245,3-5 1,-6-2-1,6-6 0,-12 0-989,4 1 1,-6-3 773,-3-2 0,-5 3 0,-3-3 0,-3 3 0,-1 1 0</inkml:trace>
  <inkml:trace contextRef="#ctx0" brushRef="#br0">17591 6908 7759,'0'0'0</inkml:trace>
  <inkml:trace contextRef="#ctx0" brushRef="#br0">9267 6784 7789,'-32'0'0,"3"0"0,4 1 876,5 4 1,2 3-379,5 8 1,1 9 350,0 8 0,5 10-338,3 7 1,2 5-407,2 7 0,6 5 72,-2-32 0,0 1 0,6 32-383,-6-32 1,0-1 0,5 31 198,-6-31 1,-1 0 0,3 30 95,-1 1 0,-2-9-277,2-8 1,-1-1 204,1-6 1,-3-2-357,3-7 1,-2-3 127,-2-5 0,-2-6 257,-2-2 1,1-9-239,-5-4 325,0-2 0,-5-4-725,1-2 1,-3-8 364,2-9 0,-2-2-282,7-2 1,-3-7 131,-1-5 1,5-5-501,2-3 1,4-3 56,1 2 555,0-7 1,11 2-1,3-5 1</inkml:trace>
  <inkml:trace contextRef="#ctx0" brushRef="#br0">9689 7107 7789,'6'0'1819,"0"1"-940,-6 3 0,0 8-131,0 9 1,-1 9 46,-4 8 1,4 4-259,-3 8 1,-2 5-340,2 3 1,2 1-345,6-1 0,4-8 176,9-9 0,2-8-1081,6-4 1,5-14 76,3-6 0,-1-9-1668,1-9 1759,0-10 1,1-14 882,-5-8 0,0-4 0,-9-4 0</inkml:trace>
  <inkml:trace contextRef="#ctx0" brushRef="#br0">10222 6908 7789,'7'7'1635,"0"-1"-753,-3-6 0,-3 6-367,3 7 1,2 5 913,-2 7 1,6 9-676,-2 3 1,2 14-167,-2 3 0,2 1-446,-6 3 1,4 0-150,-4 4 0,0-6-194,-4-2 1,-5-14-233,-4-7 0,-2-11 173,-1-5 1,-6-4 249,-3 0 0,2-6-1223,-2-3 1,5-8 478,-5-5 1,5-2-312,-5-1 1,6-6 772,-2-3 0,8-2-201,0-2 0,7-5 97,-2-3 1,2 4 154,2 4 1,2 2 540,2 6 1,3 5-260,5 3 0,0 7 866,1-2 1,3 8-458,1 4 1,5 9 985,-1 3 0,2 4-607,2 0 0,1-3-103,3 0 1,-3-2-524,3 2 1,1-5-367,-1-7 1,2 0-869,-2-5 0,-3 0 686,3-4 1,-3-9-1766,-1-4 0,-5-7 2110,1-1 0,-6-2 0,3-2 0</inkml:trace>
  <inkml:trace contextRef="#ctx0" brushRef="#br0">10669 7119 7789,'12'0'42,"-4"4"-42,1 0 0,0 4 1017,8-3 1,-3 4-424,2 0 0,2 6 572,-1 1 0,3 6-316,-3-1 1,-1 4 4,-3 4 1,-1-2-371,1 6 1,-7 0-220,-1 5 1,-5-1-366,-5 0 0,-6-4 147,-5 0 1,-6-1-605,1 1 0,3-8 419,2-9 0,-2-3-1530,1-5 1,1-3-908,3-5 1,6-1 702,3-3 1871,-3-3 0,6-16 0,-5-4 0</inkml:trace>
  <inkml:trace contextRef="#ctx0" brushRef="#br0">11078 7367 7789,'25'-7'2841,"4"-3"-2053,0 6 0,11-5 608,1 0 0,0-2-689,1-1 0,-4 0-501,0-1 1,3 2 11,0 3 1,-1-3-1043,-7 3 0,-2 2 334,-7 2-1739,-4 3 0,-8 3 2229,-8 7 0,-19 4 0,-6 12 0</inkml:trace>
  <inkml:trace contextRef="#ctx0" brushRef="#br0">11202 7565 7789,'0'13'0,"-4"-1"2445,0 1-1459,0-1 0,11-4 28,5 1 0,3-7-62,10 2 1,-2-6-457,10-2 0,5-10-609,3 1 1,7-7 148,2-1 1,-1-2-1788,5-2 1,-3-4 1206,-1 0 0,-5 4-638,1 4 0,-10 2-488,1-1 0,-12 2 597,0 5 1073,-9 6 0,7-9 0,-3 2 0</inkml:trace>
  <inkml:trace contextRef="#ctx0" brushRef="#br0">11946 7317 7789,'2'13'0,"2"-1"0,-3-4 1821,3 1 0,-2 0-840,-2 8 1,0 2-45,0 6 1,1 0 101,3 0 1,-1 4-492,5-1 0,5 1-289,3-4 0,6-3-54,-1-5 1,4-2-345,4-11 0,2-3 159,7-9 0,-1-6-933,0-10 1,-1-3 506,-3-1 0,1 1-666,-5-2 1,-5 3 401,-8 1 1,-3 1 260,-5-1 0,-4 0 468,-8 0 0,-10 2-106,-11 2 0,-6-1 259,-11 6 1,-7 0-197,-9 8 1,-4 5-724,-4 12 0,0 4 629,28-1 0,1 1 0,1 2 0,0 0-652,-3 2 1,0 0-1,3 1 1,2 1 729,0 1 0,1 1 0,1 0 0,0-1 0,0 2 0,0 1 0,1-3 0,0 1 0,2 0 0,-1-1 0</inkml:trace>
  <inkml:trace contextRef="#ctx0" brushRef="#br0">13708 7367 7753,'-19'4'0,"2"0"0,3 0 0,2-4 0,0 0 0,-1 0 0,1 0 0,6 0 0,6 0 0,7 0 0,10 0 0,7 0 508,10 0 1,5 2 2305,3 2 1,6-3-1637,2 3 1,-2-2-1192,2-2 1,1 0-215,-2 0 1,2 0-310,7 0 0,-6 0-86,2 0 1,-3-4 310,-1 0 1,-6-6-3387,-3 2 1991,-8 2 1706,-13 1 0,-8 3 0,-16 6 0,-6 6 0</inkml:trace>
  <inkml:trace contextRef="#ctx0" brushRef="#br0">13820 7578 7753,'-18'5'-1262,"3"1"946,-6 2 1,11-1 1737,2-3 1,7-1-340,5 5 0,5-5-115,12 1 1,5 2-371,11-2 0,10 0-196,3-4 0,8-2-579,0-2 1,2-3 335,2-5 1,0-2-567,0-2 0,-1-2 238,-3-3-989,-8-2 1,-13 9 0,-11-3 1157,-8 4 0,-13-5 0,-11-2 0</inkml:trace>
  <inkml:trace contextRef="#ctx0" brushRef="#br0">13968 7007 7753,'2'7'1807,"2"-3"1,-3-1-1657,3 1 1,-2-1 246,-2 5 0,-2-2-94,-2 6 0,-4-1-333,-8 10 1,-4 1 117,-5 7 0,-5 4-131,-3 8 1,-7 3 97,-1 6 0,-5 0-349,5-1 0,1 4 215,7-4 0,4 4-103,8-8 1,5-2 60,7-2 0,4-2-5,5-2 1,11-5 387,5-3 0,6-5-84,3-3 1,6 1 99,2-5 1,3-5-58,1-4 1,5-5-309,4 1 1,6-4 89,2-4 0,0-4-1229,-5-9 0,1-3 379,0-9 1,-2-2 845,-3-2 0,1 0 0,-6 3 0,0-3 0,1 0 0</inkml:trace>
  <inkml:trace contextRef="#ctx0" brushRef="#br0">14353 7193 12114,'17'0'820,"-1"0"0,12 4-585,1 1 1,6 4-79,7 0 1,2 2-13,6 1 0,-2 2-115,-3 2 1,-3 4 123,-9 4 0,-4 3-451,-9 2 1,-7-2 155,-9 6 1,-8 4-496,-5 5 1,-8 0 253,-8 0 1,-1-4-220,-8 4 1,1-4 190,-4-1 1,1-5 149,3-3 0,-3 1-484,3-1 1,-3 0 263,-1-4 1,0-1 479,0-4 0,-6 4 0,-1-5 0</inkml:trace>
  <inkml:trace contextRef="#ctx0" brushRef="#br0">16450 7255 7773,'0'-18'0,"-5"5"324,1-4 1,-4 3-51,4 2 0,-4 4 414,3-1 0,-4 5-113,1-4 1,1 5 52,-2-1 1,1 4-171,-4 4 1,-5 3-137,1 6 0,-2 0 71,1 4 0,3 2-71,-2 6 1,2 4-229,2 0 0,1 5 86,2-1 0,0 7-284,5 2 11,-6 5 0,9-8 1,-4 7-355,4 1 0,1 4-89,0-2 0,1-2 41,4-10-161,1-5 1,7-3-1,1-8-1542,2-5 1594,3-7 0,6-5-992,0-8 1596,5-3 0,-3-17 0,3-2 0</inkml:trace>
  <inkml:trace contextRef="#ctx0" brushRef="#br0">16660 7342 7773,'6'-19'729,"1"-5"0,5 16 546,1 0 0,-5 5-616,0 3 1,0 11-143,5 6 1,-1 5 68,1 3 1,0 5-199,4 3 1,-3 1-185,2 0 0,2 0-302,-1-5 1,3 5 146,-3-1 0,4 3-1020,-5 1 1,2-5-95,-1-3 0,-4-4-845,4-4 0,1-5 141,-2-8 1769,1-8 0,1-12 0,1-7 0</inkml:trace>
  <inkml:trace contextRef="#ctx0" brushRef="#br0">17181 7317 7773,'-24'0'1543,"-1"2"-1017,0 2 0,-1 3-76,-3 5 0,1 10-189,-5 3 0,0 8 89,-4 0 0,0 9-339,-1 3 1,3-2 78,2-2 0,4-2-206,8-2 0,3-5-270,6-4 1,5-3-1191,3-4 0,2 1 370,2-5 1206,6-1 0,6-4 0,7 1 0</inkml:trace>
  <inkml:trace contextRef="#ctx0" brushRef="#br0">17268 7528 7773,'7'6'418,"4"-5"1,-4 9 813,5-6 0,0 6-287,-4-2 1,4-1-473,1 1 0,-1-4-459,5 4 1,2-5 57,2 1 1,3-2-1116,5-2 0,2 0 645,2 0 1,1-6 397,-5-2 0,6-9 0,-4-2 0</inkml:trace>
  <inkml:trace contextRef="#ctx0" brushRef="#br0">18261 7007 7773,'7'6'652,"-3"2"1,1 5-174,-1 3 0,5-1 350,-5 6 1,4 1-338,-4 7 0,4 0 445,-3 8 1,3-1-442,-4 9 1,0-3-94,-4 3 0,-3 1-403,-5 3 0,-6 4-438,-10-4 0,-1-2-231,0-10 0,0-6 538,0-7 0,0-6-328,1-9 1,4-5 82,4-8 0,-1-3-551,5-6 0,-3-5 413,6-2 1,3-4-231,-3-1 0,7 1 226,-3-1 1,0-4 251,1 0 0,0 4 530,4 4 0,0 6-259,0-1 0,1 3 1432,3 5-1187,3 3 0,5 5 428,1 0 0,3 5-245,1 3 0,1 5 642,-2 3 1,4-2-462,4 3 0,1-4-274,0 0 1,0-1-1706,0 1 1021,0-1 0,-1 0-330,1 1 0,-4-6 0,-2-3-536,-1-3 0,4-1 1210,-1 0 0,2-5 0,2-2 0</inkml:trace>
  <inkml:trace contextRef="#ctx0" brushRef="#br0">18707 7280 7773,'13'7'0,"-1"4"350,1-3 1,-1 3 285,0 2 1,1 1 373,-1 2 0,1 3 108,-1 6 0,2 1-536,2 3 0,-2-2-526,3 1 1,-9 0 97,-4 1 0,-3-1-895,-1 5 1,-2-4 513,-7 4 1,-6-4-984,-14 4 1,0-6 331,-8 2 0,7-4-83,-7-4 0,3-8 961,1-4 0,-2-7 0,3 4 0</inkml:trace>
  <inkml:trace contextRef="#ctx0" brushRef="#br0">19563 6871 7773,'9'5'1433,"-1"4"1,-5 9-898,1 6 0,-4 12-142,-4 10 0,-3 14-234,1-25 0,-1 1 0,-1 2 0,0 2-364,0 3 1,-1 1-1,-2-1 1,0 1 328,1-1 1,-1 1 0,0 0-1,0 0-228,1 1 1,0 1 0,-1-5 0,0 0 98,2 1 1,1-1 0,0-1 0,0 0-374,1-3 0,1 0 1,2 2-1,1-2 89,-1 29 1,3-10-349,1-11 1,0-12-28,0-8 1,5-7-188,4-10 1,3-2 262,5-6 822,-4-11 0,16-3 0,-3-11 0</inkml:trace>
  <inkml:trace contextRef="#ctx0" brushRef="#br0">20084 7578 8697,'3'8'1194,"5"0"0,3 1-703,14 3 1,-1 5 270,9-1 1,5 1-444,8-5 0,2-1-392,2-3 0,-1-4-1161,1-8 0,1-5 889,3-12 0,-8-1-1366,4-11 0,-14 0 1711,-3-4 0,0-1 0,-1 1 0</inkml:trace>
  <inkml:trace contextRef="#ctx0" brushRef="#br0">20742 7020 7773,'-8'-11'276,"-1"2"0,1 0 278,-4 5 1,3 0-151,1 4 1,0 5 493,-5 3 0,2 10-393,3 7 1,-3 7 130,3 9 1,2 9-177,2 8 0,-1 8-539,2-32 0,1 2 0,0 2 0,0 1-27,2 0 1,0 1 0,0 2-1,0 0 110,0-1 1,0 0 0,2 3 0,0-1-105,0 3 0,1-1 1,1-4-1,0 0 106,-2-2 1,0 0-1,2-2 1,0-1-148,0 26 0,1 1 21,-5-9 0,0-7 50,0-10 1,0-1-397,0-7 0,-6 0 196,-2-4 1,-3-2-339,-2-2 0,0-3 237,-4-6 1,-4 1-39,-8-1 0,-4-5-86,-8-3 0,-5 2-56,-7-2 0,-5 0-1398,-8-4 1949,2-6 0,28 6 0,-1-1 0,2-1 0,0 0 0,-1 1 0,-1 0 0,0 1 0,-1 0 0</inkml:trace>
  <inkml:trace contextRef="#ctx0" brushRef="#br0">13013 9178 7773,'-12'0'1805,"-1"0"-525,7 0-870,0 0 1,9 0 20,5 0 0,6 0-152,11 0 1,10-4-53,7-1 0,5 0-70,2 1 0,6 2-308,3-2 1,9-1 126,-33 3 1,2 0-1,0-3 1,-1 0 45,1 1 1,-1 0 0,1-1 0,1 0-340,-2 1 1,0 0 0,29-7 80,-2 3 1,-10-2-823,-2 2 0,-13 1 449,-12 3 1,-6 2-1210,-7-2 1266,-5 3 0,-8 1 552,-12 0 0,-16 5 0,-9 2 0</inkml:trace>
  <inkml:trace contextRef="#ctx0" brushRef="#br0">13050 9426 7773,'-28'0'328,"-1"0"1,4 0 1280,4 0-564,11 0-208,-6 5 0,17-3-346,3 2 0,6-3-19,15-1 0,4 0-206,12 0 0,5 0 104,7 0 1,4 0-270,5 0 0,0 0-156,0 0 1,4 0-525,0 0 1,5-1 286,-5-3 1,-31 3 0,0-1-1336,31-6 1,-11 5 822,-9-1 0,-13-2-2203,-8 2 3007,-11-6 0,-8 5 0,-10-3 0,-5 2 0</inkml:trace>
  <inkml:trace contextRef="#ctx0" brushRef="#br0">13708 8830 7773,'0'-19'0,"0"3"0,0 2 962,0 1 1,3 7-151,5 1 1,2 4-379,10 1 0,2 1 223,7 4 0,-1 1-236,5 7 1,1 5-74,8 2 1,-4 0-145,4 0 0,-4 1-154,0 4 1,-5 4 65,0 0 1,-7 1-264,-1-1 1,-7 3-90,-10 5 1,-4 2-343,-8 2 0,-9 4 176,-7 9 0,-13-2 22,-5 6 1,15-29 0,-2 0 183,3 2 1,-1 0 0,-3-2 0,1 0-15,2 0 0,0 0 0,-19 22-288,0-1 0,1-4 51,4-8 1,6-5-687,11-13 1133,10-2 0,-5-7 0,11-2 0,0-4 0</inkml:trace>
  <inkml:trace contextRef="#ctx0" brushRef="#br0">15122 9302 7704,'-5'-11'0,"-4"2"0,4 3 500,1 1 1,5 4-171,7-3 0,10 3 82,11 1 0,7 0 294,1 0 0,2 0-343,6 0 0,2-6-207,7-2 1,3-7 62,5-2 0,-6-5-40,-2 1 0,-5 3-37,-3 2 0,-5 4 160,-8 3-221,-2 4 0,-13 17-169,-6 9 1,-5 8 15,-7 8 0,-6 7 121,-2 6 0,-8 1-411,-5 7 0,2 1 250,-2 7 0,2-7-233,-2 3 0,3-8 121,6 0 0,3-9-352,1-4 0,5-9 337,-1-7 1,7-6-1593,1-6 180,6-6 1651,-3-2 0,-1-10 0,0-2 0</inkml:trace>
  <inkml:trace contextRef="#ctx0" brushRef="#br0">15395 9711 7704,'1'7'467,"4"-3"1,7-3 941,9-1 1,8 0-869,4 0 0,4 0-674,4 0 0,-2-4-997,2 0 1,-8 0 588,-4 4 0,-4 0-555,-4 0 1,-5 3 693,-7 5 1,-11 2 401,-10 10 0,-12 1 0,-7 4 0</inkml:trace>
  <inkml:trace contextRef="#ctx0" brushRef="#br0">15383 10009 7704,'-25'12'758,"6"-1"-87,2-3 489,3 3-784,7-9 0,13 3-57,10-5 1,8-1-99,5-3 1,7-7-257,5-6 0,6-3 105,-2 3 1,5-5-796,4 1 1,-3-1-2105,2 2 2551,-2 2 0,-1 0 1,0-2-1</inkml:trace>
  <inkml:trace contextRef="#ctx0" brushRef="#br0">24389 9401 7704,'0'0'0</inkml:trace>
  <inkml:trace contextRef="#ctx0" brushRef="#br0">17070 9475 7704,'11'-12'0,"-3"0"0,2-1 0,-6 1 0,1-1 0,0 1 0,-4 0 0,3-1 0,-3 1 767,-1-1 1,-5 1-86,-3 0 1,1-1-293,-2 1 0,1 1-70,-4 2 0,-1 0 25,1 5-148,0-6 0,-1 9-169,1-3 1,-1 2 66,1 2 1,1 2-60,3 2 0,-3 3 3,2 5 1,0-4-42,0 0 0,0 1 104,5 3 1,-5-4 31,5 1 49,0-7 12,4 9-239,0-9 148,0 3-160,0-5 1,1 0 66,4 0 0,-4-1-222,3-3 178,3 2 1,-4-4-318,5 1 24,-5 4 282,2-4 0,-1 3-160,1-2 91,-1 3 182,-4-5-182,5 6 41,-3 0 1,3-1-22,-5-3-10,0 2-12,6-3 67,-5 5 0,5-2-59,-6-2 6,0 3-1,0-5 46,0 6 0,1 0 154,3 0-182,-3 0 116,5-5-624,-6 3 185,0-3 137,0 5 1,0-1-172,0-4 183,0 4-43,0-4 486,0 5 87,0 0 228,0-6 203,0 5-336,0-5-20,0 6-25,0-5-302,0 3 1,0-5 95,0 3 0,-1 3-229,-4-3-29,4 2 129,-10 2 1,8 0 107,-5 0-71,0 0 0,-5 0 34,1 0 0,0 0-24,-1 0 0,1 0 97,-1 0 1,1 2-83,-1 2 1,5 3 104,0 5 0,0 6-45,-5 3 0,2 4 89,3 3 1,-2 6-209,6 7 0,0-1 106,4 5 0,0-5-275,0 2 0,6-13 89,2-5 0,3-7-128,1-1 1,2-7 55,3-5 0,2-8-141,6-5 1,-2-7 56,-2-5 1,2-4 44,-2-3 1,-2 1 134,2-2 1,-5-1-72,5 1 0,-10 0 147,2 4 1,-5 1-95,0-1 1,2 1 211,-6 4 0,0 2-61,-4 5 0,-1 6 336,-4 3-249,-1 3 0,-7 2-18,1 3 0,1 9 306,2 8 0,-2 3-169,3 5 0,1 3 84,-1 5 0,1 2-34,-1 2 1,-2 5-381,6 7 1,-6 4-235,2 5 0,-3 5 128,5-32 0,0 1 0,0 0 0,-1 1 92,1 0 1,0 0 0,0 0 0,0 1-126,-1-1 0,1 0 0,0 0 1,0 0 54,0 0 0,-1 1 0,1 0 0,0 1 52,-1-2 0,1 0 0,2-1 0,0-1-216,-4 22 1,5-8-10,-1-12 1,4-8 32,4-13 1,-1-3 65,5-9 1,0-3-350,5 3 1,-2-4 6,-3-4 0,3 0 557,-3-8 0,4-3 0,0-10 0</inkml:trace>
  <inkml:trace contextRef="#ctx0" brushRef="#br0">18856 9451 7704,'-4'-13'-410,"0"1"1,0 4 910,4-1 1,0 0-17,0-8 1,-4 3 28,-1-2 0,1-2-115,4 1 0,0 1 221,0 3-482,-5 1 1,-3 1 58,-9 3 0,-2 2 12,-6 6 1,-1 10-1,-3 2 1,-2 13-13,-2 0 0,-1 8 12,5 0 1,6-1-1,6 1 0,9-6-12,4 2 0,9-7-109,8-1 1,10-10-689,10 1 0,8-7-314,5-1 1,1-3 711,-2-1 0,2 0 181,-6 0 0,-9 0 82,-7 0 0,-10 1 47,-2 4 1,-7 1 137,-6 7 1,-6-1 14,-7 1 0,-1 3-110,-6 1 0,0-1-220,0-3 1,-2-1 60,5 0 1,-4-3-90,5-1 1,-1-5 69,5 1 0,0-3-1192,-1-1-90,1 0-548,-1 0 1026,6-5 1,3-1 830,8-2 0,3-4 0,6-1 0,10-5 0,3-7 0</inkml:trace>
  <inkml:trace contextRef="#ctx0" brushRef="#br0">19141 9339 7704,'9'-8'650,"-1"-1"23,0 1 1,5 1-214,-1 3 0,-5 8 100,-3 5 0,-2 7-192,-2 5 1,0 4-57,0 3 1,-2 0-122,-2 5 1,1-4-26,-5 4 1,1-5-412,-1 1 0,1-9 246,3-3-380,2 2 0,-2-11 237,8 1 0,1-8-367,7-5 0,-1-8 207,10-9 1,-5-4-25,5-4 1,-5 2-10,5-7 1,-4 7 124,3-2 0,-5 3 337,2 1 1,-3 6-85,-2 2 435,6 3 0,-5 9-266,-1 5 1,-5 7 362,-7 9 1,0 4-233,0 4 0,0 1 77,0 0 0,0 0-89,0 0 0,0-5-161,0 1 1,0-2-664,0 2 1,0-2 342,0-2 1,4-3-1172,0 2 1,4-2 608,-4-2 0,6 1 712,-2-1 0,9-5 0,2-2 0</inkml:trace>
  <inkml:trace contextRef="#ctx0" brushRef="#br0">19873 9438 7704,'-4'-15'0,"0"3"0,-4 2 863,4-2 1,-6 5-89,2 3 0,-3 4 61,-2 4 0,1 4-248,0 8 0,-5 5-195,0 8 1,1-1-237,4 5 0,3-6 52,1 2 1,5-3-464,-1-1 0,7-1 219,1-4 0,10-3-806,-2-9 1,10-2 9,3-6 0,1-7-391,7-6 0,-1-5 77,1-6 1,3-5 364,-3 0 780,-3-6 0,6 4 0,-4-7 0</inkml:trace>
  <inkml:trace contextRef="#ctx0" brushRef="#br0">20283 9054 7704,'7'-6'1967,"4"-1"-1406,-10-5 1,5 6 353,-6 6 1,-6 7-390,-2 10 1,-3 6-5,-2 6 1,-3 6-151,-1-2 0,1 3 121,3 1 0,1 5-361,0 4 1,-1 1-449,1-2 1,3 2-766,1-6 1,1 4 653,-1-8 0,3-8-345,5-13 0,1-7 256,3-5 0,3-6 105,5-6 0,5-2 168,-1-10 1,2-1 132,-1-4 0,-2 2 48,6 2 0,-6 0 169,1 9 1,-2-2 539,-1 10 1,-1-4-328,0 4 1,-1 1 379,-2 7 1,0 4-285,-5 9 0,5 2 24,-5 6 0,0 0-96,-4 0 1,0-1-123,0 1 0,0 0-469,0 0 0,0-6-402,0-2 0,4-4-729,0 0 0,6-6 669,-2-3 1,3-3 708,2-1 0,5-5 0,1-2 0</inkml:trace>
  <inkml:trace contextRef="#ctx0" brushRef="#br0">21064 9525 7704,'-7'1'1112,"3"4"0,10 1-233,6 7 0,13-1-346,12 1 1,6-1 57,7 0 1,-1-5-485,1-3 1,4-4-589,-1-4 1,5-8-932,-4-9 0,0-2 770,-5-2 1,0-4-284,-4 0 0,-5-4 140,-11 4 785,-6 0 0,-10 4 0,-1 1 0</inkml:trace>
  <inkml:trace contextRef="#ctx0" brushRef="#br0">21709 9017 7704,'-12'-6'580,"0"5"1,-1-4-143,1 10 0,4 7 137,-1 9 1,1 13 337,-4 7 1,-5 13-401,0 8 1,-3 4-476,11-31 1,1 1-1,0 0 1,0-1 329,-5 31 1,1-5-878,0-7 1,5-6 480,2-7 1,5-12-815,5-16 0,7-6 540,9-7 0,8-11-294,4-6 0,8-12-61,5-8 1,-2-2-443,1-6 1,5-5 815,-23 24 0,0-1 0,-2-1 0,-1 0 88,-1 2 1,0-1-1,0-2 1,1 0 204,2-4 0,1 0 0,-2-1 0,0 0-80,0-1 0,0 0 0,-1-1 0,0 0 70,-3 3 0,-1 0 0,17-26 74,-4 9 350,-11 23 1,-4 17 208,-13 22 0,-5 12 558,-5 9 1,-3 7-275,-8 1 0,0 6-415,-4-2 0,3 4 265,-3 0 0,-1 1-240,-4 0 1,2-1-161,2 1 0,-4 1-122,0 3 1,6-9-535,-2 0 1,8-10 803,4-6-466,4-8 1,10-9-749,4-8 1,8-8 389,8-4 0,1-8-690,8 0 0,-6-1 366,6 5 0,-7 0 412,2-1 0,1 5-35,-1 0 0,-1 5 458,-7-1 0,1 2 505,-6 2 1,2 0-506,-1 0 1,-5 6 271,0 2 0,1 5-179,-5 3 1,3 3 620,2 6 1,-5 0-370,0 0 1,0 0-468,5-1 1,1 1 26,2 0 0,3-2-1707,6-2 0,1-4-2596,3-9 4196,3-3 0,11-16 0,1-2 0</inkml:trace>
  <inkml:trace contextRef="#ctx0" brushRef="#br0">24029 9451 7704,'0'12'842,"0"0"0,6 1-235,2-1 0,9 1-205,3-1 0,9 0 24,4 1 1,4-2-324,5-3 0,2-4-339,6-8 0,-1-4-214,1-9 0,-6 1 366,-3-9 1,-4 2-2427,-3-11 2325,-10 7 1,0-14 0,-5 2 0</inkml:trace>
  <inkml:trace contextRef="#ctx0" brushRef="#br0">24563 9017 7704,'-18'22'576,"-3"2"1,3 11-166,2 2 0,2 6 92,1 6 0,-3 6-694,-1 3 0,-3 3 417,3 1 1,1-4-816,3 0 1,6-17 602,3-4 0,6-15-273,6-9 1,7-8 314,14-9 1,4-10-844,8-10 0,-1-8 165,6-9 1,-1-4 621,5-4 0,-25 22 0,0 0 0,-1 0 0,1 0 0,0 0 0,0 1 0</inkml:trace>
  <inkml:trace contextRef="#ctx0" brushRef="#br0">25034 8694 7704,'12'-7'0,"1"3"850,-6-3 1,-2 11-203,-5 0 0,0 13-55,0 8 0,-5 6 112,-4 11 1,-3 3-282,-4 9 0,0 2-163,-4 7 1,3 4-75,7-32 0,-1 0 1,1-1-1,0 0-408,-2-1 1,-1 0-1,-10 29 166,2-4 1,3-4-817,6-9-206,5-8 0,11-17 552,8-12 0,9-12-406,0-9 1,-2-5 402,2-6 1,-1-5 313,5 0 1,0 1 271,0 7 1,-1-1 221,1 6 1,-5 4-252,-4 3 1,-2 6 241,-2-1 1,-1 8 272,-2 5 0,-4 7 627,-5 5 1,-1 4-268,-3 4 1,1-2-414,-5 6 1,1-1-245,-2 1 1,4-3-51,5-5 0,3-5-830,5-4 0,6-4 481,11-3 1,1-7-547,3-10 0,2-7 162,7-14 0,3-3-191,0-5 0,6-6-378,-1-2 1,-4-3 633,0-2 1,-5 1-24,-4-1 0,1-4 166,-5 0 0,-7-1 366,-9 2 0,-2 7-95,-7 1 0,4 12 1445,-4 8-707,1 11 1,-1 14 464,0 8 1,0 9-353,-4 3 0,0 9-325,0 4 0,1 3 535,3 2 0,-2-1-597,2 0 1,2 2-209,-2 2 1,1-1 21,-1 5 1,-2-1-537,2 2 0,1 2-30,-1-2 1,1-4-272,-5 0 1,-2-1-21,-2-4 1,-3 2 251,-5-10 0,-1-2-672,1-6 0,0-3 488,-1-6 0,-3-5 308,-1-3 0,-5-4 38,1-4 0,-2 1 298,-2-5 0,-1-2 17,-3-6 0,3 1 9,-3-6 1,8 2 244,5-2 0,7-2-178,5 2 1,10 2 67,6-2 1,13 5-53,12-5 0,7 4 399,10-3 0,8 3-573,-27 7 1,0-1-1,34-2-65,-34 6 1,1 1 0,32-5-492,-32 9 0,-1 0 1,31-2 544,-8 4 0,5 4 0,-5 0 0,-3-1 0,-2-2 0</inkml:trace>
  <inkml:trace contextRef="#ctx0" brushRef="#br0">18434 11075 7731,'-18'6'0,"9"-3"726,-4 5 1,9 0-239,0 5 0,10-1 294,6 0 0,7 1 36,10-1 1,3-1-368,5-3 0,2 2-289,2-6 1,-1-1 49,6-7 0,-6-3-716,1-5 0,-2-5 399,-2 0 1,-4-5-1160,0 2 1,-7-4 617,-1-1 0,-6 5-777,-6-1 1,-6 5 349,-3-5 1073,-3 0 0,-1-4 0,0 1 0</inkml:trace>
  <inkml:trace contextRef="#ctx0" brushRef="#br0">18931 10827 7731,'-25'-25'0,"5"1"0,4-1 0,-2 1 504,1 4 0,5 2 250,4 5-38,5 7 0,-4 6-34,3 8 0,3 10-294,-3 7 0,2 5 81,2 7 1,0 11-126,0 6 0,4 3-470,0 5 0,1-3 267,-5 7 1,0-30-1,0 1-110,0 0 1,0 0-1,-2 2 1,-1 0-18,2-2 1,-2 0 0,-1-2 0,-1 0-75,1 1 1,-1-1 0,-4 27-108,0 4 0,0-17 74,5 1 0,-5-10-101,5-7 0,-4 1 34,4-5 0,-4-5-24,3-8 92,-4-2 112,2-2 1,-6-6-78,1-6 0,4-3 275,0-9 1,-1 1-720,-3-10 1,1 5 197,3-5 0,-3-4-988,2-4 1,2-5 611,-1 1 1,5-2 678,-1 2 0,3-3 0,1 5 0</inkml:trace>
  <inkml:trace contextRef="#ctx0" brushRef="#br0">19079 11286 7731,'13'0'-874,"-1"0"0,2-4 2836,3 0 0,-2-4-746,5 3 1,0-3-448,0 4 1,4-4-1125,-3 4 1,-2 0 246,1 4 0,0 0-1518,0 0 1,3 0 376,-7 0 1249,1 5 0,-5 2 0,0 5 0</inkml:trace>
  <inkml:trace contextRef="#ctx0" brushRef="#br0">19141 11460 7731,'-12'7'0,"0"2"1358,-1-5-894,1 6 1,5-7 520,3 5 0,8-5-449,4 1 1,9-3-230,3-1 1,9-4-8,4 0 1,5-6 131,3 2 0,-2-1-2513,2 0 0,-2 0 1179,-2 4 1,0 0 901,0 1 0,0 2 0,1-3 0</inkml:trace>
  <inkml:trace contextRef="#ctx0" brushRef="#br0">20494 11162 7731,'-13'-25'272,"1"1"0,1 4-109,3 4 0,-3 3 1236,2 5-937,-2 2 1,-1 13-117,-1 6 0,1 6-22,0 10 1,-1 1 46,1 3 0,1 5 49,3-1 1,-2 1-85,6 8 1,0 3-237,4 5 0,0-1-10,0-8 0,1 3-840,3-2 0,3-4 479,5 0 0,2-13-1190,3-4 1,-3-13 504,2 0 0,3-9 168,2-3 0,2-8 104,2-13 684,0 1 0,5-16 0,2 4 0</inkml:trace>
  <inkml:trace contextRef="#ctx0" brushRef="#br0">20791 11286 7731,'13'-7'0,"-1"2"680,1 5 0,-1 1-209,0 3 0,5 3 431,0 6 0,-1 4-397,-4 4 0,5 8 0,0 4 0,0 2-149,0-2 0,-2 1-457,6-5 1,0 4-316,3-4 1,0-1-523,-4-8 0,4-3-131,-3-9 1,1-2 91,-2-6 977,-2 0 0,0-11 0,1-3 0</inkml:trace>
  <inkml:trace contextRef="#ctx0" brushRef="#br0">21250 11199 7731,'-24'9'878,"-1"-1"1,-4 6-339,0 6 0,-1 5 136,1 4 1,-3 8-263,-5 9 0,1 2-147,3 2 1,2-5-181,7 1 1,4-12-303,4-1 1,8-11-928,3-5 0,5-4 721,5 0 1,-3-2-491,7-3 0,-1-2 911,4-6 0,1-6 0,-1-1 0</inkml:trace>
  <inkml:trace contextRef="#ctx0" brushRef="#br0">21288 11485 7731,'12'-7'0,"0"-3"791,1 6 1,-1 0-304,1 4 1,3 0 584,1 0 0,3 0-421,-3 0 0,5 0-169,-1 0 0,2 0-1052,2 0 0,4 0 397,0 0 1,1 0-1459,-1 0 1,-3 0 439,3 0 1190,-3 0 0,-1 0 0,0 0 0</inkml:trace>
  <inkml:trace contextRef="#ctx0" brushRef="#br0">22280 11075 8874,'7'6'600,"3"1"166,-6 5 1,4 6-280,-4 3 0,0 9-52,-4 7 0,0 2-119,0 6 0,-5-3 50,-4 3 1,-6 1-377,-1 3 1,-8-5 54,0-2 1,-1-5-235,-4-4 0,-3-3 197,-1-5 0,3-11-394,1-6 1,7-5 229,1-3 0,4-6-678,-3-2 0,9-4 244,-2-5 0,9-2 71,0-6 1,3-1 263,1-3 0,1-1 61,3-4 0,3 0 244,6 5 1,-1 0-103,0 4 0,1 7 806,-1 6 1,2 1-428,2 7 1,-2 1 877,3 7 0,1 5-387,-2 7 1,5 2-267,-5 3 1,8 1-488,1-6 1,0 5 21,3-5 0,3 0-1304,-2-8 0,1 2 782,-1-6 1,-3 0 434,3-4 0,-3 0 0,-1 0 0</inkml:trace>
  <inkml:trace contextRef="#ctx0" brushRef="#br0">22652 11336 7675,'0'12'0,"4"1"979,0-1 0,6-4-85,-2 0 0,-1 2 148,2 7 1,-1-2-404,4 5 1,1-3-269,-1 4 1,-5-2-300,-3 2 0,2 6 61,-2-2 1,-7 3-849,-9-4 1,-6 5 524,-7 0 0,-1 4 248,-3-4 0,3-1 233,-3-7-291,-3-4 0,0 1 0,-5 2 0</inkml:trace>
  <inkml:trace contextRef="#ctx0" brushRef="#br0">23694 11398 7701,'-11'-21'339,"3"0"0,-2 3-3,6-6 0,-4 2 8,4-7 1,-4 0-99,3 4 0,0-1 603,1 9 1,1 2-371,-5 7 1,-1 8 285,-3 8 1,-5 11-118,1 10 0,-6 6-196,1 14 1,-2 0-153,-2 8 0,0 0-223,0 1 1,6 0-51,3-9 0,3-3 253,5-13-624,2-3 0,13-12 258,6-5 1,6-13-909,10-13 0,3-5-284,5-7 0,0-4 634,0 1 1,-1-6 436,-3 6 0,-4 0-15,-8 7 1,1 1 233,-6 7 57,1-2 0,-10 25 534,-3 2 0,-8 14-330,-4 7 1,-2 5 767,2 3 0,-2 7-386,6 6 0,0 12-675,4 4 1,0-33 0,1 1 2,1 3 0,0 0 0,1 3 0,0 1 45,1 2 1,0 1-1,-1 0 1,-1 0-504,-1 0 0,-2-1 1,1 2-1,-1-1 260,-1-3 1,0 1-1,-1 1 1,-1 1-233,-2-3 0,0 1 0,-2 3 0,-1 1-97,1-2 1,0-1-1,-3 0 1,0 0 543,0-6 0,1 0 0,0 2 0,1-2 0,-2-1 0,1-1 0,-1 0 0,0-1 0,-1 0 0,0 0 0</inkml:trace>
  <inkml:trace contextRef="#ctx0" brushRef="#br0">6662 4787 7603,'-6'-7'0,"3"-4"188,-5 3 0,1-3 22,-1-1 1,-3-5 210,3 1 1,-2-6 8,2 1 0,-3 3 36,2 1 1,-6 1-96,-1 4 0,-1-2-140,5 10 0,-2 1 32,-3 7 0,0 4-76,-4 9 0,-3 6-70,4 6 0,-4 10 82,0-2 0,4 3-127,4-3 1,2 0 125,2 1 1,-1-1-239,1 0 1,5-1-59,3-3 0,4-7 88,4-5 0,7-6 19,5 1 0,6-6 56,-1-2 1,1-5-104,-1 1 1,2-2 95,-2-2 0,-3-5-78,-2 1 0,2-5 16,-1 0 0,1-6-112,-2-1 1,-2-6-116,3 1 0,-4-2 61,0-2 1,-1-1-65,1-3 1,-1 1 44,0-5 1,-1 5-91,-2-1 0,2 2 38,-3-2 1,-2 4 14,-2 0 1,-2 2 62,3 6 1,-4 1-182,3 3 136,-3 1 0,-1 4 31,0 0 1,-1 5-160,-3-1 0,3 1-210,-4-1 198,4 2 0,-3-2 59,0 8 0,0-1-27,4 5 0,-2 1 133,-2 3 0,3-4 183,-3 1 0,2-1 0,1 3 0,-3-3 0,2 3 0,-9-4 0,4 5 0</inkml:trace>
  <inkml:trace contextRef="#ctx0" brushRef="#br0">6749 4180 7603,'0'-9'-322,"0"1"0,0 4 161,0-4 0,0 4 459,0-5 494,0 6-221,0-8-487,0 5 0,0-3 229,0 1-276,0 5 1,0-4 158,0 3-359,0 3 9,0-5-27,0 6-427,0 0 0,5 6 0,2 1 0</inkml:trace>
  <inkml:trace contextRef="#ctx0" brushRef="#br0">6327 4242 7603,'0'-20'0,"0"2"538,0 6 1,0 0 280,0-1 665,0 1-1040,0 5 1,0 8 80,0 12 0,1 10-81,3 10 1,-1 9-9,5 3 0,-5 10-316,1 7 0,-2 7-302,-2-30 1,0 1 0,0 0 0,0 1 136,0 2 1,0 1 0,-3 1-1,0 1 67,-1-1 1,0 1-1,0-1 1,1 1-641,-1-6 1,0-2 0,1 30 245,-1-27 1,4-12-375,4-17 0,-1-8-288,5-12 1,4-7 199,5-14 1,-1-4 137,-3-8 0,-2-2 696,-3-3 0,2-2 0,-6 3 0,0-3 0</inkml:trace>
  <inkml:trace contextRef="#ctx0" brushRef="#br0">6327 4353 7603,'-4'-20'466,"-1"-1"1,1 0-117,4-4 0,7 6 602,6 3 1,5 2-430,6 1 1,7 2-15,2 3 0,3 4-139,1 8 0,6 9 3,2 7 0,-2 5-107,-2 4 1,-8 4-184,-4 8 0,-4 1-251,-4 7 0,-9-2-37,-8 7 1,-13 2-97,-8 2 1,-9 4 228,12-28 0,-1-2 1,-20 26-84,2 0 1,-1-10-38,1-2 0,-2-10-110,6 1 0,2-14-38,6-2 1,3-7-371,6-6 61,-1-2 1,6-13 235,3-6 1,3-2-444,1-10 1,5 3 381,4-7 0,0 2 335,0-2 1,2 3 138,-3-3 0,3-2 0,1 2 0,6 1 0,2 3 0</inkml:trace>
  <inkml:trace contextRef="#ctx0" brushRef="#br0">6823 4676 7603,'12'0'269,"1"0"0,-5 0-16,0 0 0,-1 5 159,1 3 0,2 9-90,-6 4 0,0 3-112,-4 5 0,0 7 715,0 6 0,0-1-406,0-4 1,2-5-469,2-3 1,4-9 17,9-3 1,2-9-39,6-4 1,0-13 85,-1-8 1,7-9-308,2-3 0,-3-10-21,-1 2 0,-4-3 55,-4 3 1,1 1-39,-6 3 1,-5 8 102,-7 9 0,-4-1 47,-4 5 0,-8-2-6,-9 10 1,-4-1 102,-4 0 0,3 4-66,-3-3 0,0 8 18,4 4 0,-1 5-213,10 3 0,-5-2-296,5 3 1,0 2-141,8 1 0,-2 0 248,6 0 0,0 0-1285,4 0 1681,0 4 0,0-5 0,0 6 0</inkml:trace>
  <inkml:trace contextRef="#ctx0" brushRef="#br0">7964 4601 7603,'-5'-19'0,"3"1"1350,-2 6-763,3 5 1,6 3-33,4 8 0,2 8-214,1 9 0,-4 8-93,1 4 0,-5 3-399,4 1 1,-4-4 168,4 0 0,-5-5-846,1 1 1,-2-5 256,-2-3-996,5-3 1567,-3-11 0,-2-13 0,-7-7 0</inkml:trace>
  <inkml:trace contextRef="#ctx0" brushRef="#br0">8076 4428 8358,'1'-7'718,"3"3"0,-1 1 53,5-1-1065,1 2 1,3-2 151,1 8 1,-1-1-794,0 5 1,1 1 455,-1 3 1,-4 5-252,1-1 730,-7 1 0,9 1 0,-4 1 0</inkml:trace>
  <inkml:trace contextRef="#ctx0" brushRef="#br0">8188 4676 7603,'0'24'-1147,"0"-3"860,0 0 1,0-2 1476,0 2 1,1 1-506,3-6 1,-3 1 71,4-5 0,-3-1-361,2-2 1,3-4-210,6-5 0,-1-1-189,1-3 0,3-5 80,1-7 1,1-3-561,-2-6 1,-1 0 378,6 0 1,-2 0-467,2 0 0,1 1 212,-5-1 0,-1 1 40,-4 4 1,1 3 75,-1 9 487,1-3 1,-6 11 28,-3 0 1,-3 5-154,-1 8 0,0 1-160,0 2 1,0-2 118,0 3 0,0-4-1355,0 0 670,0-1 604,6 0 0,-5 1 0,4-1 0</inkml:trace>
  <inkml:trace contextRef="#ctx0" brushRef="#br0">8845 4539 7603,'-5'-12'0,"-2"1"615,-6 3 1,1-2-203,-1 6 0,0 0 427,-4 4 1,2 5-357,-6 3 0,1 13 57,-5 4 0,5 4-192,4 0 0,2 2 245,2 7 0,1-5-501,2 0 0,4-10-5,5 2 1,1-13-359,3 1 0,5-9 217,7 0 0,-1-8-584,6-4 0,0-10 338,4-7 1,-1-4-428,1-4 1,0-3 78,0 3 0,0-3-48,-1-1 1,5-4 319,0-1 0,-1-6-75,-7-1 0,1-5 401,-6-4 0,3-5-42,-6 5 1,1 5 634,-10 12 0,0 13-261,-4 8 794,0 5 0,0 13-479,0 6 0,-1 13 100,-4 8 1,-1 5-28,-7 7 0,5 5-292,0-1 1,-1 4-259,-3-3 1,1 7 22,3-3 1,-2 1-1071,6-6 0,-4-1 635,3 5 0,1-2-1354,4-2 0,0-1 458,0-11 0,6-7 1187,2-9 0,3-6 0,1-7 0</inkml:trace>
  <inkml:trace contextRef="#ctx0" brushRef="#br0">9143 4502 7603,'0'19'-143,"0"-1"143,0-5 0,-2 0 940,-2 4 1,3-3-394,-3 2 0,2-6 239,2-2-495,0-5 0,2 2-251,2-5 1,3 0-131,5 0 0,1-5-172,-1-3 0,5-7-188,-1-2 1,1-1 277,-5 2 0,5-2 25,-1-3 1,-1-1-5,-6 5 0,-3-3 221,-1 3 1,-4 1-197,3 3 326,-8 1 0,-7 5 126,-6 3 0,-1 2 156,2 2 0,1 7 189,-6 6 1,5 5-257,-5 6 0,6 1 49,-2 0 1,3 1-131,2 3 0,1-3-287,3 3 0,2-1 101,6 1 1,0-9-603,0 1 1,2-7 51,2-6 1,4 2-301,8-6 0,0-5-612,4-8 1,1-2 572,4-1 0,-2-5-166,-2 1 1,2-1 272,-2 5 634,2-6 0,2 4 0,0-4 0</inkml:trace>
  <inkml:trace contextRef="#ctx0" brushRef="#br0">9180 4341 7688,'0'-13'3,"0"1"0,4 0 147,0-1 0,0 5 235,-4 0 1,0 4 242,0-5-1,0 7 0,0-3-204,0 10 0,0 3 251,0 8 0,0 5-267,0 8 0,0 3 293,0 5 0,-4 4-281,0 1 0,-4-1-130,4-4 1,-2-1-239,2-3 0,3-1 62,-3-3 1,2-9-206,2 1 1,2-11 126,2-6 0,3-4-212,5-4 0,5-9 55,-1-7 0,6-8-567,-1-1 1,2-5 182,2 0 1,-6 4 46,-2 1 0,-5 4 270,-3 5 1,2-2-212,-3 5 470,-3 6-160,1 6 0,-6 10 748,0 3 1,-4 8-341,0 0 0,-5 6 410,5-1 0,-4 2-316,4 2 0,0-6-192,4-2 1,0 1-1196,0-2 1,0 1 582,0-5 1,0 1-1130,0-1 0,5-5 655,3-3 0,8-3-77,0-1 1,6-1 942,-1-3 0,2-8 0,2-8 0</inkml:trace>
  <inkml:trace contextRef="#ctx0" brushRef="#br0">9713 4390 12003,'-18'11'2383,"3"3"-1474,-5 11 1,0 1 70,0 3 0,-2-1-849,5 5 1,2-4 5,7 4 0,2-10-736,6 2 0,3-8 461,5-1 0,2-3-837,10-5 0,1-4 496,4-8 0,0-9-570,0-7 0,5-4 12,3-1 1,-1-5-61,1-3 1,0-4 107,4-4 1,0-5 988,1-8 0,-7 1-291,-2-9 1,-3 0 290,-13 25 0,-1-1 0,-1 4 0,-1 1 0,0-5 0,1 1 0,4-22 0,1 5 0,-8 20 435,-3 13 1,-4 13 481,-1 8 0,0 16 893,0 13 1,-7 7-364,-5 5 0,-1 8-787,-3 4 1,2 7 548,2-2 0,-1-2-575,1 2 0,3-6-846,1 2 0,5-7 192,-1-2 1,-1-5 471,1 2 1,0-6-62,4-8 24,0 1 1,5-20-221,-4 2 0,5-18-196,-6-6 0,0 0-2018,0-8 1,-1 0-4492,-4-4 6510,-1 1 0,-7-7 0,1 0 0</inkml:trace>
  <inkml:trace contextRef="#ctx0" brushRef="#br0">9962 4366 7688,'-9'-20'1000,"1"4"1,5 2 125,-1 2-752,3-1 1,2 2 332,3 3 1,9 1-251,7 3 1,4 1-208,1-5 0,-1 4-43,1-5 1,5 5-1150,4-4 0,-4 4-43,-1-4 1,1 5-516,-1-1 1,0-2 683,-4 2 0,-6 0 816,-2 4 0,-4-6 0,0 0 0</inkml:trace>
  <inkml:trace contextRef="#ctx0" brushRef="#br0">10346 4254 7688,'-5'18'0,"-4"3"0,2 1 1319,-1-2 1,4 4-239,-4-4 1,4 0 75,-5 0 1,7 1-685,-3 4 0,4-4-174,1-1 1,0-5-444,0 2 164,0-3 0,6-3-634,2-3 1,3-3 469,1-5 0,1-5-1097,-1-3 0,5-5 504,-1-3 0,5 1 117,-5-6 1,2 0-240,-1-4 1,-8 1 365,4-1 0,-5 0 753,0 0 0,-2 0-186,-6 1 0,-1 0 283,-4 4 1,0-3-325,-3 7 0,-3 1 1208,2 7 1,-2 2-299,-1 6 1,0 1-148,-1 4 0,1 1-836,-1 7 1,2-1 55,3 1 1,2-1-1319,6 0 1106,0 1 0,2-2-493,2-3 1,3-2 232,5-6 0,1 4-912,-1 0 1,5-1 686,-1-7 0,5 1 681,-5-6 0,5 7 0,-4-2 0,3 2 0,-3 2 0,-1 0 824,-3 0 0,-5 6-520,0 2 0,-5 3 1370,1 1 1,-2 1-735,-2-1 1,0 5-194,0-1 1,0 1-307,0-5 0,0 1 77,0-1-1277,0 0 679,5 1 0,2-8-467,5-5 1,2-1 412,3-7 1,-2-5-267,6-3 0,-5-1 88,5 5 0,-6 1 66,1 3 0,0-2 307,0 6 1,-6 0 451,2 4 1,-2 0 763,2 0-929,-5 0 1,0 1-306,-3 3 1,-2-1 255,2 5-1166,-3 0 1,-1 5 478,0-1 1,0-3-3166,0-1 3553,0 0 0,0 4 0,0 1 0</inkml:trace>
  <inkml:trace contextRef="#ctx0" brushRef="#br0">11760 4415 7683,'0'-29'691,"0"0"1,0 0-69,0 5 821,0 4-954,0 8 0,-1 19 215,-3 13 0,-2 11-137,-2 10 0,-3 3 79,3 6 1,-2-2-584,2-2 1,2-9 70,6-8 1,2-4-98,2-5 0,8-3 48,9-9 1,8-9-506,4-12 1,4-10-404,4-10 0,-2-7 415,2-2 0,-8 1 92,-4 4 0,-8 5 0,-4 3 0,-9 4 131,-4 5 1,-5 6-28,-8 6 0,-4 5 169,-12-1 1,0 4-67,0 4 1,0 7 471,1 5 0,3 1-302,0-5 1,7 1-271,2-1 1,1 1-692,7-1 1,0-4 405,4 1 1,1-7-499,3 2 0,5-2 625,7-2 1,-1-2 365,6-2 0,4-7 0,4-5 0,0-5 0,-5 5 0,1-5 159,0 4 1,-6 1-197,-2 3 1203,2 7 0,-5 0-524,2 6 1,-7 6 489,-5 2 1,-3 7-539,-1 1 0,-4 7-84,0-3 1,-2 0-160,2 0 1,3-5-145,-3 2 0,2-3-284,2-2 0,2-5-367,2-3 0,3-3 33,5-1 0,5-6 270,-1-7 0,5-1-158,-4-6 0,0 5 9,0-2 1,-2 3 450,6 2 0,-6 1-75,2 3 1,-4 2 85,0 6 0,-2 1-17,-3 4 0,2 1-95,-6 7 1,4 3-616,-4 1 1,6 4 278,-2-5 1,3 5-947,2-5 0,-1 1 513,0-5 1,6-1 708,3-2 0,2-4 0,2-5 0</inkml:trace>
  <inkml:trace contextRef="#ctx0" brushRef="#br0">13311 4291 7684,'-12'-25'0,"-5"6"841,0 3 0,-3 6-96,3 2 0,-3 6 84,3 2 1,-5 11-13,1 10 1,-2 8-360,-2 4 1,2 4-199,2 5 0,-1-2-53,5 5 0,6-9-12,7 1 0,3-9 12,1-4 1,11-6-1,5-9 0,8-4-12,5-5 0,2-7 12,7-5 1,0-12-1,4-9 0,-4-1-2091,4 1 0,-5-3 558,-4 3 1,3-4 756,-3-5 0,-4 2 359,-4-5 0,-2 4 3,-6-5 0,-1-1 145,-4-7 0,-5 8 391,-2-4 1,-4 14-284,-1 3 0,-4 7 884,0 5 0,-2 9-459,2 8 1,3 4 438,-4 4 0,-1 4-371,-3 9 0,2 2-100,-1 6 1,4 1 26,-4 3 0,-1 4-127,-3 8 0,4-2-640,0 2 1,1 3 237,-2 2 1,-2-1-1036,3 5 1,1-5 591,-1 5 1,0-2-1240,-5-6 0,6 3 176,3-4 1569,-3-5 0,6 0 0,-5-4 0</inkml:trace>
  <inkml:trace contextRef="#ctx0" brushRef="#br0">13621 4452 7645,'-7'2'946,"3"2"1,1-3-350,-1 3 1,3-1 345,-3 1 10,2-2-772,2 9-27,0-4 1,6 0-139,2-3 1,4-3 81,5-1 0,4-10-131,8-2 1,-2-9 45,6 1 0,-5-4-247,1-1 0,-3 1 80,-1-1 0,-7 1-29,-6 4 0,-5 2-67,-7 5 0,-7 7 74,-5 1 1,-6 5 523,-7 5 1,-4 8-174,0 12 0,-4 1 201,4 7 0,-3-1-152,8 1 1,-3 3-36,11-3 1,-1-1-250,5 1 0,5-7-230,3-1 1,8-6-321,4-7 0,9-5 336,3-2 1,9-4-945,5-1 0,7-10 517,4-2 0,4-9 701,0 0 0,1-2 0,-1-2 0</inkml:trace>
  <inkml:trace contextRef="#ctx0" brushRef="#br0">14291 4279 7655,'-1'-7'1298,"-4"3"0,3 2-586,-7 2 0,-4 2 462,-8 2 1,-4 10-505,-4 11 0,-2 5-185,-7 7 0,5 0-345,0 0 1,7-5 7,1-3 0,11-4-738,10-4 1,3-4 453,1-4 1,7-6-467,5-3 1,6-4 286,7-4 0,1-5-617,3-7 1,1-3 344,3-6 1,2 1 360,-6 4 0,-2-4 45,-6 4 0,1 2 97,-5 1 0,-1 3 193,-3 2 0,-5 5-242,0 3 721,-5 3 1,-3 12-310,-8 5 0,1 8 128,-2 5 0,3 2 25,-3 6 1,-2 5 116,3-1 0,1 6-122,-1-2 1,0 2-178,-5-1 1,-3 1-203,-1-6 0,-5 0 120,1-3 1,-2 1-271,-2-1 0,4-8 137,1-9 0,5-8-616,-2 0 1,-1-2 156,2-7 0,-1 0-37,5-4 0,3-5-165,1-4 0,4-3 207,-4-5 1,5 2-77,-1-5 1,4-7 144,4-6 1,3-4-692,5-4 0,2-5 1041,3-7 0,7-4 0,8-5 0</inkml:trace>
  <inkml:trace contextRef="#ctx0" brushRef="#br0">14477 4204 7661,'12'0'0,"-3"2"0,-1 2 0,0-1 1418,5 5 1,-1-4-527,1 4 1,-1-2-260,0 6 0,1-2-159,-1 6 1,-1 4-149,-3 0 0,-2 5-323,-6 4 1,0-1 79,0 5 1,-1-2-83,-4 3 1,-1 0 88,-7-5 1,-1 1-622,-2-1 0,2-7 101,-3 3 1,8-13-558,1 1 971,5-9 1,-3 0-76,6-8 0,2-3 41,2-5 0,7-6-55,5-3 0,6-2 124,-1-2 0,-2-4-68,2 0 1,0 0-54,4 4 1,-5 6-140,1 2 1,-6 2-342,2-1 1,1 3-461,-2 1 0,1 1 485,-5 7 1,0 0-273,1 4 829,-6 0 0,4-6 0,-4-1 0</inkml:trace>
  <inkml:trace contextRef="#ctx0" brushRef="#br0">14936 4428 7696,'0'12'506,"-4"0"-310,0 1 0,-4-1 564,3 1 1,-3-5-258,4 0 0,-4 0 526,4 5 0,-1-1-456,5 1 0,0-5-186,0 0 0,0-4-294,0 5 1,7-7 57,6 2 0,1-4-343,6-4 0,1 2 182,4-7 0,0 0-413,-1-8 0,5 2 214,0-6 0,0 2-350,-4-2 0,-4-1 164,-1 6 1,-5-5 117,2 5 0,-9-1 187,-4 5-65,-2 5 1,-8 1 378,-2 6 0,-9 6-117,-3 2 1,-4 9 515,0 3 1,-1 5-299,0 4 1,0-3 463,0 3 1,5-3-388,-1-1 1,6 0-364,-2 0 0,9-6-1250,4-2 1043,2-9 1,8-3-393,2-5 1,9-1 275,3-3 1,4-7-1409,1-6 1,1-3 1691,3 3 0,-3-5 0,4 3 0</inkml:trace>
  <inkml:trace contextRef="#ctx0" brushRef="#br0">15345 4353 9493,'-8'6'1226,"0"2"0,-2 3-382,-6 1 1,2 6-129,-3 3 0,-1 1-271,2-1 1,-1 2-778,5-2 1,0 1 240,-1-1 1,6-2-115,3-3 0,3-2 229,1 3-563,0-4 0,1 0-534,3-1 287,3 1 1,6-2-37,-1-3 1,0-3 338,1-5 1,5 0-164,2 0 1,5-1 33,4-3 612,-3-3 0,10-11 0,-4-1 0</inkml:trace>
  <inkml:trace contextRef="#ctx0" brushRef="#br0">15283 4527 7751,'-4'12'837,"0"1"0,0-1-402,4 0 1,0-3 21,0-1 1,0 0 217,0 5-183,6-1 0,0-4-101,7 1 0,3-7 93,1 3 1,4-10-87,-5-3 0,6-8-178,-1-5 0,2-3-281,2 0 0,-1-1 88,-4 0 1,-2 0 41,-5 0 0,-2 5 109,-3-1 1,-3 2-359,-5-2 1,0 3 74,0 6 1,-5-1-79,-3 1 0,-8 5 88,0 3 1,-2 3 189,1 1 0,-1 7 126,-2 5 1,-4 6-57,4 7 1,-4-1 273,-1 1 0,5 0-128,-1 0 1,2 4-225,-2 0 0,5 0 104,7-5 1,0 0-544,5-3 0,-1 1 45,5-6 0,6 1-120,2-5 0,3-5-479,2-3 0,0 2 405,4-2 0,-2 0-454,6-4 0,-5-4 415,5 0 0,0-5-387,3 5 1,-3-4 417,0 4 0,0-6-83,3 2 0,5-3 592,0-2 0,6-4 0,-4-3 0</inkml:trace>
  <inkml:trace contextRef="#ctx0" brushRef="#br0">16028 4142 7696,'7'-5'1062,"4"3"1524,-10-3-1559,10 5 0,-11 5-517,0 4 0,-7 6-31,-9 1 0,-5 11-130,-8-3 1,-3 5-111,-5 0 0,0 3-135,0 5 1,-1 2-380,1 2 0,7-8 45,5 0 0,11-7 273,10-5 1,6-3-264,6-6 0,6-5 54,10-3 0,5-2-54,0-2 0,6 1 60,-2 3 1,-4-2 102,-4 2 0,-3-1 87,-10 1 1,3-3 35,-6 3 0,-5 3-143,-4 1 1,-7-1-149,-10 2 0,-8 3-692,-8 5 0,-4 3 385,-4-3 1,-1 3 266,-7-3 0,-9 11 0,23-15 0,1 0 0</inkml:trace>
  <inkml:trace contextRef="#ctx0" brushRef="#br0">27726 9190 7677,'-6'-7'17,"0"-4"0,-7 6 560,1-4 1,-1 0 95,1 5 0,0 0-260,-1 4 1,1 1 216,-1 3 0,0 10-252,-4 11 1,3 5 40,-2 7 0,-2 6-88,1 2 0,2-2-250,7-2 1,2-8-37,6-4 1,2-8-105,2-4 1,4-9 128,9-4 1,2-9-56,6-8 1,1-6-694,3-10 0,-2-3 317,7-5 1,-7 0-432,2 0 1,-3-1 289,-1 1 0,0-6 122,0-2 1,-6 1 77,-3-2 0,-2 0 323,-1-8 0,-1-3 260,0-5 0,-3 6-239,-1 2 0,-4 4 228,4 5 0,-5 8-104,1 8 0,2 12 1344,-2 5-1035,6 8 1,-9 4 171,3 8 0,-2 10-194,-2 7 1,-7 6-58,-6 11 1,-1 3-72,-6 9 0,0-2-171,0 6 1,-5 1-490,12-26 0,1 1 1,-9 29 251,9-30 0,0 0 0,-9 26-569,0-1 0,3-5 328,6 0 1,1-9-1486,3-6 1,4-12 581,8-10 1,4-7 1226,9-5 0,-2-3 0,5-1 0,1 0 0</inkml:trace>
  <inkml:trace contextRef="#ctx0" brushRef="#br0">27974 9327 7677,'-5'24'0,"-1"0"647,-2-4 1,2 3-191,6-7 1,0-4 485,0-3 0,3-7-440,5 3 1,6-11-340,11-6 1,1-6 41,3-7 1,3-5-338,5-3 1,-5 1-54,-3-1 0,1 1-195,-1-1 0,-6 3 5,-6 5 0,-9 2 156,-4 2 1,-2-1 242,-2 5 0,-11 5-124,-6 4 1,-6 5 436,-6-1 0,3 8-171,-3 4 0,-2 7 142,2 2 1,4 9 2,5-1 1,1 6 55,-2-2 0,3 4-477,6-4 1,5 4 112,2-4 0,0 5-996,1-6 1,5 1 499,7-4 0,5-6-744,3-2 0,4-9 595,5-4 1,3-9 259,1-7 0,6-4 381,-2-8 0,8-4 0,3-9 0</inkml:trace>
  <inkml:trace contextRef="#ctx0" brushRef="#br0">28607 9141 7677,'7'0'1796,"-2"0"-915,-16 11 1,-4 2-61,-14 12 0,-3 7 142,-5 5 0,-3 2-419,3 6 1,0-6-168,12-2 1,4-7-676,13-9 1,4-5 245,8-7 1,6-7-488,10-10 0,1-1 414,8-12 1,-3 0-407,-1-4 1,0 1 7,0-1 1,-2 1-40,-2 4 1,1-1 203,-6 9 1,1-2-162,-5 10 652,1-6 0,-2 20-170,-3 2 0,-3 10 300,-5 7 1,0 7-128,0 5 0,5 7 159,-1 2 1,4 1-36,-4 7 1,0-2-54,-4 2 0,0-7 183,0-5 0,0-2-89,0 1 1,-4-3-31,0-9 0,-6-4-19,2-9 0,-3 2-216,-1-5 0,3-6 63,1-7 1,0-2-910,-5-2 1,1 0 57,0 0 1,-1-6-100,1-2 0,-1 1-126,1-1 1,-2-1 457,-2-3 0,2-1-145,-3 1 1,4-4 663,0-1 0,2-5 0,3 1 0,-9-8 0,3-2 0</inkml:trace>
  <inkml:trace contextRef="#ctx0" brushRef="#br0">29177 8942 7677,'6'-7'-866,"-5"0"717,3 3 0,-2 1 258,-2-5 1,1 1 120,3-1 178,-2-3-16,3 4 178,-5-5 15,0-1-204,0 1 1,0 4 78,0-1 1,0 5-106,0-4 0,-1 5 39,-3-1 0,1 1-95,-5-1 1,-1 3-114,-3-3 1,0 2 31,-1 2 1,-1 3-22,-2 5 1,2 7-51,-2 14 0,2 4 24,1 9 1,-2 2-269,3 6 0,-2-5 84,10 0 1,1-6-582,7-2 0,3-6 317,6-11 1,6-7-508,6-9 0,-1-4 327,5-4 1,2-5-21,-2-7 0,-2-3 156,-6-6 0,1-1 102,-5-3 1,-1 4 311,-4 0 0,-3 2-115,-1 6 1,-5 1 744,1 3-393,-3 1 137,-1-1 0,0 8-35,0 5 1,0 5 69,0 8 1,-4 0-93,0 4 1,-1 4-59,0 8 1,4-2-93,-3 6 1,1 6-55,-1 6 0,1 6-171,-5 7 0,4 0-215,-4 8 0,5 2 62,-1-2 0,1-31 0,0 0 94,-1 31 0,0-6-42,4-11 0,4-2 45,0-10 1,4-1 78,-3-7 0,3-4-100,-4 0 1,0-6 45,-4-7 1,0 1-517,0-1 0,-5-5 546,-4-3 0,2 2-497,-1-2 1,0 0 245,-5-4 0,1 0-141,0 0 1,3-1 28,1-4 0,1 3 122,-1-7 1,-2 1-34,6-4 1,-4-1 33,4 1 0,-2-6-497,2-3 1,1-2 260,-5-2 0,5 2 172,-1 2 1,3-1 269,1 5 0,0 1 0,0-2 0,0-1 0</inkml:trace>
  <inkml:trace contextRef="#ctx0" brushRef="#br0">29277 9066 7677,'1'-8'-1191,"3"0"1445,-2 5-29,3-8 147,-5 4 1,4-1 246,0-1-255,0 7 0,-2-8 363,2 6 32,-3 0-243,5 4 1,-6 1-157,0 3 0,-1 3-14,-4 6 1,3 4-94,-7 4 0,2 4 146,-1 4 0,-3 1-58,3 3 1,-2 7 7,2-3 1,-3 5-112,3-1 0,2 2-68,2 2 0,-1 6-147,0-5 0,1 3 114,4-7 0,0-1-93,0-4 1,0 0 59,0 1 0,0-5-16,0 0 1,0-4 15,0 4 1,-1-2 95,-3 3 0,2 0-152,-2-5 1,-1 4-86,1-4 0,-2 0-64,2-4 1,3-2 63,-4-2 1,4-3-250,1-6 1,0 1-36,0-1-171,0-5 54,0-2-105,0-5 1,0-1 35,0-3 1,0-7-102,0-6 0,4-5-28,0 2 0,5-5 242,-5-4 1,4 1-402,-4-5 1,4-4 331,-3-4 1,0-2-244,-1 2 0,-1 1 378,5-6 0,-5 1 328,1-5 0,-3 2 0,-1 2 0,5-2 0,-1 3 0,0-2 0,-4 1-219,0-2 0,0 4 0,0-6 0</inkml:trace>
  <inkml:trace contextRef="#ctx0" brushRef="#br0">29252 9054 7677,'5'-7'998,"-3"1"-508,3 6 1,-6 2-126,-3 2 0,2 8 48,-2 9 0,-1 4-83,1 4 1,-2 0 94,2 8 0,3 3-30,-4 9 1,4 6-139,1 3 0,0 3-441,0 1 0,4 0 357,0 0 1,0-4-214,-4 0 0,-1-10 57,-3 2 1,1-10-128,-5-3 0,4 0 74,-4-4 1,3-4-433,-3-4 0,5-2-43,-1-6 1,3-1-964,1-3 370,0-6 614,0-2 1,5-5-353,4 0 0,0-7 842,0-5 0,2-6 0,-5-7 0</inkml:trace>
  <inkml:trace contextRef="#ctx0" brushRef="#br0">29351 9438 7633,'-4'8'202,"0"1"0,0 0-45,4 8 1,-2 2 435,-2 6 1,3 11-212,-3 5 0,1 7 64,-1 6 1,1 4-446,-5 8 0,-2-2 54,-6 2 1,2-8-584,-3-5 0,3-7 421,2-5 1,5-5-1042,3-7 0,3-2 523,1-10 0,0 0 625,0-5 0,5 0 0,2 1 0</inkml:trace>
  <inkml:trace contextRef="#ctx0" brushRef="#br0">29723 9041 9531,'13'6'2632,"5"-5"-1907,2 3 1,5-1-920,4 1 1,4-2 158,8 2 1,-3-3-1538,-1-1 0,0 0 519,-4 0 1,-7 0 1052,-1 0 0,-8 0 0,1 0 0</inkml:trace>
  <inkml:trace contextRef="#ctx0" brushRef="#br0">29773 9227 7677,'-18'7'0,"4"3"2439,-2-6-1755,7 0 0,5-4 302,8 0 0,9 0-448,7 0 1,9-1-777,4-3 1,5-2 190,3-2 1,-1-3-1542,6 3 1,-1-3 1587,5-2 0,-1 1 0,1-1 0</inkml:trace>
  <inkml:trace contextRef="#ctx0" brushRef="#br0">30480 9041 7668,'-17'-1'1033,"1"-3"0,-5 2-229,5-2 0,-1 4 160,5 4 0,-1 3 5,1 6 1,0 0-477,-1 4 0,6-2-364,3 6 1,-1-5 55,0 5 0,1-6-586,4 2 0,2-3 297,2-2 0,3-5-539,5-3 1,5-3 143,-1-1 1,2 0-265,-1 0 0,-2-9 125,6-4 0,-2-6 281,1 2 1,3-5-166,-7 2 0,6-4 127,-1 0 0,2-5 180,2 0 0,-2-7 9,-2-1 1,3-6 221,-4-7 1,2-3 21,-1-1 1,-3-4 510,-6 4 1,-5 5 529,-3 3 0,-2 17 43,-2 4-326,0 14 0,-4 9-322,-1 10 0,-4 7-77,1 14 1,-3 3-143,-2 5 1,-1 6 184,-2 2 0,2-1-16,-3 2 1,8-5 8,1 4 0,1-3-1129,-2 3 0,0-5 463,5 2 0,-5-4-930,5-1 0,0-5 464,4-3 0,0-4-1072,0-5 1,1-6 275,4-6 1495,1-5 0,12-3 0,2-7 0</inkml:trace>
  <inkml:trace contextRef="#ctx0" brushRef="#br0">30778 9165 7668,'-13'13'0,"-3"-2"0,-1-3 0,2 3 1544,7-3 290,2-2 0,8-1-1219,2-5 1,8-1-285,9-3 0,2-4-880,2-9 0,5 2 408,4-6 0,-4 5-748,-1-5 1,0 6 478,-4-2 0,2-1 136,-6 2 1,-7-1 96,-2 5 0,-8 0 195,0-1 1,-9 6 555,-8 3 1,-9 3-330,-7 1 1,-4 7 675,4 5 0,-5 2-343,1 6 1,4 1 73,4 4 0,2 0-227,6 0 0,2-1-726,7 1 1,2-6-70,6-2 0,7-3-247,5-2 1,6-1-73,7-3 1,1-2 313,3-6 0,-1-6-1314,5-2 1,-4-3 224,4-1 1464,-11-1 0,12-5 0,-7-1 0</inkml:trace>
  <inkml:trace contextRef="#ctx0" brushRef="#br0">31398 9215 7671,'0'-12'1,"0"-1"1,0-3 27,0-1 0,0 1 493,0 3 1,0 1 217,0-1-276,-6 1 1,0 1-136,-7 3 0,1 2 41,-1 6 0,-5 7-66,-2 5 0,-4 4 389,0 8 1,-3-2-102,-2 7 1,3-1 33,-3 1 0,7-4-847,2-1 0,9-4 196,-2-8 0,9 1-833,0-1 1,8-5 571,4-3 0,10-4-830,7-4 0,5-7 391,8-6 1,-5-3 171,0 3 0,-2-4 273,2 5 0,-2 1 211,-6 6 0,-2 0 274,-2 5 1,-3 0-225,-6 4 1,0 11 381,1 5 1,-6 8-224,-3 4 0,-3 10 590,-1 7 0,-5 5-169,-4 4 1,-2-2-101,-1 6 0,-5-5-22,1 5 0,-5-7-36,5-1 1,-2-6-135,1-7 1,3-5-52,-2-3 0,2-8-246,2-5 1,3-8 88,1-3 0,0-8-624,-4-1 1,-1-10-68,1 1 0,-1-7-113,1-1 1,0-4-92,-1-4 0,1 2 364,-1-6 1,2-2-527,3-6 0,-2-3 996,6-6 0,0-10 0,4-4 0</inkml:trace>
  <inkml:trace contextRef="#ctx0" brushRef="#br0">31634 8843 7655,'-13'1'929,"1"3"1,4-1-512,-1 5 1,7-3 579,-3 3 0,5-4-431,5 4 1,4 0 44,12 5 0,1-5-226,11 0 1,-4-5-135,4 1 0,6-2-423,6-2 0,-2 0-481,-2 0 1,-2-2-1246,-2-2 1,0-4 1003,0-9 0,-5 2 893,-3-5 0,-8-1 0,-3-4 0</inkml:trace>
  <inkml:trace contextRef="#ctx0" brushRef="#br0">32031 8483 7655,'-21'8'104,"0"1"1,10-1 33,-1 4 0,4 2 1415,-1 3 0,0-2-717,5 6 0,-5 1-205,5 7 1,0-2-250,4 6 0,0 2-91,0 6 1,0 0-88,0 9 0,0-2-103,0 10 1,0 0-189,0 4 1,-5-4-21,-4 0 0,2-2-247,-1 2 0,1-4 6,-1-9 0,1-2-423,3-6 0,3-1 352,-4-3 0,4-7-1046,1-5 484,0-6 550,0 3 1,-1-11 75,-4-3 1,-1-3 224,-7-1 0,-1-1-162,-2-3 0,1-3-151,-6-5 1,4-1 442,-3 1 0,5-6 0,-2-3 0,-2-8 0,0-2 0</inkml:trace>
  <inkml:trace contextRef="#ctx0" brushRef="#br0">32366 9178 11969,'18'0'1217,"-2"0"-839,9 0 1,-2 0-494,10 0 1,0-2-474,5-2 0,4-3-753,4-5 0,-2-2 1341,2-2 0,-1-4 0,5-4 0</inkml:trace>
  <inkml:trace contextRef="#ctx0" brushRef="#br0">33085 8855 7695,'-8'2'803,"0"2"1,3 3-313,-3 5 1,0 6 654,-4 3 0,-5 13-548,0 7 0,-3 8-137,3 4 1,2 4-366,7 5 0,-3 0 101,2 0 0,4-4-330,1 0 1,2-2-387,2 2 0,0 0-2596,0-8 3115,11 2 0,-2-8 0,9 6 0</inkml:trace>
  <inkml:trace contextRef="#ctx0" brushRef="#br0">14452 13444 7921,'-12'0'0,"-2"0"132,-2 0 1,6 0 332,-3 0 250,9 0 1,-1 2-256,5 2 0,11 3 229,5 5 0,13-1-253,9-3 1,2 2-308,9-6 0,-2 4-84,7-4 1,2 1-12,2-5 1,-1-2-775,1-2 1,-6-3 528,2-5 0,-5 3-1489,-3 1 0,-9 5 10,-8-1 1690,-14 3 0,-9-5 0,-13 0 0</inkml:trace>
  <inkml:trace contextRef="#ctx0" brushRef="#br0">14564 13680 7921,'-17'11'175,"1"-3"1,1 3 42,6-3 1,4-1 157,5 2 0,11-1 2,5 4 1,13-1 39,9-3 0,4-1-259,8-2 0,0-4 87,-1 3 0,5-7-518,0-1 1,-1-6 123,-3 2 0,-2-3-1980,-2-1 1972,-3-1 1,-12-5 0,0-1 0</inkml:trace>
  <inkml:trace contextRef="#ctx0" brushRef="#br0">14936 13221 7921,'0'-13'35,"0"1"0,6 4 747,2 0 1,8 5-228,5-1 1,8 4-85,4 4 0,4 7-138,5 5 0,-2 11-79,5-3 1,-2 8-37,-2-3 1,-1 5-385,-11 0 0,-7 5-7,-9 3 0,-7 5-231,-6-2 0,-11 2 77,-5-2 0,-8 4 155,-4-4 1,0-2-361,-5-2 0,5-4 199,-1-3 0,5-4-239,3-5 1,-1-2-27,5-2 598,-5-3 0,3-11 0,-6-2 0</inkml:trace>
  <inkml:trace contextRef="#ctx0" brushRef="#br0">16549 13010 7921,'-13'7'279,"-3"0"-262,-1-3 0,2 3 674,7 5 0,2 1-212,6-1 1,2 5-32,2-1 1,4 5-108,9-5 0,7 1-137,10-5 0,-1-3-168,4-1 0,-3-5 135,8 1 1,2-8-396,1-5 0,3-2 198,2-1 1,-6-1-371,-2 1 1,-1 5 213,-4 3 0,-2 10-152,-11 6 0,-6 9 61,-5 12 0,-6 7 172,-7 13 0,-7 4 77,-6 5 0,-5 1-57,6-30 1,0 0 0,-1 1 0,1 0 192,-1 1 0,1 0 1,-11 27-73,2-8 0,-1-10-170,5-7 1,5-6 84,4-11-1524,5-7 810,-3-8 759,6-10 0,0-8 0,0-6 0</inkml:trace>
  <inkml:trace contextRef="#ctx0" brushRef="#br0">16561 13692 8869,'18'-8'944,"3"0"0,4 4-210,4-5 0,4 5-1163,8-4 1,-2 1 224,2-1 0,-4 2-1143,-4 6 1,-5 2 140,-12 2 1206,-5 3 0,-11 16 0,0 3 0</inkml:trace>
  <inkml:trace contextRef="#ctx0" brushRef="#br0">16499 14015 7921,'-12'19'0,"1"3"0,2-5 0,4-5 0,5-4 0,7-5 633,5 1 1,8-3-58,8-1 0,10 0 7,7 0 1,3-5-56,2-3 0,5-9-347,3-4 1,3-2-857,1-2 0,-2 0 485,-2 1 0,-7-1 190,-5 0 0,-1 0 0,5 0 0</inkml:trace>
  <inkml:trace contextRef="#ctx0" brushRef="#br0">17727 13271 7921,'13'0'364,"-1"0"1,0 0-183,1 0 0,-2 6 808,-3 7 1,2 5-403,-6 7 0,0 5 205,-4 3 1,-3 8-315,-5 5 1,-2 2-209,-10 2 0,-5 1-61,-4 2 0,-4-2-181,4 3 1,-4-8-34,4-5 1,-4-4-296,4-4 0,1-5-237,8-12 1,-2-5 321,5-11 1,2-7-420,7-5 1,-2-2 242,6-6 1,0-1-63,4-4 1,0-4 34,0 0 0,0 0 452,0 4 0,0 5-111,0-1 1,5 6 143,4-2 1,2 9 355,1 4 0,2 3-290,2 1 0,-1 1 142,6 3 1,0 3-63,4 5 1,-1 5-348,1-1 0,4 5 137,0-4 1,4 3-676,-4-3 1,6 5 670,-2-1 0,3 2 0,1 2 0</inkml:trace>
  <inkml:trace contextRef="#ctx0" brushRef="#br0">17951 13853 7921,'17'0'246,"-3"0"-116,3 0 0,-3 0 168,-2 0 1,0 5 259,1-1 1,-2 5 242,-3 0-575,-2 2 1,-6 5 5,0 1 1,-6-1-306,-2-3 1,-3 3 120,-2 1 1,-3 5-316,-1-2 0,1-2 291,3-1 1,1 1 148,0-2 0,1 2 536,2-1-486,4-3 0,5 3-8,0-4 1,1-6-46,3-3 0,7-3-216,6-1 0,5-2 181,-1-7 0,6 1-1458,2-9 0,0-2 1323,-4-2 0,5-7 0,2-4 0</inkml:trace>
  <inkml:trace contextRef="#ctx0" brushRef="#br0">18608 13953 7921,'7'0'3266,"-2"0"-4124,-5 0 0,6-2 270,2-2 1,3 1-111,2-5 1,0 0 697,4-5 0,2-4 0,6-3 0</inkml:trace>
  <inkml:trace contextRef="#ctx0" brushRef="#br0">19017 13853 7854,'7'9'588,"-3"-1"194,3-5 1,0 2-283,6-5 0,-1 4-152,0 0 1,2 1-633,3-5 1,2-2 234,6-2 0,0 3-471,0-3 1,-1 1 343,1-1 1,4 1-292,0-5 1,0 5 135,-4-1 331,0-3 0,5 0 0,2-5 0</inkml:trace>
  <inkml:trace contextRef="#ctx0" brushRef="#br0">20270 13395 7744,'17'-24'191,"-1"3"1,1 5 326,-5 8 1,6 3 171,3 10 0,2 8-237,2 12 0,-1 10-98,-4 6 1,-3 6-119,-9-2 0,2 4-66,-6 0 0,-5 5 30,-8 0 0,-7-1-201,-5-3 1,-8-2 104,-4-2 1,-3 5-207,-1-6 0,1-1-388,3-11 0,3-4 311,5-8 1,2 0-330,2-9 1,3-4 235,6-12 0,0-3-240,4-5 1,1-6 170,3-3 1,3-2 9,-3-2 1,2 0 366,2 0 0,2-3-38,2-1 0,-1 5 431,5 8 0,-4-1-318,4 5 0,1-2 545,3 10 1,0 0-320,1 4 0,1 1 123,2 3 0,2 0-137,3 9 1,2-4-341,-2 8 1,6-3-129,2-2 0,0 0-171,-4 1 1,4 1-1173,0 2 0,0-2 204,-4 2 1283,-1 4 0,-4-1 0,-2 6 0</inkml:trace>
  <inkml:trace contextRef="#ctx0" brushRef="#br0">20680 14089 7744,'12'-19'0,"-1"1"211,-3 5 0,3 2 127,-2 3 0,2-1-83,1 4 0,1 1 270,-1 4 0,-1 3-150,-3 5 1,-2 2-205,-6 11 1,0-1 29,0 5 0,-2 0-134,-2 0 1,2-1 96,-7 1 1,5-4-276,-4 0 1,5-6-373,-1 1 284,-3-2-138,6-1 0,-5-8 188,6-5 1,6-7-192,2-9 0,3-2 99,1-3 1,1-1 21,-1 5 0,1-3 25,-1 3 0,0 5 528,1 4 1,-1 5-133,1-1 1,-1 4-108,0 4 1,-1 4-205,-2 9 0,0 2 112,-4 6 1,4-1-325,-1 1 1,-1 0 115,2 0 1,-1 0 204,4 0 0,6-1 0,2 1 0</inkml:trace>
  <inkml:trace contextRef="#ctx0" brushRef="#br0">18385 3932 7744,'-7'-13'467,"-4"1"-327,3-1 1,1 1 416,-2 0 0,3-5 18,-3 0 1,-2 1-195,3 4 1,-3-1-278,-1 1 0,-1 1 109,1 2 1,-2 4-196,-3 5 1,4 1 64,-4 3 1,3 9-1,2 7 0,-1 9 70,1 5 0,4 1 59,0 3 0,3 3-134,-3 0 0,4 1-65,-4-5 1,5-6-38,-1-2 1,4-8 112,4-4 0,3-9-389,5-4 1,8-9 163,4-8 0,3-10-580,6-10 1,0-9 318,4-3 0,0-3-548,0-2 1,1 4 480,-1 1 1,-4-5 225,0-3 0,-5-5 298,0 4 1,-7 0-118,-4 5 1,-9-2 23,-4-3 0,-3 10-13,-1 2 1,0 15 782,0 10 0,0 8-355,0 0 0,-4 8 507,0 1 1,-1 7-72,1 10 0,-2 2-136,-2 6 1,-3 5-230,2 3 0,0 7-103,1 1 0,-3 6-249,2-1 1,0-2 66,0 1 0,0-5-862,5 2 0,-5 0 446,5 0 1,0-1 193,4-4 1,1-5-4278,4-3 4331,1-3 0,7-7 0,-1-1 0</inkml:trace>
  <inkml:trace contextRef="#ctx0" brushRef="#br0">18720 3907 7744,'0'19'576,"-4"3"159,-1-5 0,-3 1-215,4-2 0,0-2 244,4 2-404,0-7 1,5-4-107,4-5 0,7-9-187,5-4 0,2-12-190,2 1 0,4-5-287,0 0 1,-1 2-47,-8-1 1,2-1 262,-5 4 1,-1-1 148,-3 9 1,-6 1-77,-3 3 0,-8 2 419,-5 3 1,-8 4-152,-8 8 1,-1 4-116,-8 9 0,3 2 217,-2 6 0,2 1 348,7 3 1,3 3-385,0 5 1,7-4-13,2 0 1,1-4-1201,7 4 1,5-7 503,7-1 0,6-7-500,7-10 0,1-4 393,11-8 0,6-8-561,6-9 1162,-2-8 0,5-3 0,-4-5 0</inkml:trace>
  <inkml:trace contextRef="#ctx0" brushRef="#br0">19204 3758 7744,'0'12'1971,"-2"2"-1382,-2 3 0,-4-1 162,-9 9 0,-3-2-88,-9 10 0,1 1 144,-5 3 0,7-4-569,1 0 0,7-11 164,10-1-773,2-6 1,12-8 291,2-3 1,9-12-496,3-5 0,8-9 377,1-3 1,1 0-450,-1-3 1,-4 3 128,0 4 0,-1 3 69,-3 6 1,-2-1 444,2 1 0,-6 5-39,2 3 1,-3 8 18,-2 4 1,-4 10-11,1 7 1,-5 5 218,4 8 0,-5 0-75,1 3 0,-4 5 291,-4 8 0,-3-5-152,-6 1 0,-3-2 209,-1-7 0,-3-1 32,3-6 0,-1-6-157,2-7 1,2-4-15,-3-9 0,2 2-112,-1-6 1,2-6-287,-3-6 1,3-3 136,2-1 0,0-8-706,-1-4 1,5-3-255,0-6 0,5-1-581,-1-7 1,-2-4-865,2-4 2346,0-6 0,10-2 0,0-5 0</inkml:trace>
  <inkml:trace contextRef="#ctx0" brushRef="#br0">19700 3770 7795,'5'13'3416,"1"-5"-2523,2 0 1,4-4-33,1 5 1,1-7-341,6 3 1,1-4-109,4-1 0,1-1-371,3-4 1,4-6-292,8-5 0,2-6-1329,3 1 1,0-2-531,-4-2 2108,5 0 0,-9 0 0,5 0 0</inkml:trace>
  <inkml:trace contextRef="#ctx0" brushRef="#br0">20122 3423 7795,'-13'12'621,"1"1"1,3 1 186,1 2 1,5 5-291,-1 8 1,3 7 511,1 5 1,0 10-368,0-1 1,0 13-554,0 3 1,0 0 244,0 0 1,-6 2-137,-2-2 0,1-4-469,-1-4 0,4-7 323,-4-1 0,5-12-490,-1-9 1,1-4 217,-1-4-1166,2-4 662,-3-10 0,5-7-162,0-8 1,0-4 359,0-5 1,0-8 504,0-8 0,11-14 0,3-4 0</inkml:trace>
  <inkml:trace contextRef="#ctx0" brushRef="#br0">20357 3808 7798,'13'0'0,"-1"0"1555,0 0 0,5 0-718,0 0 0,5-2 406,-2-2 0,5-3-614,4-5 1,-3-1-350,3 1 0,3 0-657,1-1 1,3 1-802,1-1 1,-5 2-1212,-3 3 1,-5-2 2388,-3 6 0,3 0 0,-5 4 0</inkml:trace>
  <inkml:trace contextRef="#ctx0" brushRef="#br0">20605 3919 7798,'-8'17'1758,"0"-1"0,5-3-805,-1-5 1,3 0 133,1 5 0,6-7-521,7-1 1,1-4 471,6-1 0,5 0-487,4 0 1,4-6-231,-4-2 0,7-7-89,1-2 1,0-5-233,5 2 0,2-4 0,0 0 0</inkml:trace>
  <inkml:trace contextRef="#ctx0" brushRef="#br0">21188 3572 7742,'13'0'2143,"-1"4"-1071,1 0 1,-5 2-462,0-2 1,-5 3 766,1 5 1,-1 0-674,1 1 0,-3 5 64,3 2 1,-2 4-288,-2 1 0,-2-3-110,-2 3 0,2-3-923,-7 7 1,5-3 404,-4-1 0,5-2-1611,-1-2 1149,-3-3-136,6-6 0,2-7 208,11-5 0,4-8 51,8-12 1,0-3 157,9-10 1,-1 2 73,1-2 0,1 2 636,-5 7 1,1 0-299,-1 3 0,-8 3 627,0 6 0,-6 5-373,-3 3 1,1 8 232,-1 4 1,-5 5-201,-3 3 1,-1 0-409,1 4 1,-3 0 236,4 0-201,-4 4 0,4-5 0,2 6 0</inkml:trace>
  <inkml:trace contextRef="#ctx0" brushRef="#br0">22379 13729 7704,'0'-18'0,"2"3"209,2-5 0,-1 3 233,5-4 0,-5 6 339,1-1 1,-3 2-369,-1 2 1,-1 5-25,-3 3 1,-5 2-108,-7 2 1,1 10-74,-6 2 0,0 9 3,-4 0 0,1 6-3,-1 2 1,4 1-190,0-1 1,8-3 63,0 3 0,2-7-288,7-1 1,0-4 32,4 3 0,1-9-54,4 2 1,6-5 70,5 0 1,5 3 37,-5-2 1,5-2 52,-4 1 1,-2-4-21,-7 4 1,2 0 16,-6 5 1,1-1 50,-1 1 0,-2-1 32,2 0 0,-7 1 24,-1-1 0,-4 1 79,4-1 29,-6 0-3171,3-5 1689,0-1 1,6-12 543,5-2 789,6-8 0,2-4 0,7-5 0</inkml:trace>
  <inkml:trace contextRef="#ctx0" brushRef="#br0">22528 13804 7704,'8'1'1069,"1"3"-239,-1-2-653,4 9 1,-1-4 19,-2 5 0,-4 0 695,-5 1 1,0 3-294,0 1 1,0 1-242,0-2 0,0-2-714,0 3 0,0-4 264,0 0 0,0-5-644,0 0 0,2-5 256,2 1-734,-3-2 1,10-4 436,-3-2 0,3-3 182,2-5 1,-1-5 594,1 1 0,-1-5 0,0 5 0,1-6 0,-1 1 0,-1 2 0,-2-2 0,2 6 238,-3-2 0,-3 3-80,-1 2 2111,3 5-1595,-5 2 1,3 10 200,-5 3 0,0 8-209,0 0 1,-1 6-296,-3-1 1,2 1 110,-2-1 1,3 1-150,1-6 0,0 1-1101,0-5 0,0 0 555,0 1 1,5-1-1247,4 1 0,2-6 108,1-3 1351,0-3 0,6-1 0,2 0 0</inkml:trace>
  <inkml:trace contextRef="#ctx0" brushRef="#br0">23186 13903 7731,'-13'4'1166,"1"0"0,-1 6-510,1-2 1,-5 3-35,1 2 0,-2 5-231,1 2 1,4 2 268,-4-1 0,5-2-593,3-2 1,4-3-1057,5 2-37,0-2 0,5-3 706,4-3 1,3-4-243,5-8 0,2-4 31,6-9 0,1-2-591,3-6 0,-3-4 1122,3 0 0,-3-5 0,-1 2 0</inkml:trace>
  <inkml:trace contextRef="#ctx0" brushRef="#br0">23446 13531 7731,'7'-23'-71,"-3"2"0,2 7 1811,-2 6-1210,0 5 1,-4 4 331,0 12 0,-6 6-120,-2 10 1,-3 3 58,-1 5 0,-1 4-220,1 1 0,-5 5 201,1-2 0,-2 6-1429,1-1 0,4 2 438,-4-7 0,9-2-776,4-2 1,2-9 606,2-7 0,6-11-283,2-10 0,9-8-122,3-5 1,4-7-196,1-5 0,-1-2 745,1-2 1,-4 2 7,0 2 0,-6 0 1011,1 9-690,-2-3 1,-6 13 698,1-2 0,-7 8-406,2 5 1,-2 3 109,-2 5 0,-2-2-98,-2 5 1,2 0-42,-7 0 1,7 2-1283,-3-5 1,3 4 349,-3-5 572,4 1 0,-4-5 0,5 0 0</inkml:trace>
  <inkml:trace contextRef="#ctx0" brushRef="#br0">23967 13940 7664,'14'0'1371,"3"0"0,9 2-620,11 2 0,11 1-406,10 4 0,3 0-1682,1-5 0,1-1 1022,3-7 0,-8-8-351,0-9 1,-6-9 385,-2-8 0,-4 0-1105,-1-8 1385,-10 1 0,6 1 0,-9 1 0</inkml:trace>
  <inkml:trace contextRef="#ctx0" brushRef="#br0">24749 13395 7664,'-29'31'0,"0"-2"0,0 3 647,4 1 0,4 12 19,1 5 1,3 8-288,-3 0 1,-5 2 145,-4 2 1,1 2-201,8-6 0,7-2-1206,9-14 1,4-8 488,4-9 1,13-11-140,7-10 1,11-10 276,2-6 0,7-17-425,10-12 1,-26 17-1,-1-1-601,2-1 0,0-1 1280,-1 1 0,-1 1 0,0-5 0,0 0 0,0 3 0,0 1 0,0-1 0,-1 0 0</inkml:trace>
  <inkml:trace contextRef="#ctx0" brushRef="#br0">25245 13283 7664,'8'-24'0,"0"4"1029,-5 7 0,3 19-280,-6 10 0,-10 13-80,-2 9 0,-9 8 268,0 8 1,-2 10-940,-2-2 1,13-29 0,-1 0 297,1 0 1,-1 0 0,1 1 0,0 1-42,-1 2 0,1 0 0,-7 31-1130,2-6 0,9-9 601,4-11 1,9-12-57,8-13 0,4-10 108,8-7 1,6-11-217,2-10 1,4-4-520,4-4 1,-4 3 438,1-3 0,-4 8 421,-9 5 0,-3 3-576,-10 5 953,1 3 0,-8 12-305,-5 5 1,-5 7 742,-8 10 1,-3-1-222,-1 5 0,1-4 69,3 4 0,6-6-25,3 2 1,3-4-108,1-4 1,1-3-884,3-6 1,9-4 338,8 1 0,2-7-882,2 3 0,0-4 492,-1-1 1,3 0-1898,2 0 2397,-3 0 0,4 0 0,-5 0 0</inkml:trace>
  <inkml:trace contextRef="#ctx0" brushRef="#br0">25915 14064 7639,'0'-19'0,"4"0"76,0 2 0,0 2 71,-4-6 1,4 5-12,0-5 0,1 6 332,-5-2 0,-2 4-107,-2 0 1,-3 2 167,-5 3 0,-2 4-157,-2 8 0,0 4-63,-4 9 0,-5 8-119,-4 8 1,0 4 157,4 4 1,0 2-172,1 2 1,6 1-170,5-9 0,6-3-367,7-9 0,3-10 306,5-2 0,7-12-521,14-5 0,7-10 279,6-15 0,3-4 103,-4-8 1,-1 4 154,-6 0 1,-6 2 51,-7 10 1,-3-1 316,-6 10-188,-5 5 1,-3 12 308,-8 11 1,-3 2-190,-5 7 0,5-6-807,3 1 0,4-3 316,4-5 1,10-2-629,11-6 0,5-9 394,7-7 0,7-9-247,6-12 0,1-6 189,-22 21 0,0-1 0,18-24 301,-2 1 1,-6-2 241,-6 3 1,-3-4-219,-5 0 0,-10 1 428,-2 2 1,-9 14-248,0 12 0,-8 10 1197,-4 6 1,-4 15-192,0 10 1,-4 8 91,-1 8 0,0 8-649,5 1 1,4 9-89,0-6 0,3 4 214,-3-4 1,1 5-199,-1 0 1,1 0-811,3-5 0,3-5 358,-4-2 0,4-5-964,1-4 1,-1-8-27,-3-9 1,-3-3 15,-6-5 1,-5-2 504,-2-6 0,-5 0 136,-4 0 1,-3-5 420,-5 1 0,-4-10 0,-1 2 0,1-4 243,4-1 0,5-2-239,3-6 0,8 1 1097,5 4 1,10 2-507,10 5 0,12 2 583,17 3 0,7-1-488,13 4 0,4 0-218,5 1 1,5 2-566,-32 1 0,1-2 0,2 0 0,1 1 171,0 0 1,1 0 0,-4-1 0,1 1-1287,29 2 1,-4 2 1207,-4 2 0,-7-4 0,-6 5 0,2 2 0,1 0 0</inkml:trace>
  <inkml:trace contextRef="#ctx0" brushRef="#br0">16487 15267 7658,'0'-25'0,"-2"2"100,-2 2 1,-1-2 58,-4 2 0,-2 2 198,3-2 0,-3 5 340,-1-5 1,3 6-244,1-2 1,0 9 191,-4 4 0,3 3-251,1 1 1,0 12 24,-5 9 0,-3 13-174,-1 12 1,-3 3-126,3 5 1,0-2-219,5 6 1,0-5-150,-1 0 1,6-9-73,3-6 0,3-8 237,1-9 0,3-9-551,5-8 1,6-9 238,10-8 1,3-12-407,2-12 1,1-1 332,3-8 0,-3 2 371,-5-1 1,-6 2 74,-2 6 1,-1 5 172,-3 3 1,-3 8 559,-10 5-473,0 8 0,-2 13 33,-2 12 1,-1 14-89,-4 7 1,0 7 333,4 0 0,-3 8-143,4 1 1,0 1-274,4-2 1,0 4 104,0 5 1,-1 4-185,-4 0 0,3 0-584,-7-4 0,2-1 387,-1-3 1,-1 0-368,4-9 1,1-7 252,4-13 0,0-9-2086,0-3 1238,0-3 1135,6-13 0,1-8 0,5-12 0</inkml:trace>
  <inkml:trace contextRef="#ctx0" brushRef="#br0">16809 15503 7658,'4'-8'3314,"1"-1"-2745,4 7 0,2-8-211,6 6 0,1-4-335,-2 3 0,-1 1 125,6 4 0,1-4-495,7 0 1,-3-4 262,3 4 1,-4 0-2330,-4 4 2413,2 0 0,-15 5 0,3 2 0</inkml:trace>
  <inkml:trace contextRef="#ctx0" brushRef="#br0">16772 15825 9700,'12'0'962,"6"0"-647,3 0 0,8-1-378,4-3 0,10-7 126,6-6 1,7-1-1651,6 2 0,-5 2 1587,1-2 0,-5 2 0,2 1 0</inkml:trace>
  <inkml:trace contextRef="#ctx0" brushRef="#br0">18062 15379 7658,'7'-19'89,"-3"2"1,-2 3 240,-2 2 0,-6-1-191,-2 1 1,-3 1 35,-2 3 0,0 2 34,-4 6 1,-1 2-10,-3 2 0,-1 7 9,6 5 0,-2 8 5,1 1 1,5 1 27,0 7 1,5 0-125,7 4 1,0 2-94,0 2 1,0-2-290,0 2 1,7-8 186,5-4 1,2-3-345,6-1 1,1-6 237,4-2 0,1-8-796,3 0 1,-1-7 50,5 3 928,0-4 0,4-12 0,0-3 0</inkml:trace>
  <inkml:trace contextRef="#ctx0" brushRef="#br0">18968 15218 7658,'-8'-9'0,"-1"1"0,1 4 558,-4-4-262,-1 5 0,1 3 64,-1 8 1,-3 5 28,-1 3 0,-1 5-151,2 8 1,2-2-47,-2 6 1,-2 1 11,1 3 1,1 0-213,3 0 1,2 4 91,3 1 1,2 1-524,6-2 0,3-4 157,5 0 1,2-6-827,11-11 699,-1-2 1,7-3 0,0-1-201,2-3 1,5-7 608,0 0 0,1 3 0,3 0 0</inkml:trace>
  <inkml:trace contextRef="#ctx0" brushRef="#br0">19253 15304 7658,'7'-12'145,"4"0"1,-4 5 274,5 3 0,1 5 274,-1 7 0,2 7-251,2 14 1,-2 7 48,3 6 0,-3 7-164,-2-3 0,0 5-587,1-6 0,1-2 250,2-2 0,-1-5-959,6-7 1,-4-11 325,3-14 1,5-4-145,4-4 1,-1-9 785,-8-7 0,4-9 0,-5-3 0</inkml:trace>
  <inkml:trace contextRef="#ctx0" brushRef="#br0">19700 15280 7658,'-20'-6'359,"-3"5"-240,2-3 35,-2 13 1,-2 1-1,-1 12 245,-3 4 0,-3 10 20,-5 9-222,5 4 0,-2 0 0,5 0-449,1-4 0,8-4 69,3-8-582,9 3 1,2-10 0,6 2-418,0-6 1182,0-4 0,0-6 0,0 1 0</inkml:trace>
  <inkml:trace contextRef="#ctx0" brushRef="#br0">19650 15590 7658,'13'0'0,"-1"0"0,2 0 1312,2 0-903,-2 0 0,9 0 0,-2 0 635,3 0 0,-2 0-138,2 0-1045,-2 0 0,10 0 0,-3 0-897,4 0 1,3-4 719,1-1 0,3-4-1455,-3 1 1771,-2-3 0,-5-2 0,2 1 0</inkml:trace>
  <inkml:trace contextRef="#ctx0" brushRef="#br0">20556 15081 7739,'-6'13'1419,"-2"-1"0,1 5-1197,-1-1 1,5 8-201,-1 0 0,2 3 1401,2 6 0,0 4-648,0 4 1,0 1-193,0-5 1,0 0-207,0 0 0,0-4-287,0 0 0,-6-1-252,-7 1 0,-1 1-428,-6-5 0,-1 0-224,-4-4 1,0-6 489,1-2 1,-1-9-580,0-4 1,2-4 332,2-4 1,-1-4 362,5-9 0,1-2 6,3-6 1,1-4-19,0 0 0,5-5 33,3 1 0,2-1 13,2 0 0,2 4 326,2 5 0,3 6-169,5 2 1,4 9 790,1 4 0,5 4-403,-1 4 1,2 9 572,2 7 0,3 4-404,-4 1 0,4-1-17,-7 1 0,2 1-537,2 3 0,-2-7-642,-2 3 1,1-4-949,-5-1 0,3-2 873,-3-5 0,-1-1-1346,-3 1 2076,-6-7 0,4 0 0,-4-6 0</inkml:trace>
  <inkml:trace contextRef="#ctx0" brushRef="#br0">20643 15639 7739,'6'-5'1122,"5"3"0,-4-4-410,6 1 0,-1 4-287,1-3 0,0 3-5,4 1 1,-3 0-176,2 0 1,-2 4-208,-2 0 1,1 5 73,-1 0 0,-5 3 101,-3 5 0,-2-4 107,-2 4 0,-2 1-94,-2-2 0,-3 6-198,-5-1 0,-2 3 63,-3 0 1,4-3 180,-4 0 0,3-2-174,2 2 1,5 1-129,3-6 65,3 1 1,6-6 51,3-3 0,9-2-512,4-6 1,2-7 206,2-6 0,4-3-1185,0-5 1,1-2 652,-1 2 0,-3-7 750,3 0 0,8-1 0,2 4 0</inkml:trace>
  <inkml:trace contextRef="#ctx0" brushRef="#br0">21300 15503 7692,'1'11'950,"4"-3"0,0 3-404,3-2 1,3 0 599,-2-1 1,-2 3-516,1-2 0,-1 2-234,1 1 0,2 1-149,-6-1 0,4 4 82,-4 1 1,0 4-340,-4-5 0,-1 6-339,-3-1 0,-7 4-258,-6 4 0,-5-3 2,1 3 0,-2-3-896,-2-1 0,0-6 676,1-2 0,0-5 824,3-4 0,-7 3 0,1-4 0</inkml:trace>
  <inkml:trace contextRef="#ctx0" brushRef="#br0">21995 15726 7627,'-2'-11'1774,"-2"3"-2327,-3 2 306,0 6 1,3 2 833,8 2 0,5-1-224,7 5 0,-1-4-1030,6 4 1,0-5 1,4 1 0,1-2 665,3-2 0,2 5 0,7 2 0</inkml:trace>
  <inkml:trace contextRef="#ctx0" brushRef="#br0">22702 15714 7627,'0'-8'995,"0"-1"0,1 6-422,3-1 1,-1-1 322,5 1 1,-3 0-420,3 4 1,1 0 132,8 0 1,-2 0-203,6 0 0,-1 0-781,5 0 0,0 0-281,0 0 1,0 4-527,0 0 1,-1 4 1179,1-4 0,0 11 0,0-1 0</inkml:trace>
  <inkml:trace contextRef="#ctx0" brushRef="#br0">24315 15280 7627,'-2'-32'0,"-2"3"0,-1 8 716,-4 5 1,-2 8 18,3 3 1,-3 4-343,-1 1 0,-2 11-4,-3 6 1,3 14-124,-2 7 0,-2 13 197,1 2 0,1 5-368,3 0 0,2 5 280,3-5 0,-1 8-132,4-8 1,1 0-548,4-8 1,6-10 91,2-3 0,4-9-157,5-4 1,2-10-1241,6-10 1,4-4 79,0-4 1529,5-8 0,-3-8 0,2-4 0,-3-1 0</inkml:trace>
  <inkml:trace contextRef="#ctx0" brushRef="#br0">24600 15429 7627,'12'0'935,"1"0"1,-1 5-401,0 3 1,1 9 788,-1 4 0,5 6-529,-1 2 0,6 5-246,-1 0 1,4-4-1558,4-1 0,-2-3 647,7-1 0,-11-6-281,2-2 1,-5-8 496,1 0 1,-3-5 144,-6 4 0,1-5 0,-1 2 0</inkml:trace>
  <inkml:trace contextRef="#ctx0" brushRef="#br0">25059 15429 7627,'-18'6'0,"3"5"0,-6-2 0,-4 3 1052,-4 5 0,-5 3 110,1 9 0,-3 3-622,-1 5 1,4 0-466,0 1 0,5-1 71,-1 0 0,10-5-764,6-3 1,6-9 455,7-3 1,0-3-483,0-2 1,2 0 244,2 1 399,3-6 0,0 4 0,-2-4 0</inkml:trace>
  <inkml:trace contextRef="#ctx0" brushRef="#br0">25406 15701 7627,'-12'-5'1611,"-1"3"-239,1-3-950,0 5 1,10 0 331,6 0 1,12 1-300,4 3 0,9-2-772,4 2 1,3-3 239,1-1 0,2 0-1133,2 0 1,-2 0 221,2 0 1,-2-1 987,-2-3 0,0-3 0,0-5 0</inkml:trace>
  <inkml:trace contextRef="#ctx0" brushRef="#br0">26200 15292 7627,'8'0'645,"1"0"1,-5 0-356,4 0 0,-4 0 795,4 0 0,-5 7-284,1 5 0,2 8-70,-2 9 1,0-2-325,-4 6 1,-3 6-154,-5 6 1,-2 4-346,-10 0 1,-2 1-122,-7-1 0,1 1 146,-5 0 0,4-5 106,-4 1 1,7-18-379,1-3 0,2-10-134,6-6 0,1-5-230,3-8 1,6-3-130,3-6 0,3-4 347,1-4 0,0-3 219,0 0 0,5-5 302,4 0 0,0-4 51,0 4 1,2 0-128,-3 4 1,1 6 170,0 2 1,2 5 216,-3 3 0,3 0 429,1 5 0,1 5-25,-1 7 1,2 9-283,3 4 1,1 2-545,2 2 0,4 0 104,-4-1 0,4-4-1183,1-4 0,-1 2 648,1-1 0,0-5-431,0-4 0,0-1 935,-1 1 0,1 4 0,0-6 0</inkml:trace>
  <inkml:trace contextRef="#ctx0" brushRef="#br0">26473 15763 8244,'0'13'2094,"0"-1"1,0 1-1351,0-1 0,-4 5-364,0-1 1,0 5-148,4-5 1,0 5-508,0-5 0,0 5 220,0-4 0,0-5-200,0-4 1,1-5 45,3 1-19,3-2 0,7-9 29,2-6 1,-2 0 2,3-8 0,1 0 253,-2-4 0,2 5-71,-1-1 0,-4 6 387,4-2 1,1 5 9,-2 4 2,1 2 1,-5 6-88,1 0 1,-6 7-22,-3 5 0,-3 2-144,-1 7 0,0-5-171,0 5 1,0-6-2817,0 2 1465,0-3-1747,0-2 3135,0-5 0,0-2 0,0-5 0</inkml:trace>
  <inkml:trace contextRef="#ctx0" brushRef="#br0">27056 15602 7627,'13'6'-1174,"-5"-5"880,0 3 0,0 2 2269,5-2 0,-5 5-534,0 0 1,-4 3-154,5 5 0,-7-2-862,3 6 0,-4 1-244,-1 6 0,-1 0-277,-4 5 0,-1-4 126,-7 4 0,-5 0-1117,-2 4 1,-5 1 695,-4-1 1,-3 0-1726,-5 0 0,-2 2 255,-2 2 1604,-3-2 1,14-18-1,-1 0 1,-1-2-1,1 0 1</inkml:trace>
  <inkml:trace contextRef="#ctx0" brushRef="#br0">13311 16880 7627,'0'12'2760,"0"0"-2008,0 1 1,12 1-925,9 2 1,9-2 1,12 2 1,2-2 648,5-1 1,5-6-678,0-3 0,4-4-212,-4-4 0,-1-8-324,-3-4 0,-7-2 464,-6 1 1,-11 4-1667,-9-4 1936,-9 9 0,-14-3 0,-7 4 0</inkml:trace>
  <inkml:trace contextRef="#ctx0" brushRef="#br0">13509 17165 7627,'-4'25'1077,"0"-1"0,1 0-461,8-3 1,8-4-473,12-4 0,10-5 69,6 0 0,10-1 198,-1 2 1,2-4-596,-2-5 1,3-1-237,1-3 0,0-9-597,-5-8 0,-6-2 618,-6-2 0,-1-4-193,-7 0 0,3-4 592,-7 4 0,-3-5 0,-10 2 0</inkml:trace>
  <inkml:trace contextRef="#ctx0" brushRef="#br0">13944 16756 7627,'0'-27'0,"0"0"766,0 10 1,2 5-273,7 4 0,0 5-134,12-1 1,0 9-32,3 8 1,5 0 58,0 8 1,6 4-273,-2 4 1,-3 1 36,-1-1 0,-3 3-249,-1 5 1,-1 0 130,-4 0 0,-6-4-176,-6 1 1,-5-1 131,1 4 1,-8 4-817,-4 1 1,-9-1 61,-3-4 0,-4 4-179,-1 1 0,-4 3 320,0-3 1,2-2 621,6-7 0,-2-3 0,4-5 0</inkml:trace>
  <inkml:trace contextRef="#ctx0" brushRef="#br0">15730 17314 7627,'-7'-6'398,"0"5"634,3-3-635,3 2 0,3 4-127,15 2 1,8 1 470,12 4 0,6 0-276,2-5 1,5 0-431,4-4 1,1-2 117,3-7 0,-3 0-837,-6-12 1,-4-4-26,-4-4 1,-5-1-466,-7 1 0,-2 3 287,-10-3 0,-6 3 554,-7 1 0,-3 2 333,-1 2 0,0-1 0,0 5 0,-9-1 0,-4 2 0,-3 2 0,-1-2 0,-6-4 123,-6 0 1,-2 0 146,3 0 1,3 2 358,0 1 1,6 2 278,6 11 1,2 3-345,3 9 1,-2 7-170,6 14 1,0 8-153,4 9 1,1 7 167,3 5 1,3 7-420,6 1 0,-5 0 297,0-4 1,1 2-77,3 2 0,-1 0-24,-3 0 1,2-3-426,-6-13 0,0 1 223,-4-10 1,0-1-428,0-7 0,0-4 267,0-8 1,-5-3-113,-4-6 1,-2 1 90,-1-1 0,-6-1-363,-3-3 0,-2-2 433,-2-6 0,-4 4-304,0 0 0,-4-1 152,4-7 0,-4 1 75,4-5 0,2-6-506,6-7 1,3-3 357,6-5 1,5-3 348,3-5 0,8-6 0,3-1 0</inkml:trace>
  <inkml:trace contextRef="#ctx0" brushRef="#br0">16834 17314 7627,'6'-13'0,"-4"6"706,7 3 1,-1 1-389,4-1 0,1 3 908,-1-3 1,5 4-554,-1 4 0,2-3-1108,-1 3 1,-2 2 313,5-2 1,-4 0-1671,0-4 1,-2 2 221,-2 2 1569,-5-3 0,-1 10 0,-6-4 0</inkml:trace>
  <inkml:trace contextRef="#ctx0" brushRef="#br0">16797 17549 7627,'-13'13'593,"5"-5"739,0 0-636,5 1 0,3 2-279,8-3 1,9-3 80,4-5 0,8-1-127,4-3 0,3-3-595,1-5 1,4-1-583,0 1 1,1-2-2375,-5-3 3025,0 4 0,0-5 1,1 5-1</inkml:trace>
  <inkml:trace contextRef="#ctx0" brushRef="#br0">18000 17314 7627,'-19'-25'774,"-5"0"164,4 0 0,-4 7-695,0 6 1,3 1-43,0 7 1,-1 5-90,-7 7 0,3 9 77,-3 4 0,8 8 175,5 4 1,2 5-110,2 8 1,5-1 38,3 9 0,8-3-115,4-1 0,4-1-35,5 1 0,-2-12-323,6-5 1,1-6-127,7-7 0,-2-2-953,6-5 1,-4-7 634,4-1 1,1-4-1463,3-1 2085,0 0 0,6 0 0,1 0 0</inkml:trace>
  <inkml:trace contextRef="#ctx0" brushRef="#br0">18931 17301 7627,'-9'-15'17,"1"3"1,0 3 141,-5 1 0,5-1 240,0 4 1,0 1-80,-5 4 0,1 6 46,-1 2 1,1 9-107,0 3 0,-1 9-15,1 4 0,-1 9-56,1 3 1,1 1-41,3 3 1,-2-2-103,6 7 0,0-5-204,4-3 1,5-3 241,3-6 0,5-4 64,3 0 0,5-15-2180,8-2 0,-1-10 2031,5-2 0,0 3 0,4 0 0</inkml:trace>
  <inkml:trace contextRef="#ctx0" brushRef="#br0">19390 17388 7627,'1'-7'941,"3"3"0,3 4-477,5 4 1,2 10-247,3 11 0,-3 4-29,2 4 0,-1 7-138,2-3 1,-3 0 99,2 0 1,-1-8-592,2 4 0,-3-9 358,2-4 1,-2-4-2153,-2 0 2234,-5-8 0,4-2 0,-4-6 0</inkml:trace>
  <inkml:trace contextRef="#ctx0" brushRef="#br0">19811 17363 7627,'-18'6'0,"-1"2"824,-6 9 1,1-2-329,-1 5 0,0 1 263,0 4 0,-5 5-296,-3 3 0,1 3-328,-1 1 0,4 1 30,-4-1 1,9-1-373,0-3 0,7-3-136,1-5 1,3-6-940,5-2-1535,2 2 1515,6-5 1302,6-2 0,6-6 0,8-6 0</inkml:trace>
  <inkml:trace contextRef="#ctx0" brushRef="#br0">19973 17525 7627,'0'12'1699,"0"0"0,4-3-1489,0-1 1,6-1 241,-2 1 0,0 2 352,5-6 0,-4 4-1043,8-4 0,2 0 181,2-4 0,2 0-1155,2 0 0,4 0 358,0 0 855,-6-5 0,1-2 0,-5-5 0</inkml:trace>
  <inkml:trace contextRef="#ctx0" brushRef="#br0">20853 17214 7627,'13'-16'571,"-1"-1"0,6 5-286,3 4 1,1 8 404,-1 4 1,1 11-238,-6 18 1,-5 7-86,-7 14 0,-2-2-344,-2 6 1,-11 0-154,-6 4 1,-9 0 189,-3 0 0,-4-7 80,4-5 0,-4-3-336,4-10 0,0 1 157,4-9 1,6-5-1107,2-8 616,4-8 1,2-3-115,2-10 0,2-3 220,3-8 1,3-4 82,-3-4 1,2-3 753,2-2 0,0 2-418,0-6 1,4 1 80,1-1 0,0 3-54,-1 5 0,-1 6 608,5 2 1,-4 9-50,5 4 0,-1 2 175,4 2 0,1 7-327,-1 6 1,5 5-125,-1 6 0,5 0-331,-5-4 1,5 4 85,-4-3 0,3-4-635,-3 0 1,4 1 347,-5-2 0,1-3-555,-5-5 1,0 0 67,1 5 712,-1-1 0,1 1 0,-1-1 0</inkml:trace>
  <inkml:trace contextRef="#ctx0" brushRef="#br0">21536 17500 7627,'18'7'0,"-3"4"321,5-3 0,0 7-62,0 2 0,3 9 82,-7-1 1,-1 8-248,-7 0 1,-1 3-46,-2 1 1,-4 0-101,3 0 0,-7-7 74,-1-5 1,-6 0-159,2-4 0,-4-2 67,-5 2 0,2-6-492,-6 1 0,1-2 56,-5-1 1,3-1-556,-3 0 1059,3 1 0,-14-1 0,4 1 0</inkml:trace>
  <inkml:trace contextRef="#ctx0" brushRef="#br0">22578 17500 7627,'-18'-13'0,"4"1"240,-2 0 0,2 5-18,1 2 1,5 0 176,0 1 0,4 1-98,-5 7 0,7 4 94,-2 9 1,2 5-4,2 11 0,0 6-148,0 10 1,0 6-162,0 3 1,0 3-128,0 1 1,4 4-393,0 0 1,5-6 329,-5-11 1,5-5-991,0-7 0,6-6 520,1-6 1,6-12-198,-1-9 0,3-13 773,0-8 0,1 1 0,0-2 0</inkml:trace>
  <inkml:trace contextRef="#ctx0" brushRef="#br0">22863 17574 7627,'13'6'0,"-1"-4"418,0 7 0,-3-1-183,-1 4 1,0 6 645,5 3 1,3 8-370,1 4 0,-1 3-378,-3 1 1,-1 0 21,0 0 0,1-1-468,-1-3 0,-4-1-361,1-3 1,-1-4-1842,4 0 2514,1-6 0,-1-12 0,1-2 0</inkml:trace>
  <inkml:trace contextRef="#ctx0" brushRef="#br0">23285 17624 7627,'-32'0'475,"-4"1"59,3 3 1,3 5-400,1 7 0,1 5-148,-1 8 0,-2 4 630,-6 8 1,1 2-422,3 2 1,2 2-569,7-6 0,0-3-152,3-5 0,5-11-299,8-2 1,2-4 73,6-4 0,1-1 749,4-3 0,1-2 0,7-6 0</inkml:trace>
  <inkml:trace contextRef="#ctx0" brushRef="#br0">23260 17797 7627,'6'-12'-1166,"-4"1"874,7 3 1,0-2 1672,8 6 1,-3 0-609,2 4 1,-1 0-194,2 0 0,-2 0-429,6 0 1,-5 1-320,5 3 0,-6-1-57,2 5 1,-4-4-332,0 5 1,-2-5-140,-3 4 1,-1-1 211,-3 1 483,-3 3 0,-1 2 0,-6 6 0</inkml:trace>
  <inkml:trace contextRef="#ctx0" brushRef="#br0">24029 17400 7627,'0'-12'0,"4"0"675,0-1 0,6 5-165,-2 0 1,3 5-28,2-1 1,3 14-63,1 6 0,4 7-173,-5 6 1,-1 7-202,-6 6 0,-4 4 87,-5 0 1,-1 2-96,-3 2 1,-9-2 83,-8-3 0,-3 6-408,-5-5 0,3-5-34,-3-8 0,1-6-182,-1-3 0,3-2 103,-3-9 1,7-4 146,1-9 0,5-5-193,-5-3 0,6-5 98,-2-3 1,9-4 280,4-4 0,3 3-51,1 0 1,0-2 312,0-2 1,0-1 114,0 9 1,5 1 290,3 3 0,3 5 221,2 0 0,1 5-375,2-1 1,-2 8-38,2 4 1,2 3-118,-1 2 1,4-1-509,-5 1 0,5-1 224,-5 0 1,5-3-945,-5-1 1,5-1-54,-4 1 0,-1-1-1608,-3-3 2594,5-3 0,-5 10 0,5-4 0</inkml:trace>
  <inkml:trace contextRef="#ctx0" brushRef="#br0">24277 17797 7627,'6'-12'2750,"1"1"-2252,5 3 0,5 2-163,-1 6 0,2 0-99,-1 0 0,-2 0-47,6 0 1,-6 2-92,1 2 0,-6-2 69,-2 7 0,-5-1-357,1 4 0,-4 5 173,-4-1 1,-3 6 8,-5-1 1,-5 3-5,1 0 1,-5 1 56,4 0 1,1 0-123,3 0 1,6-2 120,3-2 1,3-3-164,1-6 0,10-5 135,2-3 0,13-4-1069,0-4 0,8-10 45,0-11 1,3-5 1007,1-7 0,0 0 0,0-1 0</inkml:trace>
  <inkml:trace contextRef="#ctx0" brushRef="#br0">24836 17649 7627,'-2'13'-761,"-2"4"0,3-6 2108,-3 5 1,4-5-566,4 6 0,-2 1 143,7-2 0,-5 5-433,4-4 0,-1 5-87,1-2 1,2 4-121,-6 1 0,0-5-354,-4 1 0,0-5-227,0 5 1,-1-6-311,-3 2 0,-5 1-585,-7-2 0,1 1 461,-6-5 0,0 5-323,-3-1 0,-1-1 1053,0-6 0,0 2 0,0-4 0</inkml:trace>
  <inkml:trace contextRef="#ctx0" brushRef="#br0">25840 17773 7627,'0'-7'1755,"2"1"-1098,2 6 0,3 0-411,5 0 1,6 0-338,3 0 0,2 0-860,2 0 0,5 0 525,3 0 0,-2 0-931,-2 0 1357,-3-5 0,-1-8 0,0-6 0</inkml:trace>
  <inkml:trace contextRef="#ctx0" brushRef="#br0">26411 17835 9498,'8'0'1311,"1"0"0,0 4-866,8 0 0,-1 1-62,9-1 0,-1-2-598,9 2 0,-3-1-631,7 1 1,-2-3-1049,6 3 1,-2-2 1893,-2-2 0,-6 0 0,0 0 0</inkml:trace>
  <inkml:trace contextRef="#ctx0" brushRef="#br0">27515 17549 7627,'-5'-7'1586,"3"-4"0,-3 11-1031,5 0 0,0 7-85,0 10 0,1 4-106,3 7 1,-2 10-136,2 7 0,-3 3-202,-1 2 0,-4 1 131,0 3 1,0-5-822,4 1 0,1-7 464,3-10 1,9-4-1047,7-9 1,4-7 195,1-9 0,-1-3 1049,1-1 0,0-16 0,0-5 0</inkml:trace>
  <inkml:trace contextRef="#ctx0" brushRef="#br0">27862 17599 7627,'7'18'1367,"-3"3"0,-1 2-620,1 2 0,-1 1-668,5 3 0,5-2-180,3 7 0,6-1-147,-1 4 0,7-6-208,1-2 0,4-8-548,-4-4 0,5-4 98,-1 0 0,-4-5 572,-4 0 0,-2-5 334,-6 1 0,-1-2 0,-3-2 0</inkml:trace>
  <inkml:trace contextRef="#ctx0" brushRef="#br0">28383 17661 7627,'-37'12'0,"0"2"1142,0 3 0,2 3-557,-2 9 0,3 4-424,-8 9 0,0-2-689,0 5 0,-3-4 303,3 5 1,2-6-677,7 1 1,9-9 696,7-7 1,5-2-1570,3-6 1275,4-1 498,5-9 0,11-1 0,3-6 0</inkml:trace>
  <inkml:trace contextRef="#ctx0" brushRef="#br0">29029 17773 7608,'0'8'3003,"0"0"0,6-5-3856,7 1 1,10-1 309,10 1 0,5 1 288,3 4 1,3-4-2177,6-5 2431,-1 0 0,1 0 0,0 0 0</inkml:trace>
  <inkml:trace contextRef="#ctx0" brushRef="#br0">29984 17289 7615,'16'-4'806,"1"0"1,1 1-444,-2 7 0,-2 6 346,3 10 0,-4 6-251,0 12 0,-6 10-118,-3 6 1,-8 5-454,-5 3 1,-8 0 323,-8 0 1,-1-1 65,-8-4 0,6-1-89,-6-7 0,1 1-241,-4-1 1,1-6-219,3-6 1,-1-6-357,5-11 1,1-3 103,8-9 1,-4-2-419,3-6 0,4-6 252,0-2 1,7-9 273,2-3 0,5-8 643,-1-1 0,4-5-367,4 1 1,3-5 424,6-3 0,5 4 90,2 0 1,4 9 381,0 7 1,1 8-236,0 0 1,1 2 338,3 7 1,-3 5-370,3 8 1,2 7-165,-2 5 0,5 2-631,-1 2 0,-1-4 245,1 0 1,-5-6-391,0 1 0,1-3-352,-4-5 0,-3-3-1942,-9-5 2741,-1 0 0,0 0 0,1 0 0</inkml:trace>
  <inkml:trace contextRef="#ctx0" brushRef="#br0">30319 17822 7615,'4'8'641,"0"1"1,0-1 884,-4 4 1,0 2-730,0 3 0,-4-1-373,0 9 0,-4-3-244,3 7 1,-3-1 18,4 1 1,0-3-610,4 3 0,0-9 65,0-3 253,0-3 1,5-7 147,4-3 1,2-4-343,1-4 1,2-5 72,2-7 1,0-4-14,4-4 1,0 3 350,0 0 0,-2 7-27,-5 2 1,-1 5 221,0 7 1,-1 3-88,-2 5 0,-4 2-115,-5 11 0,0 3-101,0 5 1,-4 0-139,0-4 1,-4-6-2740,4-2 1599,-1-3 1261,5-7 0,0-7 0,0-7 0</inkml:trace>
  <inkml:trace contextRef="#ctx0" brushRef="#br0">31026 17574 7615,'18'-7'1377,"-4"2"1,3 5-452,-4 0 1,-2 7-246,-3 5 1,2 6-25,-6 7 0,0 0-241,-4-1 0,0 5-30,0 0 0,-4 4-356,0-4 1,-6 6 24,2-2 1,-9-2-878,-3 3 1,-5-1 570,-4 4 1,-7 0-905,-5 0 1,-8 0-162,0 1 1,-6-3 629,-7-1 0,29-16 1,0-1 685,0 0 0,-1-1 0,-1 2 0,-1-1 0,2 0 0,0-1 0,2-1 0,-1-1 0,-27 12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2369 3919 7605,'-5'7'0,"-2"-1"798,-5-6 0,-1 1-309,1 3 1,4 3-164,-1 5 0,7 6 22,-3 3 0,4 9 134,1 7 1,1 12-124,4 9 0,1 5-455,0-28 0,1 0 0,-1 3 0,0 1 3,1 6 0,-1 1 0,-1-1 0,1 0-176,-2 2 0,0 1 1,-1-1-1,-1 1 233,-1 2 1,-2-1 0,1 0 0,0-1 48,1 2 1,-2-1-217,-1-6 0,-1-1 1,0 4-1,-1-2-3,-2-8 0,0-2 0,-7 31-135,1-11 1,4-7-292,-1-14-127,7-8 269,-4-8 8,6-10 0,6-7 31,2-8 1,1-10 450,0-7 0,2-10 0,-4-10 0</inkml:trace>
  <inkml:trace contextRef="#ctx0" brushRef="#br0">2332 4167 7605,'0'-25'0,"0"1"122,0-1 0,2 0-121,2 0 0,4 6 1037,9 2 0,2 4-457,6 0 0,4 2-380,0 3 1,5 4-366,-1 8 0,-3 4 163,-1 9 0,-8 3-168,-4 9 0,-5 4 134,-4 9 1,-2 3-489,-6 9 0,-10-2-16,-2 6 1,-8 0-210,4 4 0,-6 0 207,1 0 0,-2-10 262,-2-2 1,6-14 25,2-3 253,3-11 0,3-5 0,3-9 0,2-3 0</inkml:trace>
  <inkml:trace contextRef="#ctx0" brushRef="#br0">2791 4266 7605,'25'-6'0,"-6"-1"189,-2 2 0,1 4 21,-2-3 1,1 3 334,-5 1 1,3 5-185,-2 3 0,2-1-128,-7 2 0,2 3 0,-2 6-172,-4 1 0,-2 6 34,-2 4 1,0 11-327,0 1 1,-7 2 202,-6 2 1,1-5-314,-5 2 456,9-9 0,-1-4 686,4-9-504,-4-7 0,7-9 136,-2-8 0,3-4-234,1-9 1,5 2-40,4-6 53,2 0 1,2-3-224,4-1 1,2 0 0,5 0-677,-4 0 0,8 2 443,-3 2 1,2-1-1284,-2 6 1,0-1 678,0 5 1,-2-5 846,-2 1 0,2-6 0,-3 2 0</inkml:trace>
  <inkml:trace contextRef="#ctx0" brushRef="#br0">3337 4452 7605,'-1'25'349,"-3"0"1,2 0-175,-2 0 0,3-5 781,1 1 1,1-2-224,3 2 1,3-4-350,5-9 1,1-3-146,-1-5 1,6-1-53,3-3 1,2-4-541,2-9 1,1 2 275,3-6 0,-3 0-462,3-3 0,-4-4 342,-4 3 0,1-2-250,-6 6 1,-5 3 576,-6 2 0,-5 6-93,-5 2 1,-3 5 188,-8-1 1,-5 2-137,-8 2 0,1 0 656,-5 0 1,4 2-278,-4 2 1,6 1-115,-2 4 0,4 2-858,4-3 0,3 3 0,6 0 357,0-3 0,5 3-1481,3-2 0,4 6 750,4 1 1,8 1 876,9-5 0,8 1 0,2-1 0</inkml:trace>
  <inkml:trace contextRef="#ctx0" brushRef="#br0">3759 4539 7605,'12'13'1573,"-1"3"-1084,-2 1 1,-3 3 635,-1-3 1,-4-1-537,3-3 1,-3-1 925,-1 1-1060,6-6 1,1-3-154,5-8 0,6-5-396,3-7 1,2-5-365,2-8 0,4 2-231,0-6 0,0-1 510,-4-3 1,-5 4-353,1 0 0,-7 1 222,-2-1 1,-1 4 272,-7 9 1,-6-2-119,-11 5 0,0 2 295,-8 7 0,-4 2-167,-4 6 0,0 3 547,4 5 0,1 2-95,-1 11 1,0-1-187,0 5 0,6-2-1025,2-2 0,3 1 440,2-5 1,5 3-1106,3-3 0,3 5 668,1-1 1,9-3 96,4-2 0,7-4 685,1-3 0,2-4 0,2-5 0,0 0 70,0 0 1,4 0-98,0 0 0,4 0 1357,-4 0 0,1 0-725,-1 0 1,3 0 895,5 0 1,0 0-750,0 0 0,2 0-671,2 0 0,-1-1 28,6-3 1,-1-7-343,5-6 0,-5-6-383,1-2 0,-6-1-283,1-7 0,-4 0-648,-3-5 1,-10 5 102,-7 0 937,-3 0 1,-7-4 514,-3 0 0,-10 4 0,-6 0 80,-7-2 1,-5 3 234,-1-1 1,2 9 181,2 3 0,3 9 0,6 13 325,-1 3-579,1 8 1,0 9-1,-1 9 892,1 8 1,-1 0-557,1 8 1,0 5 187,-1 7 1,5 2-535,0 2 0,-1 7-50,3-32 0,0 1 0,0 4 0,1 1-528,1 4 0,0 1 0,-1 3 1,0 0-77,3 1 0,0-1 1,-1 3-1,0 0 179,1-2 0,0-1 0,-1-1 0,-1-1 143,-2-4 0,0-3 0,0-3 0,1-2-1190,-3 17 0,-8-6 517,4-11 0,-9-2 764,1-6 0,-2 0 0,-7-9 0,-6 4 0</inkml:trace>
  <inkml:trace contextRef="#ctx0" brushRef="#br0">2109 5631 7807,'-12'0'622,"5"0"1,15-4 224,17-1-570,11-4 0,26 6 0,-27-1 0,1 0-1237,5-1 0,2 0 1092,8 2 1,2 1-1,3-2 1,2 2-1,5 2 1,1 0 259,0 0 0,0 0-320,0 0 0,0 0 0,-3 0 0,0 0-25,-3 0 1,-1 0-1,-3 0 1,-3 1 6,-5 1 0,-1 1 0,-1-2 0,0 0 56,0 3 1,-1 1-1,2-4 1,1 0-46,0 2 0,-1-2 0,1 0 0,0 0-22,0-1 0,-1 0 0,0 0 0,0 0-82,2 0 1,1 0-1,1-2 1,1-2-19,2 1 0,0-2 1,-2 0-1,0-1-17,0 0 1,0 0 0,-2-3 0,0 0 0,4-1 0,1-1-751,0-1 1,-1 1-1,-7 0 1,-1 1 118,0 0 0,-1-1 705,-6 1 0,-1 0 0,0-1 0,-2 1 0,28-11 0,-5-1 0,-5-1 0</inkml:trace>
  <inkml:trace contextRef="#ctx0" brushRef="#br0">5781 4738 7761,'12'7'4157,"-3"-2"-3222,-1-5 0,-4 0-1442,4 0 0,1 1 68,3 4 1,0-3-324,1 7 1,-5-5-132,0 4 1,-5 0 892,1 5 0,-2 5 0,-2 1 0</inkml:trace>
  <inkml:trace contextRef="#ctx0" brushRef="#br0">5880 5135 7748,'-4'12'6973,"0"0"-6635,-6 1 1,9-1-112,-3 1 0,2-1 104,2 0 0,0 1-86,0-1 0,2 1-3288,2-1 3043,3 6 0,0 1 0,-2 6 0</inkml:trace>
  <inkml:trace contextRef="#ctx0" brushRef="#br0">13026 7603 24575,'0'0'0</inkml:trace>
  <inkml:trace contextRef="#ctx0" brushRef="#br0">7890 4266 7686,'7'-19'-317,"-2"-4"264,-5 2 1,4-1 765,0 1 1,1-1-82,-5 6 1,0-1 60,0 5 1,-6 1-342,-2 2 1,-5 4-158,-3 5 0,-8 0-52,-4 0 1,-7 11 51,2 6 0,-1 6-27,0 6 0,-1 3 39,2 5 1,4 0-215,4 0 1,7-1-9,10-3 1,1 2-88,3-6 0,4-5 48,0-3 1,6-6 125,11 2 1,4-4-152,8 0 1,1-1 69,3 1 1,1 0-50,-5 4 1,4-2 27,-4 6 0,0-1 129,-4 5 1,-6-3-81,-2 3 0,-5-3 1,-3 7 0,-4-1 56,-5 1 0,-7-3-50,-5 3 0,-2-3-15,-7-1 0,5-6 23,-5-2 1,6-4-351,-1 0 0,2-6 146,1-3 0,5-3-439,0-1 1,4-1-85,-5-3 0,7-9-290,-2-7 1,2-4 55,2-1 1,2-5 926,2-3 0,8-3 0,7-1 0</inkml:trace>
  <inkml:trace contextRef="#ctx0" brushRef="#br0">8113 4576 7686,'19'0'633,"-2"0"1,-5 2-171,-3 2 1,-2 3 561,-3 5 0,-3 2-479,3 3 1,-8 2 283,-4 6 1,-3-1-350,-2 1 0,2 0-1,3 0 0,-2-2-395,6-2 1,0-3-500,4-6 1,1-5-349,4-3 1,3-4 580,8-4 1,4-8-980,5-9 1,-1-4 453,1-4 0,0 3 135,0-3 1,-2-1 233,-2 1 1,-3 4 269,-6 5 0,-1 9 281,-2-2-56,-4 9 0,-5 8 719,0 9 1,-4 11-484,0 1 1,-6 7 636,2-3 0,1 1-419,-1-1 0,5-3-146,-1 3 1,-2-4-163,2-4 0,0 1-633,4-6 1,4-3-249,0-5 1,6-5-608,-2 1 0,7-4-2222,2-4 3406,5-9 0,-3-6 0,6-6 0</inkml:trace>
  <inkml:trace contextRef="#ctx0" brushRef="#br0">8758 4576 7686,'-1'14'0,"-3"3"0,1-2 918,-5 6 1,4 1-365,-5 7 1,5 4 1232,-4 8 0,4 4-899,-5 9 1,5 8-656,0-27 1,0 1-1,1 3 1,-1 1-20,0 4 0,0-1 1,-2-1-1,1-1-192,1 2 0,0 1 1,-2-3-1,1 0-530,-2 1 0,1-1 0,2-3 0,0 0 279,-1-2 0,2-2 0,0 19-1007,-1-8 1,2-12-252,2-12 424,0-3 0,0-14 498,0-8 0,0-10-396,0-15 0,0-4 145,0-8 816,0-4 0,0-4 0,0-1 0</inkml:trace>
  <inkml:trace contextRef="#ctx0" brushRef="#br0">8721 4713 7700,'12'-6'0,"1"-1"698,-1-5 0,2 1-221,3 3 0,0-3 199,4 3 1,-2 2-256,-2 2 1,-3 2 36,2 2 1,-2 7-139,-2 6 1,-5 6-242,-3 10 1,-2 7-22,-2 5 0,-7 10-90,-5-1 1,-8 9-536,-9 3 0,14-29 0,-1 0 459,-3 2 0,0 0 1,-12 27-667,2-8 1,4-10-305,4-6-60,3-12 1,13-22 151,5-17 986,5-10 0,13-14 0,2 0 0</inkml:trace>
  <inkml:trace contextRef="#ctx0" brushRef="#br0">9155 4688 7686,'7'6'618,"-1"-4"147,-6 7 0,4 4-292,0 8 0,0 5 782,-4 7 0,-1 11-619,-4 14 0,-1 11-365,0-30 1,-1 1-1,0 1 1,0 0-312,-1 6 1,0 2 0,-1-1 0,-1 1 3,-3 1 1,1 0 0,1-4 0,1 0 53,0-4 0,-1-1 0,4-5 0,-1-1-445,0 1 1,0-1-1,-1 31-553,5-8 1,3-12 205,1-17-265,5-13 0,2-8 419,6-16 1,-1-6-532,1-11 1,-5-5 1150,0-3 0,0-3 0,5-2 0</inkml:trace>
  <inkml:trace contextRef="#ctx0" brushRef="#br0">9205 4800 7686,'4'-9'0,"0"1"0,6 5 0,-2-1 0,3 2 1449,1-3 0,1 4-494,-1-3 0,1 8-211,-1 4 0,-1 5 29,-3 3 0,2 4-325,-6 4 1,0 1-684,-4 0 0,0 1 196,0 3 1,-1-1-949,-3 5 1,-5-4 684,-7 4 0,1 0 264,-6 4 0,6-7-581,-2-5-52,9-6 0,4-19-40,8-8 0,4-11 304,9-14 0,6-2 407,6-10 0,11-1 0,-1-3 0</inkml:trace>
  <inkml:trace contextRef="#ctx0" brushRef="#br0">9515 4911 7686,'21'9'388,"-1"-1"0,-9 0 196,2 5 0,-5-1 170,0 0 1,-1 2 70,-3 3 0,-2-4-351,2 4 0,-3-3 344,-1-2-562,6-5 1,1-1-488,5-6 1,2-3 237,2-5 0,2-2-806,3-11 0,2 1-388,-2-5 1,-3 1 622,-2 4 1,-3-2 145,-5 5 0,2-4 70,-6 5 1,-5 3 678,-8 5 0,-3 5-251,-5-1 1,-6 3 934,-6 1 0,-4 10-548,4 2 1,-4 9 497,4-1 0,0-2-667,4-1 0,6 1 141,2-2-1618,4 1 1021,6-5 1,12-6-362,12-6 1,10-10 257,6-7 0,5-5-1219,3 2 1,-1-2 560,5 1 0,1 0 471,3 9 1,-4-2 509,-4 10 1,-5 7-136,-7 9 0,-3 7 1169,-14 10 0,2 3-703,-10 5 0,0-4 1165,-4 0 1,0-6-688,0-3 1,2-6-215,2-9 1,8-4-257,9-5 1,2-5-280,2-4 1,1-9-109,3-6 1,-1-1-203,5-4 1,-3-1-389,-1 1 1,0 0 412,-8 4 1,-3 6-976,-2 2 376,-2-2 510,-7 11 0,-7-3-22,-8 11 0,-9 1 476,-3 3 0,-4 7 454,-1 6 1,-1 3-388,-3-3 1,7 5 73,-3-1 0,9 1-109,-1-2 0,3 4-88,2-4 0,5-2 18,3-1 0,4-3-315,4-2 1,9-5-39,7-3 0,5-3-29,4-1 1,-3 0-934,3 0 0,3-5 524,1-3 1,3-3 626,1-2 0,0 1 0,0-1 0</inkml:trace>
  <inkml:trace contextRef="#ctx0" brushRef="#br0">12095 4242 7686,'2'12'0,"2"0"0,-1-1 1235,5-2 1,7 2 241,10-3 0,12-2-814,13-2 0,6-3-520,10-1 0,0-1-328,-28-1 1,-1 0 0,29-10 96,-30 5 0,-2-2 0,24-12 132,-8 5 0,-6-1-1127,-7 5 1,-11 1-1333,-5 3 2415,-11 2 0,-16 6 0,-8 0 0</inkml:trace>
  <inkml:trace contextRef="#ctx0" brushRef="#br0">12480 4378 7686,'-11'30'1043,"3"3"0,-2 3-444,6 1 0,0 2 653,4 2 1,0 1-596,0 7 1,4-7-540,0 3 1,0-1 46,-4-2 0,0-1-1290,0-4 0,0-2 363,0-6 0,0-2-61,0-10 1,0-1-1990,0-3 2812,0-7 0,0-6 0,0-6 0</inkml:trace>
  <inkml:trace contextRef="#ctx0" brushRef="#br0">12319 4837 8296,'8'-7'1286,"0"3"0,6 3-672,7 1 1,3 0 127,5 0 0,4 0-273,9 0 1,0-2-225,4-2 1,-3 3-660,-6-4 0,-1 4-759,-3 1 1,-3 0 52,-5 0 1,-10 1 679,-2 4 0,-9 2-1220,0 5 1660,-8 6 0,-9-4 0,-6 4 0</inkml:trace>
  <inkml:trace contextRef="#ctx0" brushRef="#br0">12542 5048 7686,'-7'1'-1708,"3"3"2273,2-2 0,4 3-112,2-5 1,10-5-404,11-4 0,5-2 31,7-1 0,6 0-714,2-1 0,8-3 633,0-1 0,12-5 0,-1 3 0</inkml:trace>
  <inkml:trace contextRef="#ctx0" brushRef="#br0">14254 4539 7686,'5'-7'2078,"-2"5"-1702,5 10 1,-5 7 155,1 14 1,2 4 264,-2 8 0,-1 1-427,-8 7 0,3-2-115,-7 7 1,0-4-713,-8-5 1,8-8 259,-4-8-2119,4-3 1790,2-12 1,1-6 525,6-16 0,0-11 0,0-13 0</inkml:trace>
  <inkml:trace contextRef="#ctx0" brushRef="#br0">14192 4415 7686,'9'-8'1515,"4"0"0,-2 4-721,10-5 1,-1 2-325,5-1 1,8-2-933,0 6 1,7-4 338,-3 4 0,2 0-2595,6 4 2462,6 0 1,0-6-1,5-1 1</inkml:trace>
  <inkml:trace contextRef="#ctx0" brushRef="#br0">14886 4514 7686,'-5'13'0,"-2"-1"680,-5 1 1,-1-1-318,1 0 0,-2-2 963,-2 3 1,0-4-592,-4 8 0,5 1-336,-2-2 1,5 5-425,3-5 1,4 6 68,5-1 0,3-2-40,5 2 1,6-6 88,10 2 0,3-3-367,2-2 0,-3 0 170,3 1 0,-3-5-133,-1 0 1,-6-4 49,-2 5 0,-4-2 122,0 1 1,-6 3-214,-3-3 1,-3-1 85,-1 1 0,-10 1-139,-2 3 1,-9 0 100,1 1 1,0-2-613,0-3 1,-1 3 316,-4-3 1,0-2 524,1-2 0,-7 3 0,0 0 0</inkml:trace>
  <inkml:trace contextRef="#ctx0" brushRef="#br0">16127 4688 7686,'0'-12'175,"0"-1"-175,0 1 0,-6-1 712,-2 1 1,1 5-235,-1 3 1,0 3 129,-5 1 0,1 9-123,0 4 0,-1 9-156,1 3 0,-1 4 94,1 4 0,-5 2-106,1-2 0,3-2-272,5-2 1,5-3 175,-1-1-381,3-6 1,6-7 189,4-7 1,7-11-513,5-6 0,4-8-344,4-9 1,-3 2 423,3-6 1,-2 1 32,2-1 1,-8 3 39,0 5 1,-2 7 205,-3 6 0,-3 5-85,-5 7 1,-5 8 390,1 8 0,-3 9-198,-1 13 1,0 0 619,0 3 1,0-3-339,0-1 1,0-3-160,0-9 0,0 1-816,0-9 0,6-6 393,2-7 1,9-11-360,3-9 0,4-7 284,1-14 1,0-1 389,-1-8 0,1-8 0,0 4 0</inkml:trace>
  <inkml:trace contextRef="#ctx0" brushRef="#br0">16598 4080 7686,'7'-24'0,"-3"-1"0,-1 7 1349,1 5-683,-2 7 0,3 8 97,-5 7 0,0 4 295,0 12 0,-4 7-478,0 5 0,-6 7 56,2 10 1,-3-2-489,-1 6 1,3 0-586,1 4 1,4-27 0,0 0 328,-2 0 0,-1 1 0,2 1 0,-1 0-674,-2 29 0,3-1-212,5-7 0,0-4-2221,0-9 3215,5-13 0,-1-2 0,6-13 0,0-8 0,-2-5 0</inkml:trace>
  <inkml:trace contextRef="#ctx0" brushRef="#br0">17119 4638 7686,'-26'7'1461,"-3"6"1,2-1-366,-6 5 0,0 2-497,-5 2 1,1 3 906,0 5 0,-3 2-752,3 2 0,8-3-907,12-5 1,9-6-24,4-2 1,4-9-152,4-4 1,10-4-126,11-4 0,5-4 376,7-9 1,4-2-673,1-6 0,-1 2 277,-4 2 0,-1 4-312,-3 9 1,2-1 331,-6 4 1,-2 7 401,-6 6 0,0 10-52,-9 7 0,2 6 84,-10 11 0,0 6 66,-4 6 1,-4 1 110,0-1 1,-6-3 335,2 2 1,-3-2-175,-2-1 1,-4 1 713,-4 3 0,-3-9-409,0 1 0,-1-8-231,0-5 1,0-4-315,0-8 0,2-9-271,2-8 1,-1-5-29,6-7 1,-1-7 233,5-14 0,3-4-989,1-9 0,5-2 436,-1-5 1,3-5-722,1 0 0,5 0 593,4 5 1,6 5-256,1 2 0,6 4 281,-1 1 0,7 5 638,1 3 0,4 3 0,-2 1 0,2 0 0,2 0 0,-2 1 0</inkml:trace>
  <inkml:trace contextRef="#ctx0" brushRef="#br0">18385 4713 7686,'-20'5'606,"4"4"0,8 7-303,4 5 1,2 4 310,2 4 1,7 1 112,5 3 0,2-3 326,7-5 0,0-6-729,3-2 0,3-9-129,2-4 0,2-5-658,6-7 1,6-12 385,3-13 1,5-12-1200,-2-5 1,2 2 890,-9 3 0,-7 0-140,-6 0 0,-4 0 53,-4 7 0,-9 8-91,-8 9 1,-10 6 252,-11-1 1,-4 3 113,-12 5 1,-4 4 725,-4 8 1,-1 6-425,5 10 1,0 6 1028,0 12 1,5 4-641,3 4 0,7 3 420,1 5 0,6-1-412,-1 4 1,7 0-187,5 1 0,4-4-983,4-9 1,5-8 795,7-8 0,5-14-1003,8-6 0,4-12 471,8-5 1,-1-14-1432,6-7 0,-2-7 1833,1-6 0,3 2 0,-2-5 0,2-2 0,2-1 0</inkml:trace>
  <inkml:trace contextRef="#ctx0" brushRef="#br0">19092 4663 7686,'0'20'1265,"0"2"-980,0-6 0,1 8 935,3 0 0,2 1-232,2 4 0,3 1 65,-3-1 0,9 2-762,4-2 1,-2-5-97,2 1 0,3-5-1395,5-8 1,6-4 773,-2 0 1,-1-6-1528,1-2 1,0-11 1036,4-10 0,0-5 916,0-7 0,1-6 0,-1-10 0</inkml:trace>
  <inkml:trace contextRef="#ctx0" brushRef="#br0">19663 4366 7686,'-12'12'1036,"-1"2"-777,-12 2 1,-1 6 635,-3 11 0,-3 7-362,-5 14 0,16-23 0,-1 0-290,-1 4 1,1 0 0,-2 3 0,1 0 64,0 0 1,0-1-1,4-3 1,1-1 56,-11 25 0,4-11-626,5-2 1,3-7 86,9-9-1706,2-6 1,13-16 1104,6-3 0,5-14-1664,6-6 2439,1-17 0,0-6 0,0-10 0</inkml:trace>
  <inkml:trace contextRef="#ctx0" brushRef="#br0">20109 4180 7686,'-1'30'186,"-3"3"0,-3 4 130,-6 5 1,0 7 1164,-4 9 0,-2 5-1511,7-28 0,-1 1 1,0-1-1,1 0 510,-1 4 0,1 1 0,2-1 0,1 0-148,0-1 0,1-2 1,-4 32-317,4-10 1,1-3 71,3-1 1,2-3-863,-2-14 0,4-8 444,4-13 1,-1-7 373,5-5 1,-4-6-1956,5-6 0,-5-6-214,4-10 2125,-5-1 0,-3-6 0,-7 0 0</inkml:trace>
  <inkml:trace contextRef="#ctx0" brushRef="#br0">19638 4676 7686,'-20'0'1436,"4"0"1,6 0 139,2 0-983,5 0 0,-1 4-237,8 0 0,9 4 412,7-4 0,11 0-297,6-4 1,10 0-166,6 0 0,7-5-755,-2-3 0,4-2-344,4 2 0,-4-3-1807,0 3 1,-7 2 2599,-10 2 0,-2-3 0,-6 0 0</inkml:trace>
  <inkml:trace contextRef="#ctx0" brushRef="#br0">21263 4812 7654,'0'-7'944,"-6"2"0,-1 6-462,-5 3 0,0 10 221,-1 11 0,1 9-248,-1 8 0,2 9-78,3-2 1,3-2-141,5-6 1,2-5-308,7-7 1,4-7 90,12-14 0,6-9-306,2-11 0,7-8-64,1-9 1,3-6-398,-7-7 0,0-3 288,-12 3 0,1 1 157,-9 4 1,-6 5 289,-7 3 0,-5 9-86,-7 3 0,-12 5 121,-13 3 0,-3 4-15,-1 5 0,0 0 386,0 0 0,-1 7-177,1 5 0,6 2-45,2 7 1,8-6-1035,4 1 1,9 4 433,4 0 0,4-2-1107,4-1 1534,8-3 0,8-2 0,5 0 0</inkml:trace>
  <inkml:trace contextRef="#ctx0" brushRef="#br0">21561 4911 7654,'17'6'0,"-1"-1"1138,4 4 1,2 0-493,7-5 0,-1 5 617,5-5 1,1 0-600,8-4 0,-2-6-657,5-2 0,1-4 36,3-5 0,2-2-575,3-6 0,-2-5-1346,6-3 0,-8-3 538,-5-1 1142,-7 5 1,-19-4-1,-1 4 1</inkml:trace>
  <inkml:trace contextRef="#ctx0" brushRef="#br0">22106 4328 7654,'-27'9'258,"2"-1"1,-1 0 407,9 5 0,2 0 181,7 4 0,-2 6-366,6 6 0,3 10 356,9-2 1,2 14-329,10 3 1,-3 11-553,-7-31 0,0 2 0,0 2 0,0 1 158,0 0 1,0 1 0,0 1 0,-3 2-183,-2-2 0,-2 0 0,1 3 0,-2 1 40,-1-2 0,-2 0 0,-2 0 0,-1-2-22,-2-3 0,-1-1 1,-9 28-216,-5-3 0,-2-10 178,2-2 0,-2-8 177,-2-9 1,0-8-143,0-8 1,0-9-324,1-4 0,4-5 167,4-8 0,2-6-842,2-14 0,1-4 61,2-8 0,4-3-276,5-6 0,0-9 1264,0-3 0,0-4 0,0 0 0,0-3 0</inkml:trace>
  <inkml:trace contextRef="#ctx0" brushRef="#br0">22962 4341 7654,'14'4'383,"3"0"0,-2 4 1098,6-4 0,1 1-710,7-5 1,8 0 232,8 0 1,8 0-481,0 0 0,9-6-481,-4-2 1,7-5 191,-3-3 1,-5 1-996,0-6 0,-10 5 535,-5-5 1,-5 6-1183,-4-2 1,-8 3-1997,-9 2 2242,-7 0 0,-7-1 1161,-10 1 0,-6 4 0,-10-1 0,-7 1 0,-2-4 0,-1 3 220,1 1 1,-2 5-565,6-1 1,0 8 343,4 5 0,5 7 625,-1 5 0,2 4 302,-2 4 0,3 4 607,6 8 0,-1 3 104,1 6 1,4 5-1187,-1 3 0,3 8 43,2-31 0,-1 0 1,0 4-1,-1 1-231,2 1 1,0 0 0,-1-3-1,-1 0-94,0 0 0,0-2 0,-8 29 34,-3-3 0,2-1-647,-6-7 0,6-6 2,-1-7 1,2-2-320,1-2 0,2-5-2451,3-3 1381,3-9 153,5-7 0,7-13 908,5-9 769,0-7 0,12-9 0,-5-7 0</inkml:trace>
  <inkml:trace contextRef="#ctx0" brushRef="#br0">23446 4961 7703,'13'0'3297,"0"0"-2400,4 0 0,2-1-154,6-4 0,9 3-228,4-7 0,9 1-159,2-4 0,8-1-875,9 1 1,-1-2 539,-30 6 0,0 0 0,0 3 1,0 0-1188,2-2 0,1 2 1,0 2-1,1 1 1166,-2 0 0,0 0 0,0 1 0,-2 1 0,27 0 0</inkml:trace>
  <inkml:trace contextRef="#ctx0" brushRef="#br0">25096 5135 12883,'0'-13'-580,"0"1"1,4 3-135,0 1 714,0-6 0,-15-5 0,-2-6 0</inkml:trace>
  <inkml:trace contextRef="#ctx0" brushRef="#br0">26299 4031 7681,'7'-17'-823,"-3"1"1797,3 5 0,-5 7 76,2 8 1,-3 9-551,-1 12 1,0 7 240,0 9 1,0 5-285,0 8 0,0 2-390,0 6 0,0 1 180,0 4 0,0-3-412,0 7 1,-1-12 173,-3-1 0,2-9-151,-2-7 0,3-6 28,1-12 0,1-10-212,3-6 1,5-5-168,7-3 1,-1-11 198,6-5 1,-5-6-146,5-3 1,-2-6 403,2-2 1,3-4-306,-4-4 0,-2 2 128,-1-2 0,-4-2-87,0 2 1,-1-1 54,1 5 0,-5 6 166,0 2 1,-4 9 281,5 8 0,-5 11-176,4 9 0,-4 15 601,4 10 0,-5 6-343,1 10 0,-2-2 275,-2 7 0,0-3-153,0-1 0,-4-2-38,-1-3 1,-3-2-78,4-6 1,0-6 144,4-7-73,0-10 1,7-11-106,5-11 0,5-7-215,3-14 0,8-3 124,-3-5 0,8-10 26,0-3 0,-1-3-319,1-1 1,0 1 269,4-4 0,-19 26 0,0 0-49,-1-2 0,-1-1 1,1 2-1,0 0 98,12-26 0,3 8 145,-7 9-340,2 8 0,-7-2 0,5 9 0,-1 7 0,1 6 0</inkml:trace>
  <inkml:trace contextRef="#ctx0" brushRef="#br0">27354 4217 11569,'12'0'2477,"8"4"-1517,4 0 0,14 0-1227,11-4 1,2 0 182,7 0 0,4-1-1744,4-3 0,-1-3 1169,-7-6 0,-6 0-457,-10-4 1,-8 3 1138,-13-2 1,-3 2-1,-6 2 1</inkml:trace>
  <inkml:trace contextRef="#ctx0" brushRef="#br0">27738 4204 7681,'-12'25'362,"0"0"0,-1 1-26,1 3 1,-5 4 25,1 9 1,-2 2 209,1 5 0,-1 5 123,-2 0 1,-4 5-110,4-1 0,2-4-213,1-5 1,7-5-1016,2-6 1,5-7 526,-1-2 0,8-8-803,5-5 1,4-7 556,8-5-1,3-14-2178,13-6 2540,-3-12 0,3 2 0,-6-4 0</inkml:trace>
  <inkml:trace contextRef="#ctx0" brushRef="#br0">28483 4080 8710,'-9'-7'2151,"1"3"0,0 4-1626,-4 4 1,-6 5 618,-3 7 0,-7 5-549,-1 8 1,-4 3-99,4 5 1,-4 0-123,4 0 0,2 0-859,6 1 1,9-1 44,8 0 0,2-5-157,2-3 0,7-3 155,5-1 0,6-1 120,7 1 0,-1 0-64,-4 0 1,4 0 49,-4-1 1,0 0 334,0-3 1,-6 1-82,-1-6 1,-2 5 254,-7-5 1,0 1-165,-4-5 0,-1 1-112,-4-1 1,-6 5-119,-5-1 1,-10-3 123,1-5 0,-8-4-331,0 4 1,-5-5 117,-3 1 1,2-2-349,-2-2 1,-3 0 217,-1 0 0,-2-7 439,1-6 0,-8-5 0,3-6 0</inkml:trace>
  <inkml:trace contextRef="#ctx0" brushRef="#br0">29785 4254 9180,'2'-7'1128,"2"3"0,4 3-366,9 1 1,6 0 2,6 0 0,5 1-321,0 3 0,6-1-367,1 5 0,6-5 71,-2 1 0,3-3-296,2-1 1,-4 0 183,-1 0 1,-1-5-983,2-3 1,-5-8 523,-8 0 0,-8-1-1471,-9 5 1,-7 0-295,-5-1 2187,-3 6 0,-17-4 0,-5 4 0</inkml:trace>
  <inkml:trace contextRef="#ctx0" brushRef="#br0">30046 4266 7693,'-7'18'922,"1"-3"-557,6 6 1,0-4-62,0 3 0,0 1 148,0 4 1,0 0 333,0-1 0,0 8-316,0 5 0,0 1-155,0 3 0,-5 3-412,-3 1 0,-3 0 122,-2 0 0,1-1-423,-1 2 1,1-8 321,0-5 0,1-5-550,2 1-195,4-9-619,5-2 179,5-11 1,2-1 183,6-6 1077,-7-6 0,5-6 0,-4-7 0</inkml:trace>
  <inkml:trace contextRef="#ctx0" brushRef="#br0">29959 4837 7693,'1'-11'1025,"3"3"1,3-2 692,6 6 1,6-6-773,6 2 1,7 1-258,9-1 0,7 0-375,6-5 0,4 1-431,-4-1 0,-2 5-517,-7 0 1,1 4 494,-9-5 0,-8 7-1227,-12-3 1,-9 10 682,-4 3 1,-3 3-1131,-1 1 1,-6 5 275,-7-1 1537,-5 1 0,-12 1 0,-2 1 0</inkml:trace>
  <inkml:trace contextRef="#ctx0" brushRef="#br0">29971 5122 7693,'-16'2'1745,"-1"2"62,1-3-1302,9 5 1,8-6 258,12 0 0,6-2-307,10-2 1,4-1-89,8-4 1,3-2-126,6 3 1,-4-3-1483,-1-1 0,-4 5-31,5 3 1,-1 2 1268,5 2 0,0 0 0,-1 0 0</inkml:trace>
  <inkml:trace contextRef="#ctx0" brushRef="#br0">31026 4539 7693,'7'-5'0,"-3"-4"0,3 0 807,1 1 1,9-3-178,3 2 0,8 0-107,1 0 0,11-2 53,1 3 1,5 3-185,-1 0 1,2 3-625,-6-2 1,-5 2 195,-7-2 1,-7 3-879,-1 1 0,-6 1 612,1 3 0,-7-1-2207,-5 5 2509,-14-5 0,-4 8 0,-10-4 0</inkml:trace>
  <inkml:trace contextRef="#ctx0" brushRef="#br0">31113 4763 8081,'-7'5'875,"-3"-2"-234,6 5 1,0-4-217,4 4 0,7-5 393,5 1 0,7-2-321,10-2 1,9-6-620,7-2 1,5-4 122,3-5 1,3-2-1750,2-6 0,4 0 1748,0 0 0,-6 0 0,5 1 0</inkml:trace>
  <inkml:trace contextRef="#ctx0" brushRef="#br0">31733 4266 7722,'-18'0'0,"8"0"2290,-2 0-1643,8 0 0,4 0 457,8 0 1,10 0-388,7 0 0,5 0-100,7 0 0,7 0-516,6 0 0,4 0-4,4 0 1,4 0-1472,0 0 0,0 0 1023,4 0 0,-4 0-578,-4 0 0,-10 0 286,-11 0 0,-15-4 643,-9 0 0,-9 0 0,1 4 0</inkml:trace>
  <inkml:trace contextRef="#ctx0" brushRef="#br0">32055 4316 7722,'-12'14'528,"0"2"1,3 4 620,1 4 0,1 5-530,-1 0 0,2 10 632,6-2 0,-4 13-575,0-1 1,0 9-486,4 0 1,-4-3 129,0-1 1,0-4-267,4-5 0,-4 0-189,-1-7 1,1 0-332,4-9 0,0-4-881,0-4 0,2-6 661,2 1 0,-1-7-3064,5-5 2811,-5-3 0,2-2 1037,-5-3 0,6-9 0,0-6 0</inkml:trace>
  <inkml:trace contextRef="#ctx0" brushRef="#br0">31894 4862 11519,'18'-7'3321,"1"1"-2498,6 6 1,7 0-509,5 0 1,2 0-105,6 0 1,1-4-764,3 0 1,5 0 425,0 4 0,-5 0-1559,-3 0 0,-7 0 292,-2 0 1,-6 1 1392,-6 3 0,0 3 0,0 6 0</inkml:trace>
  <inkml:trace contextRef="#ctx0" brushRef="#br0">32651 5469 7722,'-19'6'0,"1"1"0,5 5 0,1 1 0</inkml:trace>
  <inkml:trace contextRef="#ctx0" brushRef="#br0">3957 6772 7789,'-31'-13'66,"0"2"212,6 3 1,6-3-92,3 3 0,3 1 1451,5-1-1145,2 5 0,8-3 127,2 6 1,10 0-215,11 0 1,5 0 135,7 0 0,6 4-168,2 1 0,5-1-339,4-4 0,-2 0-599,6 0 0,-2 0 414,2 0 0,-2-4-374,-7-1 0,1 0 280,-1 1 1,-10 2-1308,-6-2 0,-7 3 35,-5 1 1516,-3 0 0,-11 4 0,-3 0 0</inkml:trace>
  <inkml:trace contextRef="#ctx0" brushRef="#br0">4429 6747 7722,'-20'7'0,"-2"4"298,6-3 0,-1 3 484,5 1 0,4 6 196,-1 3 1,7 8-457,-3 4 0,4 4-92,1 5 0,-1 2-129,-3 5 0,2 2-418,-2 3 0,3-3 288,1 3 0,0 0-571,0-5 0,1-3-56,3-13 1,3 1-351,5-5 0,1-1-495,-1-8 1,2-3 585,3-9 0,-2-2-367,5-6 1082,1-6 0,4-6 0,0-8 0</inkml:trace>
  <inkml:trace contextRef="#ctx0" brushRef="#br0">4950 7231 7722,'-4'-13'737,"-1"1"0,-8 1-41,0 2 0,-3 4-224,-1 5 0,-3 1 127,-9 3 1,2 9-202,-2 8 1,3 3 2,1 5 0,5-3-419,-1 3 0,10 2 99,-1-2 0,8 0-605,-1-5 0,4-4 380,1-4 0,6-7-397,2-5 1,7-3 239,2-1 1,5-7-335,-2-5 1,0-6 160,0-7 0,1 0 77,4 0 0,-6 5 304,-2-1 0,-2 7-71,1 2 1,-2 1 346,3 7 1,-4-5-145,0 5 0,-5 6 698,0 6 1,-5 4-369,1 5 1,-2 2 472,-2 6 0,0-4-284,0-1 1,0-3-189,0 4 1,0-10-288,0 1 235,0-8-913,0 2 1,4-8 386,0-2 0,5-3-1111,0-5 0,2-1 565,1 1 0,5-2-969,-1-2 1723,1 2 0,1-10 0,1 5 0</inkml:trace>
  <inkml:trace contextRef="#ctx0" brushRef="#br0">5409 6598 8525,'0'-7'2176,"0"2"1,0 7-1696,0 7 1,0 6-141,0 14 0,0 4 51,0 8 1,0 13-223,0 8 0,-2-25 0,0 0-430,0 0 1,-1 1-1,-1 3 1,0 0 125,2 1 0,0-1 0,0 1 0,0-1-200,2-2 0,0 0 0,0-2 0,0-2-954,0 23 1,1-10 605,3-11 0,3-12-193,6-12 1,5-8 65,2-9 809,4-8 0,-5-13 0,-1-7 0</inkml:trace>
  <inkml:trace contextRef="#ctx0" brushRef="#br0">5768 7094 7722,'-13'6'1389,"-4"2"1,2 3-1179,-6 1 1,1 6-132,-5 3 0,1-2 1331,4 2 1,-2 0-625,5 3 1,2 0-433,7-4 1,-2-2-1878,6-5 0,0-1 868,4 1 0,5-2-486,4-3 0,2-3 566,1-5 1,0-1 17,1-3 0,-2-3 177,-3-5 1,3-1 272,-3 1 0,3 1 135,2 2 0,-5 0 234,0 5 0,1 0 160,3 4 0,0 0-259,1 0 0,-1 1 336,1 3 1,0-1-197,4 5 0,-2 2-10,6 6 1,-6-2-108,2 3 1,2-8 148,2 0 0,-2-7-169,-15-1-134</inkml:trace>
  <inkml:trace contextRef="#ctx0" brushRef="#br0">6091 7355 7812,'12'4'357,"1"0"0,-1 0-91,1-4 1,3 0 142,1 0 0,1 0-24,-2 0 0,-1-7-147,6-5 1,-2-2-83,2-7 0,2-1 25,-2-7 1,1 2-167,-1-6 1,-3 5 76,-6-1 1,-5 4-61,-3 5 0,-4 3 66,-4 9 1,-7 2-142,-6 6 1,-9 0 9,1 0 0,-6 6 93,2 2 0,-1 5-38,1 3 0,2-1 58,-2 6 0,5 1-1,3 7 0,-1-2-11,5 7 0,2 0 5,7 7 0,-2-1-10,6 6 1,1-6 54,8 1 0,6-4-70,5-4 0,10-4-93,-1-8 1,10-5-222,2-7 0,5-4-1565,8-5 0,4-12 1831,0-9 0,-1-8 0,-3-8 0</inkml:trace>
  <inkml:trace contextRef="#ctx0" brushRef="#br0">8336 6834 7812,'0'-7'1441,"0"1"0,2 8-446,2 2 0,-1 5-467,5 12 1,-1 7-62,1 13 1,-2 4-99,-6 9 1,-3 8-566,-1-27 1,0 1 0,-3 0 0,-2 1 299,-4 0 0,-3 0 0,1 0 0,-3-1-150,-2 0 1,-1-2 0,2-1 0,-1-1-119,-21 22 1,4-9-91,4-16 1,4-11-464,8-14 1,1-5 332,7-7 0,-2-10-728,7-11 0,2-4 452,2 4 1,3-10 555,1 2 0,0-3-254,0 3 1,1 4 341,3 0 0,-1 6-66,5 3 0,-4 4 189,5 8 1,-1 5 489,4 3 0,1 5-407,-1 8 1,5 0 822,-1 12 0,6-5-422,-1 5 0,4 0 88,4 4 1,-3-1-268,3 1 0,-2 4-503,2 0 0,-1 0-57,5-4 0,-5 0-117,0-1 1,-1-3-869,-3 0 1,1-6 560,0 1 0,-4-6-812,-1-2 0,-3-5 1384,4 1 0,-1-8 0,5-3 0</inkml:trace>
  <inkml:trace contextRef="#ctx0" brushRef="#br0">9391 6921 7812,'-29'-5'0,"0"1"0,6 0 663,-6 4 1,-3 13-196,-1 7 0,-3 10 484,-1 12 1,4 7-849,0 9 0,18-25 0,2 0 468,-2 3 0,1-1 1,-5 31-71,6-4 1,6-7-121,7-9 1,7-8-169,6-5 1,5-12-40,7-5 1,1-7-275,3-9 1,4 0 146,8 0 1,-6-6-963,2-2 1,-3-5 451,3-3 0,-3 1-1302,-1-6 1,-7 6 1763,-1-2 0,-6-2 0,-7 0 0</inkml:trace>
  <inkml:trace contextRef="#ctx0" brushRef="#br0">9143 7342 7812,'-13'7'669,"5"3"950,0-6-435,5 6 0,4-5-560,12 3 1,5-4-246,7-8 0,6 0-138,6-8 0,5 1-327,3-10 1,8 0-13,-4-3 0,8-1-1559,-3 0 0,-5 0 346,-3 0 1110,-6 1 1,-3-1-1,-7 0 1</inkml:trace>
  <inkml:trace contextRef="#ctx0" brushRef="#br0">10086 6908 7812,'17'0'941,"4"0"1,3 0 598,0 0 0,9 0-749,1 0 0,4-5-256,-5-4 1,3-2-145,1-1 1,5-1-397,-1 1 1,4-4-1129,-3-1 0,3-4 756,-3 5 1,-2-5-1543,-7 5 1,-6 3 975,-10 5 0,-8 5 943,-13-1 0,-8-3 0,-7 0 0</inkml:trace>
  <inkml:trace contextRef="#ctx0" brushRef="#br0">10408 6809 7812,'-25'30'0,"2"-2"861,2 5 1,5-3-324,7 7 1,4 1 1115,5 11 0,-4-2-817,0 7 0,-1 1 426,5-1 0,0 1-535,0-1 0,0-9-942,0 0 1,0-5-120,0-2 1,0-3-225,0-1 0,0-6-2686,0-7 1751,0-8-749,0-8 1,0-12 2240,0-5 0,0-12 0,0-7 0</inkml:trace>
  <inkml:trace contextRef="#ctx0" brushRef="#br0">10234 7379 7812,'13'0'5790,"-1"0"-4892,1 0 1,3-1-384,1-3 1,6 1 341,2-5 0,5 0-613,8-5 1,0 1-502,3-1 1,-1 1-476,6 0 1,-10 3 553,1 1-1,-8 5-1776,0-1 0,-13 4 665,-3 4 0,-12 5 1290,-5 7 0,-8 9 0,-13 7 0</inkml:trace>
  <inkml:trace contextRef="#ctx0" brushRef="#br0">10309 7677 7812,'-2'11'0,"-2"-3"1143,3 3 1,2-9-599,12 2 0,6-3 294,10-1 0,4-5-438,8-4 0,5-6-392,8-1 1,-2-5-2001,6 5 0,-6-2 450,2 1 1274,-3 3 0,-1-4 1,-1 6-1</inkml:trace>
  <inkml:trace contextRef="#ctx0" brushRef="#br0">11487 7739 7782,'2'-16'842,"2"-1"1,-3 0-345,3 5 1,3 1-138,2 3 1,-3-2 218,3 6 1,-5 0-189,4 4 1,-5 1-236,1 3 0,-1 3 60,1 6 1,-3-4-476,3 4 0,-2-4-381,-2 8 1,0-2-1788,0 2 2426,0 2 0,0 6 0,0-1 0</inkml:trace>
  <inkml:trace contextRef="#ctx0" brushRef="#br0">12790 7169 7782,'-7'0'877,"-4"0"-672,10 0 0,-3 0 443,8 0 0,4 0-235,8 0 1,11-2 18,10-2 1,6 3-339,6-3 1,1-2 6,-1 2 1,1-6-389,0 2 0,-5 1 324,1-1 1,-8 0-1083,-1-5 1,-5 5 527,-7 0 0,-6-1 517,-2-3 0,-9-6 0,-2-1 0</inkml:trace>
  <inkml:trace contextRef="#ctx0" brushRef="#br0">13162 6635 7782,'-12'0'0,"-1"0"0,5 2 87,0 2 1,4 3-93,-5 5 0,7 11 1017,-3 6 0,4 14-172,1 11 0,4 5-625,-2-22 0,0 1 0,1 0 1,0 1-331,-1 4 0,0 1 0,-1 0 0,-1 0 206,3 1 1,-1 1 0,-3-5-1,-1-1-284,0 0 0,0-1 0,-3 29 163,5-10 1,2-14-186,2-11 1,7-16-78,6-9 0,9-13-338,-1-12 0,8-5-604,0-15 0,1 1 557,-1-9 0,-2-1 677,-7-3 0,3-1 0,-7 0 0,-5 1 0</inkml:trace>
  <inkml:trace contextRef="#ctx0" brushRef="#br0">13782 6288 10004,'0'18'2172,"-1"4"-1593,-3 11 1,1 12-221,-5 18 1,2-28 0,-1 3-591,-1 2 1,0 2 0,-1 3 0,0 1 414,1 2 1,-1-1 0,0 2 0,-1-1-258,-2-1 0,-1 1 0,1 0 0,0-1 81,-1-3 1,1-1-1,2-4 1,0-1-413,-6 24 0,8-12 139,3-13 442,4-6 1,2-17-318,4-6 1,1-12-440,7-8 0,5-6-127,2-7 0,0-5 121,0-3 1,1-3 177,4-1 1,-2 0 1040,-2-1 0,1 7-403,-5 2 0,-1 8-28,-3 5-52,-1 2 0,-1 10 24,-3 8 1,-2 5 348,-6 16 0,0-1 16,0 9 0,-2 0-216,-2 4 0,2-1 288,-7-3 1,7 1-195,-3-5 0,4-1-574,1-8 0,0-2 169,0-5-825,0-6 1,6-2 485,2-5 0,3-5-1431,1-4 1,1-2 298,-1-1 0,2-2 1019,2-2 0,-2 2 439,3-3 0,-4 4 0,5-5 0,2-2 0</inkml:trace>
  <inkml:trace contextRef="#ctx0" brushRef="#br0">14043 7317 7782,'5'13'0,"-3"-1"437,2 1 1,-1-1 620,1 0 1,1 1 118,4-1 1,2 1-565,-3-1 1,8-1-287,5-3 1,3-2-123,0-6 0,3-6-342,1-2 1,4-10 177,5-7 0,-4-1-707,1-7 0,-8 1 61,-1-1 1,-5-1-345,-3 5 0,-9 5 310,0 8 1,-6 2 186,-6 2 0,-9 5 743,-8 3 1,-3 4-215,-5 4 0,-2 8 395,-2 9 0,-3 4-308,3 4 0,3 2 1421,1 7 0,3-3-645,1-2 1,2 7-160,2-2 0,3-3-744,6-1 1,5-8-594,3-1 0,4-3-658,4-10 0,7-2 734,5-10 1,11-2-1270,-3-2 1,8-4 815,-3-9 0,5-6 285,0-6 0,-3-5 648,2 0 0,-4 0 0,4 1 0,-5 3 0,1 5 0,-3 7 0,-1 5 0,-6 2 950,-2 7 1,-5 2-547,-4 6 0,2 4 1601,-6 8 0,0 4-962,-4 5 1,0-5-316,0 1 0,0-2-70,0 2-637,0-3 0,2-7-743,2-3 1,7-4 551,5-8 0,5-4-570,-4-9 1,5 2 408,-2-6 1,-2 2-180,-1-1 0,1 2 103,-2 5 1,1 6 1392,-5 3-761,1 3 1,-1 2 13,0 3 1,-3 3-51,-1 6 1,-4 5 3,4 2 0,-3-1-842,3 2 1,-5-2 370,1 2 0,1 1-1700,-1-5 0,0 3 1978,-4-3 0,0-1 0,0-3 0</inkml:trace>
  <inkml:trace contextRef="#ctx0" brushRef="#br0">16276 6809 7782,'14'-24'418,"2"4"1,3-1 383,6 9 1,0 2-316,0 10 0,0 12 296,0 9 1,-6 14-293,-3 10 1,-7 9-109,-5 4 0,-4 4-545,-4 4 1,-10-1 280,2-30 1,-1 0 0,-2 1 0,-2 1-45,-3 0 0,-1 0 0,2-1 0,-1-1-216,0-6 1,-1 0 0,-18 20-341,2-8 1,3-9 344,5-7 1,0-11-482,8-10 1,3-8 248,2-5 1,-2-7-33,1-5 1,5-2-2,4-2 0,5-5 569,-1-3 1,2-7-303,2-2 1,2 5 156,2 4 0,3 5 319,5 0 1,5 4-244,-1 8 1,6 0 676,-1 12 0,2 7-373,2 9 1,4 6 79,0 7 1,6 5-148,-2 4 1,-2 1-192,2 3 1,5-1-406,3 0 1,0-1-669,-3-3 1,-1-3-381,0-5 0,4-7 634,1-6 0,-6-5-1150,-8-7 1824,4 0 0,-6-4 0,3-3 0,-3-4 0,-1-4 0</inkml:trace>
  <inkml:trace contextRef="#ctx0" brushRef="#br0">17380 7268 7746,'0'12'0,"0"1"0,0 3 1627,0 1 1,0 5-788,0-2 0,0 5 797,0 4 1,-4-1-814,0 5 1,-5-6-819,5 2 0,0-3 50,4-1 0,-4 0-1015,0 0 1,0-4-1315,4-1-1461,0-5 1408,0 3 2326,0-11 0,5-12 0,2-9 0</inkml:trace>
  <inkml:trace contextRef="#ctx0" brushRef="#br0">17343 6970 10415,'0'-7'2603,"5"-2"-2218,3 4 0,4 1-756,0 4 1,6 0-415,3 0 0,2 0-763,2 0 0,5 0 1548,3 0 0,3 6 0,1 1 0</inkml:trace>
  <inkml:trace contextRef="#ctx0" brushRef="#br0">17889 7206 7736,'-6'14'1565,"-2"2"1,1-2-454,-1 2 0,1-2-546,-2-1 0,-2-1 236,3 0 1,-2 5-335,2-1 0,1 1-232,3-5 1,3 1-12,-3-1 1,2 1-419,2-1 1,6 0 17,2 1 0,3-1-91,2 1 1,0-5 111,4 0 0,-3-1 91,2 1 0,-3-1-95,-5-3 0,3 2-12,-3 2 1,-2-1-38,-2-3 0,-3-1 108,-1 5 0,-1 0-697,-3 5 1,-5-1 44,-7 1 0,-3-1-216,-6 0 1,0 1-183,0-1 0,-5-3 155,-3-1 994,-3-5 0,-12 8 0,-3-5 0</inkml:trace>
  <inkml:trace contextRef="#ctx0" brushRef="#br0">19241 7441 7757,'-6'-42'0,"-3"3"962,-4-2 0,-2 8-395,7 4 0,-3 8 391,-2 5 1,-3 9-447,-1 7 1,-1 12-92,2 13 0,-2 7-14,-3 9 0,-2 6-33,2 2 1,-1 4-226,1-8 0,3-2 78,6-2 1,5-5-905,3-7 608,3-6 1,12-17-402,5-6 1,12-11 236,5-10 1,4-9-610,4-7 1,-3 0 203,-1-5 0,-1 4 253,-7 0 1,0 11 323,-5 2 1,-4 14-106,-4 3 0,-8 9 181,-3 12 1,-4 7-88,-1 17 1,-1 2 719,-4 2 0,3-2-321,-7 2 1,5-8 170,-4-4 0,5-4-569,-1-4 0,4-5-174,4-7 1,3-7-955,6-10 0,4-7 600,4-14 0,4-3-363,4-5 0,-3-4 5,3-1 646,-3-4 0,5-4 1,0-7-1</inkml:trace>
  <inkml:trace contextRef="#ctx0" brushRef="#br0">19687 6722 7757,'4'-12'1548,"1"-1"-1022,-1 1 0,-3 1 755,3 3-897,-2 2 0,3 13 881,-5 5 0,0 12-311,0 9 0,0 8-2,0 5 0,-5 7-556,-4 5 0,-2 10-507,5-31 0,0 0 1,0 1-1,0 0-363,-1 3 0,1 1 0,0-1 1,1 0 321,1 3 1,0-1 0,-2-1-1,1-1-455,0 1 0,2-1 0,-3 27 320,2-6 1,9-12-2007,8-17 1,6-9 872,10-12 0,3-9 1420,5-16 0,-3-5 0,4-19 0,2-3 0</inkml:trace>
  <inkml:trace contextRef="#ctx0" brushRef="#br0">20233 7379 7757,'0'-12'826,"-1"1"501,-3 3 0,1 2-589,-5 6 0,-6 2 250,-7 2 1,-4 4-447,-4 9 1,-4 11 324,-8 10 1,-3 7-358,-6 1 1,8 6-688,4 2 0,5-1-57,13-3 0,4-13 246,16-8 0,7-9-358,6-12 1,10-10 279,10-10 1,9-11-616,3-11 0,2-1 27,-2-3 1,2 1-122,-5 0 0,-5 7 298,-4 5 1,-7 3-288,-1 9 721,0 4 0,-13 20 119,1 5 1,-7 12-305,-6 5 0,0 7 26,0 1 0,-5 6 1545,-3-1 0,1 6-797,-2 2 1,1 8 249,-4-4 0,-6 5-484,-3-5 1,2 8-87,9-31 1,-1 0-1,-1 3 1,-1 0-212,-1 0 0,-1-1 1,1-2-1,-2 0 62,-13 23 1,2-10 182,-6-11 1,6-7-59,3-9 1,0-8-93,8-9 0,-2-8 93,1-5 0,3-7-249,-2-5 1,6-9-25,2-7 0,5-6-632,-1-7 0,4-8-496,4 0 0,4-4 552,9 9 1,2-5 48,6 4 0,5 2 231,3 6 1,3 9-271,1 8 0,5 3 185,-1 1 0,5 6-1383,-5 2 1834,-5 3 0,2 5 0,-4-1 0,-4 1 0,-3 0 0</inkml:trace>
  <inkml:trace contextRef="#ctx0" brushRef="#br0">21312 7392 7167,'7'-2'-293,"-3"-2"580,-2 3 1,-2-6 129,0 3-136,0 3 0,0-6 70,0 2-10,0 4 1,-4-6 169,0 3-1,-1 3-339,0-10 0,2 9 195,-5-2-259,5-3 0,-4 5 298,3-7-298,3 6 1,-9-3 74,6 1 0,-2 4-192,2-3 0,2 3 56,-7 1-126,7 0-27,-10 0 143,6 0 1,-3 0 228,1 0-136,5 0-114,-2 0 117,-1 0-89,5 0 122,-5 0-255,1 0-23,3 5 0,-4-4 179,1 4-77,4-4 1,-4 0 27,5 3 81,-6-2-87,5 9 1,-9-8 236,6 5-221,0 0 1,4 9 52,0-1 0,0 6-93,0-1 0,1 2-97,3 2 0,2 4-30,2 0 1,3-1 43,-3-8 1,3 2-25,2-5 0,1-2 83,2-7 1,-1-2-158,6-6 1,-2-10 69,2-2 0,6-13-77,-2 0 1,1-8 10,-5 0 1,3-3-106,-4-1 1,-2 1 276,-1 3 1,-5-1-117,-4 5 1,-2 0 205,-6 4 1,-6 2-59,-2 2 0,-8 4 246,-5 9 1,2 3-128,-2 5 1,-2 0 43,-2 0 1,-3 5 64,7 3 1,2 7-47,-2 2 1,6 5-454,-1-1 0,2 1 164,2-2 0,3 4-843,1-3 0,5 2 468,-1 2 0,3-6-566,1-2 1,1-4 651,3 0 1,3-2 381,6-3 0,-1-2 0,0-6 0</inkml:trace>
  <inkml:trace contextRef="#ctx0" brushRef="#br0">21561 7218 7757,'0'-12'-1264,"1"-1"948,3 1 0,-3 0 1042,4-1 1,-4 5 970,-1 0-761,5 5-462,-3-3 1,3 8-128,-5 2 1,2 7-31,2 5 0,-3 8-81,3 1 1,-2 4 89,-2 4 0,0 2-91,0-1 0,4 0-257,0-1 1,0-3 63,-4-5 0,2 0 6,2 0 1,-2-7 79,7-6 0,-1-5 33,4-7 1,1-1-172,-1-3 1,6-9 44,3-8 0,2-7-293,2-6 1,0-1 142,0-3 1,-1 1-402,1 0 1,-1 1-78,-4 3 0,-2-1-338,-5 5 1,-5 5-78,0 8 1,-4 3-85,5 5 442,-7 3 650,4 5 0,-2 1 0,0 3 0,0 3 0,-4 5 0,0 1 0</inkml:trace>
  <inkml:trace contextRef="#ctx0" brushRef="#br0">21970 7268 7757,'-8'23'245,"-1"-2"1,5 2-19,-4-2 1,5 1 264,-1-1 1,3 1-117,1-6 1,5-3-24,3-5 1,5-5-110,3 1 1,4-6 60,5-6 1,1-1-352,3-12 1,1 0 62,3-4 1,2 1-468,-7-1 1,1 0 337,-4 0 1,-1 2-418,-4 2 1,-7 3-50,-9 6 530,-3-1 1,-6 2-112,-4 3 1,-7 3 282,-5 5 1,-2 9 686,-2 4 0,-1 11-421,-3 1 0,3 8 406,-3 0 1,7 0-290,1 5 0,2-4-511,-2 7 1,3-2 61,6-2 1,5-1-917,3-3 1,2-4 525,2-8 1,6-5-615,2-7 0,9-4-30,3-5 1,4-10 442,1-2 0,-1-10 533,1-3 0,6 0 0,0-5 0</inkml:trace>
  <inkml:trace contextRef="#ctx0" brushRef="#br0">22503 7181 8402,'7'0'1899,"-1"5"-1382,-6 4 0,4 3 487,0 5 0,0 6-474,-4 6 1,0 7 47,0 1 1,0 2-399,0 6 0,-4-5-351,0 1 1,-2-2-75,2-2 1,3-5 250,-3-3 0,-2-13-212,2-3 1,0-10 100,4-3 1,5-7-139,4-10 0,3-4-6,5-7 0,2-4 3,6-5 1,4-5-2,0 1 0,4-5-38,-4 5 1,4 0-57,-4 4 0,4 5 121,-4 3 1,2 8-839,-6 5 1,1 7 433,-9 5 0,4 3 624,-5 1 0,-5-6 0,-5 0 0</inkml:trace>
  <inkml:trace contextRef="#ctx0" brushRef="#br0">23496 6846 7762,'0'-18'0,"0"4"1556,0-2 1,1 6-710,3 2 1,9 5 629,7-1 0,5 3-739,4 1 1,8 4-358,9 0 0,5 4-166,7-4 1,-5 0-417,10-4 0,-6 0-174,1 0 1,2-1-496,-7-3 1,-6-2-1015,-10-2 1,-6-3-240,-11 3 694,-7 2 0,-19 1 938,-10 5 0,-12 1 491,-5 3 0,-5-1 0,-8 5 0,6-5 0,-8 3 0</inkml:trace>
  <inkml:trace contextRef="#ctx0" brushRef="#br0">23868 6821 7762,'-25'20'351,"0"-4"0,2 3-16,2 2 0,3 3 637,6 0 1,-1 7-430,1 2 1,5 4 615,3 4 0,3 1-536,1 7 0,0-6 45,0 7 1,0-5-316,0 0 1,0-2-169,0-6 0,0-2-194,0-6 0,0-2-253,0-10 0,0-1-2354,0-3 1516,0-6-1209,0-2 0,1-5 315,3 0 1994,-2-5 0,9-8 0,-5-6 0</inkml:trace>
  <inkml:trace contextRef="#ctx0" brushRef="#br0">23632 7392 9428,'9'5'2231,"7"-5"1,10-5-1444,16-8 0,7-5-326,9-2 0,7-4-961,-32 12 1,0 0-1,28-8 482,-8 4 0,-3 3-2080,-4 5 1,-4 3 2096,-4 5 0,-1 5 0,0 2 0</inkml:trace>
  <inkml:trace contextRef="#ctx0" brushRef="#br0">24960 7541 7765,'4'-9'3315,"0"1"1,0 4-2800,-4-4 0,0 4-441,0-5-1900,-5 7 1,-4-8 178,-7 6 1646,2 0 0,-10 9 0,5 2 0</inkml:trace>
  <inkml:trace contextRef="#ctx0" brushRef="#br0">4999 8843 7758,'-5'7'305,"5"0"177,0-3 1,8-3 635,13 3 1,2 2-701,14-2 1,-1 0-183,10-4 1,5-1-432,7-3 0,0-2-31,4-2 0,-9-3-197,5 2 0,-7-2 286,-5-1 1,-4 1-1873,-4 3 2009,-12 2 0,3 6 0,-10 0 0</inkml:trace>
  <inkml:trace contextRef="#ctx0" brushRef="#br0">5235 9017 7758,'-21'5'512,"1"3"1,9-1-116,-2 1 0,12 1-108,5 3 1,10 1 365,15-1 0,4-4-230,8 0 0,3-5-411,6 1 1,5-2-107,3-2 1,3-7-30,1-6 0,-2-4-265,-2-8 0,-3 0-501,-5 0 1,-7 0 886,-6 0 0,-11 1 0,-8-1 0</inkml:trace>
  <inkml:trace contextRef="#ctx0" brushRef="#br0">5545 8657 7758,'-12'7'890,"5"-2"-487,1-5 1,13 4 248,6 1 0,5 3-153,6-4 0,7 6-148,2-2 1,3 3-164,1 1 1,0 2 13,0 3 1,-1-1-392,-3 9 0,0-2 183,-8 10 1,-3 0-474,-9 5 0,-7-1 306,-1 0 1,-11 9-304,-6-1 0,-10 6 120,-7-5 1,-7 2-183,-1 1 0,-1 4 393,-3-4 0,2-2-51,2-10 1,4-5-374,0-3 1,11-8 568,1-5 0,5-3 0,-1-5 0,-2-3 0</inkml:trace>
  <inkml:trace contextRef="#ctx0" brushRef="#br0">7245 8706 7839,'-9'5'0,"1"-1"0,4 1 0,-4-1 0,5-1 0,-1 5 0,3-3 1545,1 3 1,1 0-438,3 4 1,3-1-586,5-2 0,5 0-112,-1-4 0,11-1-267,-3-4 0,9 0-100,1 0 1,3-6-334,4-2 1,2-3 252,2-2 1,-2 1-406,-6 0 1,1 1 241,-1 2 1,-6 4-71,-2 5 1,-8 3-39,-4 5 0,-9 7 359,-4 14 0,-3 10 209,-1 10 1,-9 4-41,-4 9 1,-2 1-279,9-28 1,0 0 0,-2 3-1,-1 0 131,1-3 0,0 0 0,0 3 1,1-1-203,-2 29 1,4-31-1,-1 0 43,-2 31 0,2-11-245,2-9 0,3-13 122,1-8 1,1-11-363,3-10-517,3-3 0,0-6 447,-3-4 1,2-2-926,-2-1 1716,0-1 0,-15-4 1,-3-3-1</inkml:trace>
  <inkml:trace contextRef="#ctx0" brushRef="#br0">7282 9401 7839,'-12'0'2346,"5"0"-996,1 0-277,17 0 0,3-4-484,11 0 1,1-6-726,3 2 0,1 1-79,3-1 1,3 1-159,-3-2 0,-1 0-1522,1 5 0,-11 0 1895,-1 4 0,-12 5 0,-3 2 0</inkml:trace>
  <inkml:trace contextRef="#ctx0" brushRef="#br0">7183 9798 7839,'-18'19'1284,"10"5"-628,-4-11 1,19 0-232,6-9 0,6-4 530,10-4 0,3-3-403,5-6 0,10 0-102,2-4 0,5-2-1396,0-6 1,2 0 771,6 0 1,-1 2-987,-3 2 0,-4 3 1160,-9 6 0,4 0 0,-5-1 0</inkml:trace>
  <inkml:trace contextRef="#ctx0" brushRef="#br0">8188 8756 7839,'-13'-12'421,"5"-1"-198,0 1 1,5-1 105,-1 1 1,2 4-120,2 0 1,2 5 117,2-1 0,3 8-69,5 4 0,-4 4-20,1 5 1,-2 2-78,1 6 0,1 5-123,-4 3 0,-1 3-641,-4 1 0,4 2 400,0 2 0,0 4-1150,-4 4 0,0 2-916,0 3 2268,-5-3 0,-2 9 0,-6-3 0</inkml:trace>
  <inkml:trace contextRef="#ctx0" brushRef="#br0">8138 9550 7839,'7'0'1151,"4"0"1,-8 0-3,5 0-756,-5 0 1,8 1-215,-3 3 0,-1-2-633,1 2 0,0-3 392,5-1 0,-1 4-1208,1 0 0,4 2 1270,4-2 0,3 3 0,0 5 0</inkml:trace>
  <inkml:trace contextRef="#ctx0" brushRef="#br0">9689 9153 7839,'0'-12'0,"1"-1"590,3 1 1,-3 3-178,4 1 1,0 7 323,-1 1 0,5 7-258,-5 9 1,4 8-167,-4 5 1,2 5-104,-2-1 1,-3 2-146,3-2 1,-2 2-735,-2-1 1,1-4 509,3-1 0,-2-4-2085,2-5 1129,-3 4 1115,-1-11 0,0-6 0,0-8 0</inkml:trace>
  <inkml:trace contextRef="#ctx0" brushRef="#br0">9527 8992 7839,'0'-13'999,"2"1"-480,2-1 1,-1 1 31,5 0 0,6-1-384,6 1 0,0 1 3,0 3 0,5-2-669,4 6 0,0 0 397,-4 4 1,-2 7 101,-2 5 0,2 6 0,-3 7 0</inkml:trace>
  <inkml:trace contextRef="#ctx0" brushRef="#br0">9924 9041 7839,'7'-5'749,"3"2"-396,-6-5 1,6 5 223,-2-1 0,3 3-190,1 1 0,1 2-118,-1 7 0,-4-1-46,1 8 1,-1 2 20,4-1 0,-3 6-8,-1 2 1,-5 0-255,1 4 1,-3 1-16,-1-1 1,0 0-6,0-4 1,0 2-134,0-2 1,0-1 69,0-8 1,0-6 73,0 2 25,0-8 0,0 0 248,0-8 1,6-8-55,2-9 0,2-2-171,-2-2 1,3 0-445,-3 0 0,3 1 223,2-1 1,-2 1-1243,-3 4 1,3-2 681,-3 5 1,2-1 759,-2 2 0,3-4 0,-4-4 0</inkml:trace>
  <inkml:trace contextRef="#ctx0" brushRef="#br0">10358 8954 8113,'7'6'2564,"4"1"-1869,-2 5 0,2 2-307,1 3 1,1 2-385,-1 6 1,-1 1 82,-3 3 1,2 3-517,-6 5 0,0 4 264,-4 0 0,-1-1-104,-3-7 0,1-2-127,-5-6 398,5-6 0,-4-7 10,3-8 1,2-8 199,-2-4 1,4-9-76,4-3 0,5-8-121,7-1 0,-1-4-150,6 4 1,-4 0 72,3 5 1,1-1-593,4 0 0,-5 6 275,1 2 1,-2 5-734,2 3 0,1 0 1111,-5 5 0,-1 0 0,-3 4 0</inkml:trace>
  <inkml:trace contextRef="#ctx0" brushRef="#br0">11190 9066 7638,'5'-7'724,"-3"2"-108,3-1-71,1 5 0,-4 2-54,7 12 0,-3 6 54,3 10 1,0 4-101,-4 8 0,-1 9-165,-4 8 1,0 8-557,0 4 0,-3-33 0,0-1 310,-1 1 1,0 1-1,-2-1 1,-1 0-329,-1 0 1,0 0 0,-4 32 45,-1-3 1,2-15-565,7-9 70,0-9 271,4-19 0,1-6-418,3-16 0,3-3 347,6-14 1,-1 1 541,0-9 0,1-5 0,-1-6 0</inkml:trace>
  <inkml:trace contextRef="#ctx0" brushRef="#br0">11214 9153 7839,'5'-23'0,"-1"2"0,5-3 662,0 4 0,6 2-213,1 1 1,6 4 257,-1 0 0,3 6-297,0 3 1,0 4-207,-4 4 1,-3 4-145,-9 9 1,2-2 126,-6 6 0,0 1-277,-4 7 0,-7-2 120,-5 6 1,-2 1-548,-7 3 0,2-1 259,-2-3 0,2-3-473,3-5 0,2-6 272,-3-2 1,8-5-1199,0-4 1003,7-2 1,-3-12 653,10-2 0,3-9 0,8-3 0,4-9 0,5-3 0</inkml:trace>
  <inkml:trace contextRef="#ctx0" brushRef="#br0">11525 9141 8030,'1'12'949,"3"0"0,-3 5-513,4-1 1,-4 6 102,-1-1 0,1 3-156,4 0 0,-3 0 28,7-4 1,-1 3-144,4-7 1,1-5-264,-1-7 0,6-4-375,3-4 1,-2-4 304,2-9 1,-1-2-505,5-6 1,-4-4 338,-1 0 1,-4 0-143,0 5 1,-3-1 62,-5 0 0,1 6 19,-4 2 1,-3 5 7,-6 3 1,-4 0 369,-9 5 1,-2 1 81,-6 7 0,0 4 126,1 9 1,-1 1-82,0 2 0,0 4-51,0-3 0,6-2-843,3 1 1,3-4 354,5 0 0,2-2-362,6-2 1,2-5 685,2-3 0,8-13 0,8-5 0</inkml:trace>
  <inkml:trace contextRef="#ctx0" brushRef="#br0">12083 8520 8133,'-8'7'1832,"-1"6"1,5 6-998,-4 10 0,-2 4 45,-6 8 0,2 10-343,-3 11 1,-1 6-919,10-31 1,0 0 0,-1-1-1,1-1 355,2 0 0,0 0 0,-2 28-377,-1-1 1,7-2-171,-2-11 1,4-5-774,4-15 1,3-7 421,5-14 1,5-3 393,-1-10 0,6-7 215,-1-9 0,-2-2 78,2-2 1,-2 6 853,2 2 1,-3 9-616,-6 4 1,-4 3 188,1 1 1,-5 5 141,4 3 1,-5 10 491,1 7 1,-8 0-136,-5 4 1,0 1-283,1-1 1,-2-1-352,6-8 1,0-2 125,4-5 0,1-2-462,3-3 0,4-3 226,9-5 1,2-5-86,6-3 1,0-3 143,0-2 0,4 2 71,0 3 0,0 2 132,-5 6 0,-3 7-50,0 6 0,-8 2-161,0 10 1,-2-2 119,-7 10 1,0-1-339,-4 1 1,0 3 115,0-3 0,-5 1 193,-4-1 1,-2 7 139,-1-2 1,-6 0 328,-3-5 0,2-4-98,-2-8 1,1-1-176,-5-7 1,6-4 168,2-9 1,3-1-70,2-3 0,1-8-467,3-9 0,2-7 130,6-1 1,1-9-547,4 1 1,3-3 5,8 2 0,0 0-241,4-3 1,5 5 21,4-6 1,5 11 121,0-7 1,1 5-1606,3 0 2194,4 3 0,2 1 0,6 3 0,0 4 0,-1 4 0,1 1 0</inkml:trace>
  <inkml:trace contextRef="#ctx0" brushRef="#br0">13460 9413 7839,'8'5'0,"0"-1"0,-5 1 495,1-1 199,3-2 0,-4 3-215,5-5 0,-4 0-220,5 0 0,-5 0-49,4 0 1,0-7 25,5-5 1,-1-2-27,0-7 1,5 1 13,0-5 0,5-4-1,-2 0 1,2-5-14,-1 1 1,2-3 12,-2-1 1,3-1-888,0 1 0,-6 5 238,-5 3 0,-2 3 194,-7 1 1,0 6-108,-4 3 99,0 7 326,-6 4 0,1 6-82,-3 3 0,-2 9 22,6 7 52,-6 9 0,5 4 158,-4 9 1,-2-2 46,3 5 0,1-3 143,-1 3 0,1 1-241,-1 3 0,-2-1-182,6-2 1,0-9 0,4-9-54,0-6 1,7-6 25,5-8 1,2-5-205,7-11 54,-1-6 1,9-16-314,0-3 0,4-4 212,-4-5 0,4 4 0,-4-5-370,-1 0 436,-2 5 1,2-9 44,-4 5 0,-1 1 45,-11 4 1,-5 5 69,-3 3 0,-3 0 190,-1 5 0,-1 3 468,-3 13-432,-3 2 0,-1 6 59,-1 0 1,5 10 59,-4 2 1,4 10-1,-3 2 438,1 3-492,2 8 0,0-4 19,0 7 0,-4 0-173,4 3 0,-6-2-245,2 2 1,1 2-121,-1-2 0,3 5-477,-3-5 1,5 1 254,-1-5 0,3-7-310,1-5 0,5-6 126,4-6 0,7-2-708,5-3 1391,-3-3 0,11-10 0,-3-2 0</inkml:trace>
  <inkml:trace contextRef="#ctx0" brushRef="#br0">14899 8992 7176,'0'-13'-332,"-4"1"441,0-1 1,-2 5-20,2 0 0,3 0 678,-4-5-187,4 1 317,-4-1 0,3 1-629,-9 5 1,4 2-141,-5 5 1,-1 0 106,1 0 1,-2 9-205,-2 4 1,1 9 118,-6 3 0,6 2 35,-2 10 1,-1-1-17,2 10 1,1-1-65,6 5 1,2-1-45,3 1 1,3-6-171,-3-3 0,8-3-48,4-5 0,3-9 112,2-7 0,4-9-342,4-4 0,-2-4 170,2-4 0,0-3-740,4-5 0,-6-2 424,-3-2 1,-3 2-376,-5-3 1,-1 4 906,-3 0 0,-2 1 0,3-1 0</inkml:trace>
  <inkml:trace contextRef="#ctx0" brushRef="#br0">14676 9178 7839,'-13'0'-8,"1"0"0,1 1 1082,2 3 330,4-2-959,10 9 0,6-9-5,6 7 1,5-7-156,-1 3 1,6-4-268,2-1 0,6 0 69,-2 0 0,-1 0-689,1 0 0,0-4-894,4 0 0,-5-5 814,-3 5 0,-3-4 682,-1 4 0,-1-6 0,1 3 0</inkml:trace>
  <inkml:trace contextRef="#ctx0" brushRef="#br0">15407 8731 7943,'-6'0'2145,"1"0"-1202,10 0 1,4 4 187,12 1 1,5-1-902,11-4 1,5 0-10,-1 0 0,7 0-731,2 0 0,1-6 294,7-2 0,-2-3-554,2-2 0,-8 5 460,-9 0 1,-13 1-3438,-8-1 3747,-4 2 0,-21 1 0,-3-2 0</inkml:trace>
  <inkml:trace contextRef="#ctx0" brushRef="#br0">15680 8756 7943,'-31'10'0,"2"2"0,7 9 335,1-1 0,7 4 750,2 1 1,1 5-476,7 3 1,0 7 489,4 1 0,0 2-509,0-2 1,0-1 32,0 6 1,0-1-216,0 5 0,0-6-787,0-3 0,-2-2 296,-2-2 0,3 0-348,-3 1 0,2-7-113,2-2 1,0-8-552,0-5 1,0-2-2715,0-1 2216,0-6 1592,0-2 0,0-5 0</inkml:trace>
  <inkml:trace contextRef="#ctx0" brushRef="#br0">15494 9203 7943,'-7'-6'2240,"2"5"1,6-5-1034,3 6 1,5 0-677,7 0 1,9-4-225,8 0 0,8-2-670,5 2 1,4-3 291,3-5 0,4 1-1423,5 3 1,-1-3 957,-4 2 0,-7 0-1280,-9 0 1,-8 3 1805,-4 1 0,3-1 0,0-7 0</inkml:trace>
  <inkml:trace contextRef="#ctx0" brushRef="#br0">16338 8967 9813,'-7'0'2278,"3"0"-1844,8 0 1,4 1 548,9 3 1,6-2-422,6 2 0,10-3-903,-2-1 1,8-1-345,1-3 1,1 1-659,-2-5 0,2 1-520,-5-1 0,-8-2 488,-9 6 1375,-11 0 0,-3-2 0,-5-1 0</inkml:trace>
  <inkml:trace contextRef="#ctx0" brushRef="#br0">16586 8979 7804,'-12'13'437,"-1"-1"0,2 2-48,3 2 1,-3 1 292,3 8 0,-2-3-244,2 7 1,-2 2 880,6 3 0,-4-1-626,3 4 1,0-3 304,1 8 1,2-4-479,-2-1 0,3 2-296,1 2 1,0-6-834,0 2 0,5-8 461,4 0 1,2-8-1050,1-5 0,5-8 621,-1-4 1,6-8-621,-1-4 1,2-7 449,2-2 0,0-9-599,0 1 0,0-4 1345,-1 0 0,1-8 0,0-7 0</inkml:trace>
  <inkml:trace contextRef="#ctx0" brushRef="#br0">16834 9153 7804,'0'14'732,"0"2"0,0-1 680,0 6 0,1 0-699,4 4 1,-3 1 773,7 3 1,-1-3-717,4 3 1,2-3-955,3-1 0,2-6 157,6-2 1,0-5-1327,-1-4 1,7-2 409,2-6 1,-2-2-155,3-2 0,-7-7 1096,2-5 0,3-12 0,-1 2 0</inkml:trace>
  <inkml:trace contextRef="#ctx0" brushRef="#br0">17330 9029 7804,'-25'21'1345,"1"-1"0,-5 6-615,0 8 1,-2 3 354,3 4 1,-4-1-719,-5 5 1,1 0 388,3 0 0,4-6-295,8-6 0,3-10-2252,6 2 1075,5-3-1044,1-8 0,8-5 472,2-13 1288,8-8 0,2-13 0,4-7 0</inkml:trace>
  <inkml:trace contextRef="#ctx0" brushRef="#br0">17467 8967 7804,'12'-13'745,"1"2"43,-1 3 1,2-3-5,2 3 0,-1 2-318,6 2 0,-4 2 545,3-3 0,1 4-450,4-3 1,-3 4-454,3 4 0,-3 3 49,7 5 0,-7 6-242,-2 3 0,-3 4 22,4 4 1,-6 2 135,1 7 1,-7 3 211,-5 0 0,1 6-217,-1-1 0,-1 0 49,-7 0 1,-3 1-31,-5-6 0,3 0-207,1-3 0,1-8-25,-1-5 0,1-6-328,3-7 109,3 1-28,-10-6 1,4-2-305,-6-5 1,0 0 274,-4 0 1,-2 0-274,-6 0 1,-1 0 239,-3 0 0,-4 0 454,-9 0 0,-7-5 0,-8-2 0</inkml:trace>
  <inkml:trace contextRef="#ctx0" brushRef="#br0">19749 9203 7728,'0'-32'0,"0"3"0,0 7 947,0 1 1,2 6 134,2-2-369,-3 4 0,3 9-250,-8 8 1,-8 4-419,-9 13 0,-4 1-32,-4 7 1,2 2 47,-6 7 1,1-1-48,-1 0 0,3-5 134,5-3 0,7-3-228,6-1 1,6-6 31,10-3 0,10-2-76,11-1 0,6-2 86,11-3 0,1 3 183,2-3 1,2-1-21,-6 1 1,1-1 73,-5 1 0,-7 4-41,-5-4 1,-6 3-62,-6 1 0,-6 1 186,-3-1 0,-4 0-37,-4 1 0,-5-1-197,-7 1 0,1-1 107,-6 0 0,4 1-522,-3-1 1,3-5-149,-4-3 1,6-2-1302,-1-2 438,2 0 0,3-6 661,3-2 0,2-5-18,6-3 0,6-3 398,2-6 0,4-4 336,5 0 0,2-11 0,6 1 0</inkml:trace>
  <inkml:trace contextRef="#ctx0" brushRef="#br0">20059 9277 7728,'13'0'-100,"-1"1"1044,1 3 1,-1 3-388,1 6 1,-7 3 96,-1 1 1,-4 9-242,-1-1 0,-1 4 305,-4 0 0,3-2-426,-7 6 1,2-5-357,-1 1 1,3-8-442,5-5 1,1-4 436,3-3 1,7-4-526,6-5 1,5-7 292,-1-5 1,6-7-247,2-10 0,4-2 90,-4-2 0,0-3-28,-4 3 1,-2 2 187,-2-2 0,1 1 239,-5-1 1,-5 9 798,-4 12-691,-5 0 0,2 13 649,-5 3 1,0 9-356,0 11 0,0 1 445,0 0 1,0 4-304,0 0 0,0 0-1,0-4 0,5-2-297,-1-2 0,1 1-378,-1-6 0,-1 1-564,5-5-86,1 1 0,7-6-927,1-3 0,1-3 1766,-2-1 0,4-11 0,4-3 0</inkml:trace>
  <inkml:trace contextRef="#ctx0" brushRef="#br0">20853 9351 7728,'-12'5'960,"0"-1"0,-5 1-528,1-1 0,-2 3 760,1 6 1,2 4-322,-6 4 1,2 7-113,-2 1 1,5 0-648,7-5 1,4-3 45,5 0 0,1-6-723,3 1 1,3-3 432,6-5 1,3 2-916,1-6 0,5 0 557,-1-4 0,2-5-711,2-4 1,4-3 356,0-5 1,1 2 164,-1-6 1,-3 5 678,3-5 0,-3 1 0,-1-5 0</inkml:trace>
  <inkml:trace contextRef="#ctx0" brushRef="#br0">21250 8843 7728,'2'-11'692,"2"3"-57,-3-3 561,10 4-622,-9 0 1,7 3 94,-5 8 0,1 10 66,-5 10 0,-2 8-288,-2 9 1,-3 5-53,-5 8 0,-5-2-327,1 6 1,-6 0-148,1 4 1,3-4 103,2 0 0,2-12-771,1 0 0,6-8 264,3-5-320,3-8 1,12-14-138,6-11 0,5-11 423,2-9 1,0-8 139,-4-1 0,4-1 106,-3 1 0,-2 4 534,2 0 1,-10 7-339,1 10 614,-2 3 0,-3 7 108,-3 7 1,-3 4 377,-1 12 1,-5 0-152,-4 0 0,-2 4-376,-1 0 0,1 4-354,3-4 0,-2-5 41,6-3 1,0-6-541,4 2 365,0-3 1,1-7-792,3-3 0,3-4-246,5-4 1,2-3-650,3-6 0,-2 1 1675,6-1 0,-1-5 0,5-1 0</inkml:trace>
  <inkml:trace contextRef="#ctx0" brushRef="#br0">22082 9413 7781,'-20'0'0,"4"0"0,-2 0 961,1 0-346,6 0 1,7 2 231,8 2 1,10-3-270,11 3 0,12-2-199,13-2 0,5 0-34,7 0 1,1-6-455,3-2 0,-2-7-448,2-2 0,-3-6 445,-1-2 0,-2 0-1250,-7-4 0,-4-2 142,-12-2 1220,0 2 0,-5-2 0,-3 3 0,-3-3 0,-1 0 0</inkml:trace>
  <inkml:trace contextRef="#ctx0" brushRef="#br0">22727 8868 7781,'-32'13'1318,"3"4"1,4 4-509,5 8 0,-3 9-343,7 12 1,-6 10-442,11-25 1,1 1 0,-1 2 0,-1 1 189,-1 0 1,1 0 0,2-1-1,1-1 135,0-2 1,1 0 0,-6 29 44,2-2 1,6-9-971,6-11 1,7-13-618,10-17 1,8-7 995,8-9 0,7-9-905,1-12 1,5-7 453,-5-9 1,4-3-482,-3-6 0,2-4 606,-7 1 1,-1-3 520,-7 3 0,-3-4 0,3-5 0,-14 29 0,0 0 0,0 0 0,-1 0 0,-1-1 0,-1 0-87,9-32 1,-7-1-5,-8 32 0,0-1 1,5-33 1042,-7 12 0,0 11 598,-4 21-272,0 12 1,0 18-573,0 12 1,-4 12-86,0 8 0,-6 7-230,2 10 1,-3-2 263,-1 6 1,-1 4-229,1 4 1,4-30-1,-1 1-150,1 0 0,0 0 0,-3-2 0,1-1-764,2 1 1,-1 1 0,-8 31 266,0-5 0,7 2-698,-2-11 1,8-11 735,0-13 1,9-14-830,8-11 0,10-15 388,10-10 1,7-8 98,1-8 0,2-6 39,-1-2 0,-4 2 267,3 2 1,-7 9 990,-5 7-696,-9 6 1,-7 13 910,-9 6 1,-4 11-243,-4 10 0,-5 4 50,-7 4 0,2 1-282,-3 3 0,1 2-136,4-6 1,-2-2-93,10-6 1,-5 1-383,5-6 0,1-3-278,8-5 1,-1-5 339,8 1 0,-1-12-492,10-5 1,-1-3 222,5-1 1,0 4-714,0-4 1,-6 3 368,-2 2 0,-3 5 98,-2 3 471,0 2 1,-5 4-94,-3 2 0,-2 3 522,-2 5 0,0 1-256,0-1 528,0 0-442,5 1 0,2-6-250,6-3 1,-1-3 164,0-1 0,1-1-649,-1-3 1,1 1-18,-1-5 1,5 1 569,-1-1 0,1-4 0,-5 6 0</inkml:trace>
  <inkml:trace contextRef="#ctx0" brushRef="#br0">23905 9550 7713,'-4'-13'-1042,"0"1"1397,0 0 1,0-1-48,-1 1 1,-4-1 208,1 1 0,-3 4-130,-2-1 1,-3 7-158,-1-2 1,-9 2-33,1 2 0,-8 6 224,0 2 0,-3 13-16,-1 3 1,1 10-108,3-1 0,4-2-246,8 2 0,5-5 88,7 1 0,7-10-176,10-6 0,13-9 105,16-13 1,11-7 6,10-17 1,-25 14 0,0-1-533,2-4 1,0-1-1,-1-1 1,0 1-135,-1-2 0,0 0 1,1 0-1,-2-1 303,0-1 1,-2 0 0,0 1 0,-2 1-95,18-23 1,-9 7-195,-8 6 376,-8 6 0,-10 13 403,-11 5 1,-6 13-228,-6 13 1,-1 5 931,1 6 0,-5 5-109,1 0 0,-1 6 683,5-2 1,-1 3-1355,1 1 0,4-6-27,0-2 1,5-4-223,-1-4 0,8-5 146,4-7 0,9-4-459,3-5 1,9-12 285,4-9 0,3-8-948,1-8 1,-1-2 291,-3-2 0,3 1 84,-3-5 1,-4 5 531,-4-2 1,-2 0-25,-6 0 0,4-5 116,-5 2 0,-3 2-65,-5 2 0,-5 9 613,1 7 1,-3 10-302,-1 7 1,0 11 921,0 1 0,0 16-455,0 9 1,1 11 338,4 6 1,-3 3 49,7 5 0,-5 3-682,4 5 0,-4-3-548,4 3 1,-5-4 186,1 4 0,-2-1-423,-2-8 0,-2-3 387,-2-5 1,0-12-1069,-8-4 0,2-8 361,-7-9 1,2-5-506,-1-3 1,1-5 630,-6-7 1,0-2 650,-4-11 0,5-3 0,-1-5 0,0-2 0,-3 3 0,0-4-164,3-5 1,-2-2 163,2-2 0,5 2 476,3-2 1,2 8 445,7 4 1,7 7 335,9 1 0,12 6-551,9-2 0,14 8-316,7 0 0,6 1-1027,6-4 1,3 3 606,-32 5 1,1 0 0,-1 3 0,0-1-1073,1 0 1,-1 0 0,31 1 1100,-1 1 0,-1 0 0,-4 0 0,-6 0 0,-3 0 0</inkml:trace>
  <inkml:trace contextRef="#ctx0" brushRef="#br0">25543 9637 7817,'-20'19'14,"2"3"791,6-6-448,5-4 0,9-12 363,10-9 1,7-11-244,10-5 1,4-14-25,9-2 0,2-6-530,5-3 1,-23 25 0,-1-2 99,2-2 0,0 0 0,2 0 1,0-1 33,4-5 1,0 0 0,-4 3 0,0 0-113,1 1 1,-2 0 0,-4 1-1,-3 1-500,17-21 0,-12-1 383,-10 10 1,-7 11 17,-5 9 1,-4 7-22,-4 6 1,1 2 287,-5 6 0,1 11-90,-2 6 0,-6 12 453,3 8 0,-3 7-70,2 10 0,0-2 299,-4 6 0,3-4-400,-2 4 1,0-3-74,0 7 1,2-10-257,-2 2 0,7-10 107,5-11 1,4-8-50,4-8 0,5-12 46,7-9 1,8-10-114,5-15 0,9-4-252,-1-8 0,3 1-622,-2-6 0,3 2 162,0-1 0,1-3 326,-5 2 0,-4-2 38,0-2 0,-10 6 79,2 3 0,-10 5 678,-2 7-478,-6 11 1,-7 15 590,0 12 1,-6 6 20,-2 14 1,-3 3 309,-2 5 1,1 4-225,0 0 1,3 5-220,1-5 0,5 5-330,-1-5 0,3 0 66,1-3 0,7 3-1715,5 0 1,6-6 846,7-10 0,5-3-124,3-10 0,3-4 53,1-12 1,1-8 825,-1-9 0,0-8 0,0-3 0</inkml:trace>
  <inkml:trace contextRef="#ctx0" brushRef="#br0">26994 8992 7803,'-12'-6'1142,"3"3"-740,1-5 0,4 5 288,-4-1 0,-1 4-235,-3 4 0,1 9 104,3 7 1,-6 9-168,6 4 0,-6 3 10,6 2 1,2 4-110,2 4 0,3 1-102,1-2 0,9-2-1306,4-6 1,7-1 714,1-3 1,7-10-998,1-10 1,5-6 490,-1-7 0,-1-7 906,1-6 0,0-10 0,4-9 0</inkml:trace>
  <inkml:trace contextRef="#ctx0" brushRef="#br0">27614 8706 7803,'4'9'1236,"1"-1"1,-1 0-408,-4 5 0,4-1-183,0 0 1,0 8 26,-4 5 0,0 5-264,0 7 1,-1 2 191,-3 2 0,2 4-211,-2 9 0,3-3-991,1 3 1,-6-3 508,-2-1 1,-3-1-667,-1 1 1,-5-6 147,0-3 1,0-8-211,0-4 1,2-9 483,-6-8 1,5-5 103,-5-7 0,4-6-85,-3-2 0,-1-7 64,-4-2 1,2-5 35,2 2 0,-1-5 147,6-4 0,-2 1-4,1-5 0,7 2 44,-2-3 0,8 0 37,0 5 0,4 2 406,4 6 1,4 7-247,9 6 0,3 5 257,9-1 0,-1 4-168,5 4 1,1 7 610,8 6 1,-2 1-280,5-2 0,-3-2-545,3 2 0,-5-2-552,1-1 0,2-2-607,-2-3 0,1 1-1611,-5-4 2727,-5-1 0,4-4 0,-5 0 0</inkml:trace>
  <inkml:trace contextRef="#ctx0" brushRef="#br0">28185 8992 7760,'4'12'1145,"0"1"1,2-2-1606,-2-3 0,1 7 58,4-3 1,2 9 2019,-3 0 0,0 6-601,5 2 1,-5 6-353,4-2 0,-1 3-775,-6 1 1,-1 0 131,-4 0 0,-6 0-673,-2 1 0,-13 3 458,-4 0 0,-8 1-622,0-5 1,-4-4 363,-4 0 0,3-7-270,1-1 1,6-7-35,6-10 0,4-2 755,0-6 0,6-11 0,-3-3 0</inkml:trace>
  <inkml:trace contextRef="#ctx0" brushRef="#br0">28867 9190 7728,'-20'0'3146,"-1"0"-2640,6 0 1,4 0-171,11 0 1,11 0 890,9 0 0,11 2-571,6 2 1,7-3-378,10 3 0,1-2-80,3-2 1,3-5-816,-4 1 0,-1-5-47,-3 0 0,-4 0-591,-8 0 1,-5 0-1886,-11 5 1519,-12 0 1620,-7 4 0,-19 5 0,-6 2 0</inkml:trace>
  <inkml:trace contextRef="#ctx0" brushRef="#br0">28967 9389 7728,'-6'6'1858,"5"1"-709,-3-3-803,2-2 1,4 5-148,2-3 1,8-3 956,9 3 0,13-2-538,8-2 1,6-6-691,6-2 0,8-3-395,-28 5 1,2 0-1,1-2 1,0-1-216,3 1 1,-1 0 0,-1-1 0,0 1-800,1 2 0,0 0 1212,-3-3 0,-1 0 1,32-11-1,-5-4 0</inkml:trace>
  <inkml:trace contextRef="#ctx0" brushRef="#br0">30282 9091 8671,'-9'0'736,"1"0"0,4 0-24,-4 0 1,3 0 439,-3 0 1,4 4-597,-4 0 1,5 2-57,-1-2 1,1-1 634,-1 5-728,3-5 1,-5 4 528,6-3-185,6-3-429,0 5 1,7-6 156,-1 0-6,-5 0-402,4 0 0,-8 0-317,5 0-360,-5 0 459,3 0-390,-6 0 15,0 0 656,0-6 4,0 5 233,0-5-385,0 6 120,0 0-663,0-5 377,0 3 1,0-5-828,0 3 253,0 3 342,0-5 0,1 6-159,3 0 132,-3-5-1,5 3 6,-6-3-612,0 5 657,5 0 1,-3-1-1286,2-4-32,-3 4-591,-1-4 2297,0 5 0,-5 0 0,-2 0 0</inkml:trace>
  <inkml:trace contextRef="#ctx0" brushRef="#br0">30331 9178 7773,'13'0'-1274,"-5"-2"1019,0-2 0,-5 1 866,1-5 1,-1 4-108,1-4 0,-3 4 399,3-5-97,-2 1-410,-2-4 1,-4-1 59,-1 1 1,1 4 261,4-1-407,-5 7 0,2-8-72,-5 6 1,4 0 205,-5 4 0,5 0-112,-4 0 0,0 1-31,-5 3 0,1 3-76,0 6 1,-1-1-131,1 0 0,-5 5-7,1-1 0,-1 6 102,5-1 0,-5 7-224,1 1 0,0 5 41,8-1 0,-1-1-7,4 1 0,1-1 33,4 1 0,2-7 6,2-5 1,8-6 0,9 1 0,2-8-89,2-3 0,4-5 97,0-5 0,5-3-4,0-8 0,1-2-56,3-3 1,-3-6 60,-2 2 1,2-3-79,-6 3 1,0 1 50,-4-1 1,-7 1 138,-6 4 0,-1-4 18,-7 4 0,-5-4 108,-8-1 1,-3 1-526,-4-1 0,0 0 135,-4 0 1,-1 6-650,-4 2 0,0 4 386,1 0 0,-1 6-768,0 3 0,-4 3 494,0 1 0,0 9-198,4 4 1,-4 6 17,0-2 819,0 5 0,5 2 0,-1 8 0</inkml:trace>
  <inkml:trace contextRef="#ctx0" brushRef="#br0">7232 11237 7773,'0'-25'53,"0"0"1,0 0 108,0 0 1,4 1 382,1-1 0,-1 0-164,-4 0 1,0 6 166,0 2 1,-2 3-143,-2 2 1,-7 5-188,-5 3 1,-6 5-16,1 8 1,-8 2 11,-4 14 1,-3 2-98,-1 10 1,1 1 84,3-1 0,1 4-216,3 0 0,7 2 82,-3-2 0,9-7-325,-1-1 0,9-6 80,4-2 0,8 0-24,4 0 1,9-6 99,4-3 1,7-2 63,6-1 0,1-1-133,3 0 0,-1 1 61,0-1 1,-1 1-113,-3-1 1,-1 6 90,-3 3 1,-9-2 95,1 2 1,-11-1 184,-6 5 0,-3 0-85,-1 0 0,-1-5 94,-3 1 0,-3-6-60,-6 2 0,1-4-89,0 0 1,-2-1 40,-3 1 1,8-5-400,-4 0 1,3-5 25,-2 1-408,0-3 0,1-2-292,2-3 1,2-3 467,3-5 0,3-6 216,-3-3 0,2-2 335,2-2 0,6-5 0,1-2 0</inkml:trace>
  <inkml:trace contextRef="#ctx0" brushRef="#br0">7443 11584 7773,'13'0'405,"-1"0"1,0 1 297,1 3 0,-1-1-199,1 5 1,-2 6 292,-3 7 0,-3 2-324,-5 2 0,-4 1-213,0 3 0,-5-1-56,0 5 0,2-6-865,-1 2 1,5-7-907,-1-1-1184,3-6 2751,1-2 0,0-19 0,0-8 0</inkml:trace>
  <inkml:trace contextRef="#ctx0" brushRef="#br0">7567 11410 7773,'7'-8'685,"-3"0"1,-1-1-117,1-3 0,3 4-180,5-1 1,1 7-477,-1-2 1,5 2 44,-1 2 1,5 0-437,-4 0 1,1 6-605,-2 2 1,-2 7 1081,2 2 0,-2 10 0,-1-1 0</inkml:trace>
  <inkml:trace contextRef="#ctx0" brushRef="#br0">7815 11695 7773,'-5'18'279,"2"2"171,-5 4 0,4-3-96,-5 0 1,7-6 375,-2 1 1,2-2-258,2-1 1,2-6-588,2-3 0,3-3 146,5-1 0,2-7-734,2-5 0,4-2 437,4-7 1,-3-4-486,0-3 0,-1-1 348,5 4 1,-5 0 157,-4 0 0,-2 6 454,-2 2-397,1 4 893,-1 6 1,-5 3-381,-3 8 0,-3 4 599,-1 9 0,-5-2-334,-3 5 1,1 1 187,-1 4 0,1-5-436,-2 1 1,0-2-339,5 2 0,-5-2-314,5-2 1,0-3 281,4 2 1,0-2-2188,0-2 1664,0 1 0,6-5-963,2 0 1,0-6 1512,5-2 0,-4-6 0,9-6 0</inkml:trace>
  <inkml:trace contextRef="#ctx0" brushRef="#br0">8374 11671 7773,'0'12'1591,"0"0"-600,0 1 0,0 3 1,0 1 1,1-1-471,3-3 1,-1-5-612,5 0 1,0-1 101,5 2 0,3-4-134,1-5 1,5-5 177,-1-4 1,6-3-665,2-5 0,-4 2 396,-4-6 1,-1 1-485,5-5 0,-6 4-301,-2 1 675,-3 5 0,-7-3 454,-3 5 1,-8 6-131,-5 3 1,-7 6 202,-5 6 1,-2 1-130,-2 12 0,-3 4 698,4 4 0,-4 4-331,7-4 1,3 4 298,2-4 1,2 4-658,2-4 0,5-2-21,3-6 1,9 0-309,8-9 1,4 2 174,8-10 0,1-1 119,3-7 0,3-3-9,5-6 0,6-3-3072,3-1 3030,2-5 0,7-2 0,1-8 0</inkml:trace>
  <inkml:trace contextRef="#ctx0" brushRef="#br0">9875 11249 7773,'-7'-12'560,"1"-1"0,17 2-166,6 3 1,16 2 562,8 6 0,8 6-395,4 2 1,7 3-545,2 2 1,1-5-643,-9 0 1,-6-4 480,-7 4 0,2-5-268,-2 1 1,-5-8 320,-7-4 0,-8 1 90,-5-1 0,-2 0 0,-1-5 0</inkml:trace>
  <inkml:trace contextRef="#ctx0" brushRef="#br0">10197 11373 7773,'-5'26'0,"3"7"400,-2-8 1,-1 8-24,1 0 1,-1 11 540,5 2 0,0 9-264,0-6 1,0 8-241,0-3 1,0 2-1107,0-6 0,0-5 493,0-12 0,2-5-423,2-12 578,3 1 1,5-16-2250,1 4 2293,-6-10 0,-2-7 0,-5-7 0</inkml:trace>
  <inkml:trace contextRef="#ctx0" brushRef="#br0">10185 11807 8215,'12'0'1589,"1"0"0,-1 0-1038,0 0 0,8 0-471,5 0 1,6-5 39,11-4 0,2-2-891,5-1 1,0 1 503,-4 3 1,2-3-981,-6 2 1247,-5 4 0,0-6 0,-4 4 0</inkml:trace>
  <inkml:trace contextRef="#ctx0" brushRef="#br0">11587 11596 7773,'-5'-8'1752,"1"0"-1008,-5-1 1,7 4 47,-2 5 1,3 11 73,1 10 1,0 9-378,0 7 1,0 0-171,0 5 1,0 2-104,0 1 1,0-2-364,0-2 0,0-4 188,0-3 0,4-6-1304,0-7 1,10-4-11,-2-9 1,5-9-2027,-1-12 3299,-2-5 0,4-18 0,-6-2 0</inkml:trace>
  <inkml:trace contextRef="#ctx0" brushRef="#br0">11649 11398 7773,'0'-13'2269,"0"1"1,1 1-1736,3 3 1,9-2-151,7 6 1,4 0-1588,0 4 1,3-4 12,2-1 0,6 1 1190,7 4 0,5 6 0,-3 1 0</inkml:trace>
  <inkml:trace contextRef="#ctx0" brushRef="#br0">12244 11571 7773,'-16'24'473,"-1"-4"0,-4 3 652,5-7 0,-6 6 570,1-1 1,2-3-865,-2-2 1,6-2 265,-2-2-744,9 1 1,4-2-498,8-3 0,4 2 199,9-6 1,2 1-70,6 0 0,0-4 4,0 3 0,-1 2-104,1-2 0,0 5-61,0 0 0,-4-2 22,-1 1 1,-5-1-77,2 1 1,-5 3 75,-3-3 1,-4 3-168,-5 2 1,-5 3 104,-4 1 1,-7-1-710,-5-3 1,-6 3 188,-2 1 0,-2-1 64,2-3 0,-2-1 671,-7 0 0,1 6 0,0 2 0</inkml:trace>
  <inkml:trace contextRef="#ctx0" brushRef="#br0">13770 11919 7773,'-14'-25'-279,"-2"0"0,2 0 75,-3 0 0,4 5 255,0-1 0,1 10-88,-1-1 0,-3 8 1020,-1-1 0,1 10-238,3 3 1,2 8-52,3 5 1,-2 8-65,6 4 0,0 3-227,4 1 0,0 0-324,0 0 1,0-1 65,0-3 1,1-4-203,4-8 0,1-4 109,7-9 0,3-3 152,1-5 0,5-11-655,-1-5 0,2-8-1018,2-5 1,0-2 670,0-7 0,-2 1 310,-2 0 1,1 5 510,-6 3 0,1 9-98,-5 3 425,1 9 0,-5 5-255,0 11 1,-5 10 305,1 11 0,-3 6-13,-1-2 1,0 3 188,0 1 1,0-5-821,0-3 0,6-9 208,2-3 0,3-5-879,2-4 0,0-5 478,4-11 1,2-7-1116,6-14 1551,0-3 0,0-11 0,0-1 0</inkml:trace>
  <inkml:trace contextRef="#ctx0" brushRef="#br0">14328 11162 8731,'-4'-5'1516,"0"5"1,-2 11-518,2 9 0,-3 15-451,-5 6 0,0 11-444,-1 6 1,7-23-1,1 1-271,1 0 0,0 2 0,-1 3 0,0 1-276,3-1 1,0 0 0,0 1 0,0-1 293,2-1 1,0-1-1,0-3 1,1-1-1311,3 23 1,5-3 349,7-5 0,-1-17 1109,6-8 0,0-20 0,4-6 0</inkml:trace>
  <inkml:trace contextRef="#ctx0" brushRef="#br0">14750 11757 8388,'-12'7'1383,"-6"4"-1519,-3-2 0,-2 3-7,-2 5 0,-4-1 1807,0 9 1,-6-2-753,2 10 0,-1 0 94,1 5 0,8-7-482,8-2 0,9-4-894,4-4 0,14-5 101,6-7 0,6-4-60,3-5 1,5-11-195,3-5 0,-1-2 334,1-3 0,-5 6-73,1-2 1,-4 3-61,-5 2 0,2 5-375,-5 3 396,5 3 1,-8 8 319,2 5 0,-6 7 33,-2 10 0,-5 3 92,1 5 1,-3 0 98,-1 1 1,0 4-118,0 4 0,-1 2 59,-3 2 1,-3-5-18,-5 0 1,-2 4 279,-3 0 1,2 0-154,-6-8 0,1-3 99,-5 4 0,2-1-125,2-4 1,-3-8-113,4-12 0,2-9-683,1-4 1,-1-8 327,2-4 1,1-10-636,6-7 1,-2-1 390,3-7 0,3-4-272,0-5 0,4-5 227,1 2 0,1-3-951,4-2 0,1 2 1438,7 2 0,5 4 0,1 5 0</inkml:trace>
  <inkml:trace contextRef="#ctx0" brushRef="#br0">15457 12204 8765,'7'8'1459,"-3"0"1,-2-3-94,-2 3-1540,-6 0 1,0 5 163,-2-1 0,1-4-1485,3 0 1495,3-5 0,-10 8 0,4-4 0</inkml:trace>
  <inkml:trace contextRef="#ctx0" brushRef="#br0">16127 11857 7799,'12'-43'395,"-3"4"46,-1-2 1,-4 8-259,4 4 1,-5 8-128,1 5 1,-8 8 856,-4 3 1,-3 5-380,-2 5 1,-3 8-8,-1 12 0,1 3-124,3 9 0,1 3 34,0 9 0,3-2-190,1 3 1,5-7-260,-1 6 0,3-3-832,1-1 0,0-3 592,0-9 1,7-10-274,5-11 1,6-5 178,7-7 0,5-16-935,3-9 1,3-9 37,1-8 869,6-7 1,-4-2 0,3-5 0</inkml:trace>
  <inkml:trace contextRef="#ctx0" brushRef="#br0">16722 11162 7799,'-1'7'1235,"-3"-3"0,-3 4-513,-5 5 0,-1 6 477,1 10 1,-6 14-564,-3 11 0,-2 10-359,10-29 0,1 1 0,-1 2 0,1 1-3,-1 0 0,1 0 0,3 0 1,0-1-114,3-2 1,0-1 0,-1 31-442,7-8 0,0 0-668,0-9 0,2-2-903,2-10 1,4-9 931,8-3 0,5-14-738,8-3 1,0-18 852,8-10 0,-2-9 804,6-9 0,-8-4 0,2-2 0,-6-6 0,-1 0 0</inkml:trace>
  <inkml:trace contextRef="#ctx0" brushRef="#br0">16859 11869 7809,'0'12'1351,"0"1"0,-1-1-99,-4 1 0,3 5-598,-7 2 0,2 4 48,-1 0 1,-1-3 147,4 0-760,1-6 0,10-3-138,2-7 1,9-7-218,3-6 1,4-6-237,1-11 0,3-1-13,1-3 1,-1 3-226,-7-3 0,1 4 212,-6 5 0,-3-2 328,-5 5 43,-5 0 1,-7 6-66,-9 3 1,-12 3-1,1 5 1,-10 7 12,1 5 1,2 4 198,-2 5 0,5 3 283,-1-4 1,4 2 161,5-1 0,2 1 17,5-5 0,6-1-761,3-4 0,6 1 59,6-1 1,7-5-1331,14-3 1,3-4 160,5-4 1418,6-8 0,1-19 0,5-7 0</inkml:trace>
  <inkml:trace contextRef="#ctx0" brushRef="#br0">17343 11720 7809,'12'-5'698,"1"3"0,-2-5 1556,-3 3-1030,3 3-444,-10 1 1,-1 11 107,-8 5 1,-7 5-407,-2-4 0,1 5-338,3-2 0,1 0 50,-1 0 0,2-4-517,3 0 1,3-2 264,5-2 0,1-1-310,3-2 0,9 0 29,7-5 1,4 0-138,1-4 0,-1 2 459,1 2 0,-1-3-100,-4 3 0,2 3 637,-5 2 1,-5 2-282,-3 1 1,-7 2 69,2 2 0,-8 0-74,-4 4 1,-4-3 156,-5 3 0,-2-4-323,-6 0 0,4 1-513,1-5 0,4 2-2213,0-10 2004,2 0 0,7-5-1104,3-3 1,4-7 850,4-6 0,4-9-268,9 1 1174,2-8 0,6 1 0,0-5 0</inkml:trace>
  <inkml:trace contextRef="#ctx0" brushRef="#br0">17678 11931 7809,'7'12'0,"4"2"1562,-3 3 1,3-3-716,1 2 1,-3-2 209,-1-2 0,0-1-485,4-2 0,5-4-123,0-5 0,5 0-349,-2 0 0,8-10-264,1-2 1,5-9-514,-1 1 0,-2-4 500,-2-1 0,-7 2-445,-2 2 1,-9-1 204,2 6 0,-9-1 21,0 5 0,-9 5-1,-8 3 1,-6 2 307,-10 2 1,1 2 123,-5 2 0,4 4 204,-4 9 0,4 2 340,-4 6 0,10 0-286,-2-1 1,4 1-19,1 0 0,3 0-29,9 0 0,2-5-852,6 1 0,2-6 355,2 2 1,4-5-1090,9-4 0,2-2 184,6-6 1156,0 0 0,10-11 0,4-3 0</inkml:trace>
  <inkml:trace contextRef="#ctx0" brushRef="#br0">18248 11956 7809,'0'12'1226,"0"1"1,0 0-538,0 4 1,-4-2 736,0 6 0,-6-1-706,2 5 1,-7 0-343,-2 0 1,5-2 946,4-2 0,1-3-627,-1-6 1,3-5-1048,10-3 0,7-5 277,9-7 0,3-7-1005,5-14 1,3 1 252,5-5 0,1 0-569,-1-4 0,4-6 500,0-3 1,1 2 117,-5-1 0,0-5 639,0-3 1,-18 22-1,-2 0-72,16-27 1,-2-4 857,-6 8 0,-6 11-345,-3 10 986,-7 11 0,-5 17-145,-8 13 1,-3 10 159,-6 11 1,-3 2-317,-1 7 1,-1-1-486,2 0 1,2 0-339,-3 0 1,4 1 176,0-1 1,5 0-1404,0 0 1,1-4 1007,-1 0 0,2 3-2293,6 1 0,0 2 67,0-10 2277,6 0 0,6 1 0,7 2 0</inkml:trace>
  <inkml:trace contextRef="#ctx0" brushRef="#br0">20035 11770 7728,'13'-4'1328,"4"0"1,0-1-1039,7 5 1,9 0-217,13 0 0,6 2 42,2 2 1,0-3-227,-5 3 0,1-2-411,0-2 1,-2 0 226,-3 0 0,-7 0-1168,-9 0 1462,-14 0 0,-4-6 0,-11-1 0</inkml:trace>
  <inkml:trace contextRef="#ctx0" brushRef="#br0">20047 12055 7728,'-12'12'3237,"8"-3"-2497,8-1 1,14-1-296,15 1 1,9 2-316,8-6 0,7-3 2,9-9 1,-30 2 0,2-2-776,3-3 1,1-3 0,0-1 0,0-1 463,0-2 0,-1-1 1,-4 0-1,-1 0-806,-5-1 1,0-1 0,22-18 984,-11 2 0,-6-5 0,-12-3 0</inkml:trace>
  <inkml:trace contextRef="#ctx0" brushRef="#br0">20630 11472 8751,'-7'0'148,"2"0"1,16 0 340,5 0 0,8 2-282,5 2 1,8 4 348,8 8 0,4 4-234,0 5 0,-1 1-244,-2 3 0,-9 4-178,-8 8 0,-14-2-294,-6 2 1,-9 2-85,-9-2 0,-6 6 262,-14-2 1,-4 2-382,-8-1 1,1 2 294,-6-3 0,6-2 140,-1-1 0,4-4 0,4-1 1,2-5-583,7-3 0,-1-7 744,0-1 0,3-3 0,5-2 0,6-5 0</inkml:trace>
  <inkml:trace contextRef="#ctx0" brushRef="#br0">22379 11547 7845,'0'-16'531,"0"4"902,6 2-337,-5 3 1,10 9-512,-3 10 1,-1 12 420,2 9 0,-5 8-468,4 5 0,-5 2-539,1 1 1,-4 1-112,-4 0 1,2-2-129,-2-3 1,-1-7-1072,1-10 1,0-7 138,4-4-2008,0-4 3180,0-11 0,-6-9 0,-1-12 0</inkml:trace>
  <inkml:trace contextRef="#ctx0" brushRef="#br0">22466 11336 7845,'-12'-7'3722,"5"-4"-2738,3 3 1,2 1-511,2-2 0,6 7-529,2-2 1,9 2 109,3 2 1,0 0-1600,0 0 1,-3 0 406,4 0 1137,-6 0 0,14 6 0,-3 1 0</inkml:trace>
  <inkml:trace contextRef="#ctx0" brushRef="#br0">22789 11385 9232,'8'0'1078,"0"0"1,0 0-575,5 0 0,-1 0 800,1 0 0,-1 6-158,1 2 0,-1 5-589,0 3 1,1 3-197,-1 6 1,-5 1-87,-3 3 1,-2 3-340,-2 5 0,-6 2 110,-2 2 1,-5-2-485,-3 2 1,2 0 175,-3-3 1,8-5-502,1-13 376,5-2 230,-3-5 1,12-12-67,2-5 0,4-11 45,5-6 1,2-4-280,6-4 0,0 2 151,0-6 0,-5 1-1328,1-1 0,0-7 380,4 3 1,-6 1 1253,-3 3 0,4-6 0,-1-5 0</inkml:trace>
  <inkml:trace contextRef="#ctx0" brushRef="#br0">23310 11274 7845,'4'8'0,"0"0"0,4 1 419,-4 3 1,6 0 1381,-2 1 0,-1 1-893,1 2 0,-5 3-54,1 6 0,-2 4-334,-2 0 1,-2 5-402,-2 0 1,-4 1 41,-9 3 1,4-1-193,-4 0 0,-1 3-246,2-3 1,0-2-248,8-11 1,-1-4-294,4-4 547,1-7 1,10-12 101,2-14 1,9-3-22,3-14 1,0 0-98,0-7 0,1 1 97,4-6 1,5 5-23,3-5 1,-1 6-115,1-1 1,0 4 27,4 4 1,5 4-1290,-1 8 0,0 5 1586,-4 7 0,-2-4 0,-1 7 0,1 6 0,-5 6 0,-2 2 0</inkml:trace>
  <inkml:trace contextRef="#ctx0" brushRef="#br0">24898 11361 7845,'5'-7'1188,"-2"1"-891,5 6 0,-5 13 912,1 7 0,-3 17-194,-1 17 0,-6 11-438,0-25 0,-1 3 0,1 1 0,-2 1-519,-2 6 0,0 2 0,0-3 1,-1 2 199,-1 1 0,-1 1 1,0-3-1,0 0-490,-2 1 0,1-1 0,1 1 1,1-2 171,0-2 0,-1-1 0,1-4 0,1-2-461,-6 26 1,6-12 404,7-10 1,3-9-1436,1-15 1,1-10 221,3-11 1,3-7 14,6-10 0,-1-9 351,1-11 0,-2-6 963,-3-6 0,8-7 0,-2 0 0</inkml:trace>
  <inkml:trace contextRef="#ctx0" brushRef="#br0">24798 11633 7845,'13'-31'1228,"-1"2"1,1 7-523,-1 1 0,6 6 452,3-2 1,-2 8-552,2 0 1,-2 7 109,2-2 0,1 8-269,-6 4 1,1 4-312,-5 5 0,-4-2-265,1 6 0,-7-1-352,2 5 1,-2 0-1105,-2 0 0,-6 0 902,-2-1 0,-3 7-1235,-1 2 0,-1-3 270,1-1 1647,-1-3 0,1-1 0,0 0 0</inkml:trace>
  <inkml:trace contextRef="#ctx0" brushRef="#br0">25257 11683 7845,'0'12'0,"0"1"0,0 3 1560,0 1 0,0 5-711,0-1 0,-5 1 730,-3-2 1,1 2 5,-2-5-1269,7 5 1,-1-14-400,11 0 1,3-16 144,14-8 0,3-8-1005,9-5 0,-4-4 634,0-8 1,-1 6-738,1-2 0,-8 8 364,-9 0 0,-4 9 236,-3 3 0,-6 5 200,-12 3 1,-7 5 287,-17 8 1,-2 5-36,-10 7 0,3 2-144,-3 3 0,5 2 376,-1-2 0,7-3-66,5-2 0,9-2-895,3-1 299,3-1-1013,8 0 1,7-6 1435,11-6 0,6-17 0,7-9 0</inkml:trace>
  <inkml:trace contextRef="#ctx0" brushRef="#br0">25791 10976 7807,'12'-7'1053,"1"-2"222,-1 4 0,-4 4-177,1 9 0,-7 7-518,2 14 1,-4 9 85,-4 7 1,-4 5-250,-9 3 1,2 9-73,5-27 1,0 1-1,0 0 1,-1-1-81,-1 1 0,-1-1 0,1 1 0,1-1-721,-10 31 0,2-4-428,2-4 1,9-8-781,0-5 0,5-5-845,3-15 0,10-3 1290,2-9 0,9-9 1219,-1-8 0,4 2 0,1-9 0</inkml:trace>
  <inkml:trace contextRef="#ctx0" brushRef="#br0">26014 11671 7807,'0'12'0,"0"0"1160,0 1 0,0-1-494,0 1 1,0 5 691,0 2 1,-1 4-644,-3 0 1,1 1-230,-5 0 1,5-4-153,-1-1 0,2-4-511,2 0-16,0-2 1,6-7-112,2-3 1,9-4-338,3-4 0,4-3 354,0-6 0,1 5-161,0 0 1,4 5 74,0-1 1,0 3 183,-4 1 0,-5 7-37,1 5 1,-6 6 184,2 7 0,-8 1 185,0 3 1,-7 2 219,3 7 0,-5 0 187,-5 4 0,-1 2-265,-7 5 0,-5 2-36,-2 3 0,-8-2 85,-1 6 0,-5-7 34,1-1 1,-2-9-44,2-12 1,3-7-250,5-14 1,1-2-3,4-6 1,3-12-68,9-9 1,2-8-212,6-8 1,7-6 141,6-2 0,5-2-822,6 1 1,3-2 502,2 3 1,-2-6-495,6 1 1,0-1 336,5 10 0,-1-5-568,0 5 1,4-5 129,1 5 975,5 0 0,-7 9 0,5 0 0,-1 3 0,-4 5 0,-4 4 0</inkml:trace>
  <inkml:trace contextRef="#ctx0" brushRef="#br0">27217 11609 7741,'13'-20'689,"-1"4"0,6 3-239,3 5 0,1 5 375,-1 12 0,-4 7-323,-4 17 1,-6 2 421,-3 10 1,-3 1-510,-1 3 1,-5-5-249,-4-2 0,0-4-1257,1-1 0,-2-10 319,6-7-2705,0-5 2061,4-8 1415,0-1 0,0-17 0,0-3 0</inkml:trace>
  <inkml:trace contextRef="#ctx0" brushRef="#br0">27590 11534 9836,'6'6'-1202,"0"1"205,-6 5 0,4 2 628,0 2 0,0 8 369,-4 5 0,0 6 0,0 3 0,0 3 0,0 5 0,0 0 348,0-4 1,0-6 312,0-8 0,-1-3 2496,-3-4-2255,2-9 1,1-8-16,5-8 1,11-4-426,2-8 1,5-4-556,3-5 1,1 1-51,3-1 0,-2 1-175,7 4 0,-7 3 273,2 9 0,-4 2 45,-4 6 0,-4 7-92,-4 6 1,-6 6-51,-3 10 1,-3-1-99,-1 5 1,-4 0 69,0 4 1,0-5-1388,4-3 0,1-7 1557,3-2 0,9-5 0,6 3 0</inkml:trace>
  <inkml:trace contextRef="#ctx0" brushRef="#br0">28780 11299 7741,'-23'-2'599,"2"-2"1,3 1 648,6-5-295,5 5 1,13-2-163,10 5 0,9 0 346,8 0 1,6 1-437,10 3 0,8-2-289,5 2 0,1-3-672,8-1 0,-7 0 348,2 0 1,-3-5-910,-6-4 0,-3 2-276,-8-1 1,-11 1-894,-10-1 1,-11 1 1989,-10 3 0,-8-3 0,-3-5 0</inkml:trace>
  <inkml:trace contextRef="#ctx0" brushRef="#br0">29053 11398 7774,'-27'33'-359,"2"0"0,4 7 2035,13-3 0,3 6-738,5 6 0,0 1 483,0 0 0,0-5-705,0 1 1,0-8-827,0-1 1,0-1-96,0-7 1,-2 0-154,-2-4 0,3-6-572,-3-2-979,2-4-2280,2-6 4189,0-1 0,-5-17 0,-2-3 0</inkml:trace>
  <inkml:trace contextRef="#ctx0" brushRef="#br0">28991 11894 7774,'13'0'3606,"-1"0"-2933,1 0 1,4 0-241,4 0 0,4-2-23,4-2 1,3-3-162,5-5 1,0 0-1583,0-1 1,2-3 195,2-1 0,-8 1 1137,0 3 0,-16-5 0,-6-1 0</inkml:trace>
  <inkml:trace contextRef="#ctx0" brushRef="#br0">27217 11224 7885,'-20'-12'987,"-1"-1"1,6 2-615,-2 3 1,9-3 1819,4 3-1562,3 2 0,2 1-1026,3 5 0,4 0 260,9 0 0,6 0-2719,6 0 2854,6 0 0,-4 5 0,7 2 0</inkml:trace>
  <inkml:trace contextRef="#ctx0" brushRef="#br0">29674 11336 7885,'7'-6'1115,"9"5"156,1-3 0,16 4 90,8 4 1,11 3-660,6 5 1,3-4-1253,1 1 1,-7-7 474,-5 3 1,-2-5-953,-7-5 1,1-1 640,-5-7 1,-7 1-1624,-5-1 1,-6 1 2008,-6 0 0,-12-1 0,-2 1 0</inkml:trace>
  <inkml:trace contextRef="#ctx0" brushRef="#br0">30083 11534 7885,'-19'18'777,"-3"-3"19,5 6 1,1 0-307,3 3 0,5 1-338,0 0 1,-1 5 1555,-3 3 0,1-1-807,3 1 1,-3-4-426,2 4 0,2-5-191,-1 1 1,5-3-640,-1-1 0,4-2 97,4-2 0,5-3-99,7-6 1,5-5-148,8-3 0,1-3-736,3-1 1,7 0-39,-3 0 1,3-5 626,-2-3 0,-5-3 650,0-2 0,-6-5 0,4-1 0</inkml:trace>
  <inkml:trace contextRef="#ctx0" brushRef="#br0">30381 11609 7745,'0'12'0,"-4"2"1363,-1 2 1,1 4-393,4 4 1,2 7-186,2 2 0,3-2-368,5 3 0,1-7 24,-1 2 1,6-3-1155,3-1 1,2-10 482,2-2 0,5-9-430,3 0 0,7-4 238,2-4 421,4-3 0,-1-17 0,4-2 0</inkml:trace>
  <inkml:trace contextRef="#ctx0" brushRef="#br0">30889 11571 7745,'-37'20'0,"-4"7"368,-1-2 1,-3 9 548,4 4 0,-6 0-647,1 8 1,-2-5 704,-2 5 1,8-12-1049,4-1 0,12-9 427,10-4-1817,7-5 0,5 2 1499,8-9 1,9-2-1,6-6 1</inkml:trace>
  <inkml:trace contextRef="#ctx0" brushRef="#br0">31212 11522 7738,'16'-13'0,"1"1"0,2 4 601,2-1 1,0 7 839,8-2 0,-3-2-643,-1 2 0,1 0 110,3 4 1,-3 0-576,3 0 0,1 0-120,-1 0 0,1 0-577,-1 0 1,-7 7 275,3 5 0,-8 6-335,-1 7 1,-6 1 91,-2 3 0,-6 3 74,-2 5 1,-7 0 1,-10 0 0,-3 6 224,-9 2 0,-3 4-128,-5 0 0,-2 2 245,-2 3 1,6-6-621,-2 6 0,8-13 241,0 1 0,8-5-1056,5-8 1,-2-4 444,1-5 1,1-6-212,4-2 1115,-1-5 0,6-1 0,2 1 0</inkml:trace>
  <inkml:trace contextRef="#ctx0" brushRef="#br0">19241 13320 7721,'-6'-19'682,"3"-3"-512,-5 5 1,1 1 1219,-1 3-517,3 1 1,5 6-364,0 6 0,1 11 302,3 10 0,-3 8-335,4 4 0,-4 10-328,-1 6 1,-4 2 6,0 7 0,-6-5-800,2 0 1,-2-6 545,2-1 0,2-9-2691,6-4 1212,0-3 1,6-23 1576,2-3 0,3-13 0,2-11 0</inkml:trace>
  <inkml:trace contextRef="#ctx0" brushRef="#br0">19228 13159 7721,'0'-13'986,"0"0"-740,0-4 0,0 3-197,0-2 1,10 2-50,2 2 0,5 5-342,-1 3 0,9-2-218,8 2 1,7 0 559,2 4 0,5 0 0,-3 0 0</inkml:trace>
  <inkml:trace contextRef="#ctx0" brushRef="#br0">19861 13109 7721,'-17'21'189,"1"0"0,-5-5 209,5 5 0,-2-2 976,1 2 1,-2 4-634,-6-1 1,6 1-339,2 4 1,9-7-145,4-1 1,3-5-230,1 5 1,9-6 107,4 2 1,11-3-228,1-2 0,8 0 120,0 1 1,2-2-363,-2-3 1,-3 3-45,-5-3 1,-2 3 181,-2 2 1,-4-1 1,-9 1 1,-3 0 78,-5 4 1,-1-2-176,-3 6 1,-7-2 79,-6 2 1,-5 1-285,2-6 0,-2 5-171,1-5 0,-1 1-350,5-5 0,-3 1 1012,3-1 0,-5 1 0,3-1 0</inkml:trace>
  <inkml:trace contextRef="#ctx0" brushRef="#br0">21399 13506 7721,'0'-14'514,"0"-2"0,-1 1-145,-3-6 0,-3 10 17,-6-1 1,0 7-129,-4 1 0,-2 10 305,-6 6 0,2 8-170,2 8 1,-3 10 36,4 7 1,2-1-230,1 2 1,5-6-165,4 1 1,-2-8-330,6-4 1,1-8 239,7-5 0,5-7-28,7-5 0,5-14 60,8-7 1,-2-10-760,6-6 0,-5-7 276,1-1 0,-2-1 63,2 5 1,-8 1 188,0 3 0,-6 3 201,-3 5 0,-3 6 684,-1 2-532,-5 9 0,2 9 526,-5 12 0,0 6-314,0 10 0,0 3-11,0 5 1,0 0 36,0 0 1,0-2-220,0 2 0,4-7 111,0 7 0,6-8-976,-2 0 0,3-3-978,2-1 1,5-10 335,2-2 1386,4-9 0,1 7 0,-1-4 0</inkml:trace>
  <inkml:trace contextRef="#ctx0" brushRef="#br0">22603 12774 7721,'-13'6'550,"5"1"-301,0 5 0,1 1 3,-2-1 1,-2 7 155,3 6 0,1 12 246,-1 13 0,0 5-180,-5 7 1,1 7-500,6-32 1,0 0 0,-1 2-1,1 0 137,0 4 1,0 0-1,-1-3 1,0-1-14,-1 2 1,-1 1-1,2-4 1,-1 1-288,-2-2 1,0 0-1,2-2 1,0 0 132,0 1 1,0-1-1,0 17-803,3-6 1,4-12 38,1-9 0,3-11-326,5-6 1,2-8 91,10-8 1053,1-6 0,4-11 0,0 0 0</inkml:trace>
  <inkml:trace contextRef="#ctx0" brushRef="#br0">22789 13543 7721,'0'25'1196,"0"0"-873,0 0 0,0 0 25,0-1 1,-4 5-120,-1 0 0,-3 4 676,4-4 0,-4-1-598,4-7 0,-5 1-574,5-6 1,0 1-2286,4-5 1425,0-5 690,0-2 0,0-21 1,0-5-1</inkml:trace>
  <inkml:trace contextRef="#ctx0" brushRef="#br0">22776 13357 7721,'9'-1'776,"-1"-3"1,0 1-277,4-5 0,6 4 12,3-5 0,-2 5-259,2-4 0,0 4-361,4-4 1,-1 5-2648,1-1 2755,0 2 0,-6-3 0,-1-2 0</inkml:trace>
  <inkml:trace contextRef="#ctx0" brushRef="#br0">23024 13643 7721,'0'19'1977,"-4"-1"-1389,0-6 1,-4 2 455,4 3 0,-2-4-490,2 4 1,3-3 558,-3-2 1,2 5-523,2-1 1,0 1-288,0-5 0,0-4-1231,0 1 834,0-1 0,0 0-897,0 0 0,2-5 680,2 1 1,3-8-838,5-4 1,0-5 361,1-3 0,1-3 498,2-6 0,-1 4 243,6 0 0,-6 2 221,2-1 0,-2 2 87,1 5 0,-2 2-259,3 3 1,-4 2 907,0 6 1,-5 2-373,0 2 1,-5 4-92,1 9 0,-2 3-108,-2 9 1,-2-1-329,-2 5 0,3-1-273,-3 1 1,-2-3-323,2-5 0,0-4-186,4-1 0,0-5-56,0 2-781,0-9 0,5-8 1604,4-8 0,7-14 0,3-4 0</inkml:trace>
  <inkml:trace contextRef="#ctx0" brushRef="#br0">23459 13779 7721,'-2'12'0,"-2"1"0,1 3 1107,-5 1 1,5 4-478,-1-5 0,3 1 2120,1-5-2057,0 0 0,7-5-336,5-3 0,6-4-632,7-4 1,4-4 224,0-8 0,4 0-277,-4-4 1,1-5 312,-1-4 0,-3-4-774,3 4 0,-4 1 343,-4 8 0,-3-2-855,-6 5 1030,-5-5 1,-4 14 372,-12 0 1,-6 5 259,-14 3 1,2 9-247,-6 4 1,-1 12 432,-3-1 1,6 10-219,2-1 1,0 2 32,4 3 1,-1-1-3,9 0 0,2-4-312,7 0 1,2-5-419,6 1 1,2-9-647,2-3 1,8-9-519,9-4 1,2-4 737,2-4 1,4-8 792,0-9 0,11-8 0,-2-3 0</inkml:trace>
  <inkml:trace contextRef="#ctx0" brushRef="#br0">24054 13742 7721,'0'12'0,"-1"-4"1052,-3 1 1,1-1-441,-6 4 0,0 6 975,-8 3 1,2 1-772,-6-1 0,6 2 69,-1-2 0,3 1-567,5-1 0,-2-4-415,6-4 0,2-6-587,6-3 0,3-3 507,5-1 1,0 0-928,1 0 1,3-5 590,1-4 1,4-2-840,-5-1 0,6-4 595,-1-1 0,-2-4 301,2 5 0,-6-6 279,1 1 0,-2 3 173,-1 2 1,-5-2 701,0 1 1,-4 5-315,5 3 625,-7 7 0,4 2-336,-6 8 1,0 9 154,0 3 0,-4 4-336,0 0 0,-5 1-41,5 0 0,-1 0-248,1 0 1,2-6-294,-2-3 1,3-2-768,1-1 0,1-6 545,3-3 0,-1-3-1550,5-1 0,0-5 796,5-4 0,-1-2 1066,1-1 0,5-6 0,1-1 0</inkml:trace>
  <inkml:trace contextRef="#ctx0" brushRef="#br0">24364 13717 7721,'0'-8'2275,"0"-1"-593,0 7-402,6-4-651,1 6 0,4 2-350,-3 2 1,3 3-82,-3 5 1,-2 6 64,-2 3 0,-1 2-65,1 2 1,-3 0-76,3-1 1,-4 5 100,-4 0 0,3-1-309,-3-7 0,2-4-41,2-4-192,0-1-158,0-5 0,6-8 241,2-12 1,9 0-19,3-8 1,2 0 69,-1-4 1,6 5-416,-2-1 0,3 2 167,-3-2 0,-1 3-1233,1 6 1664,6-1 0,-5-5 0,4-1 0</inkml:trace>
  <inkml:trace contextRef="#ctx0" brushRef="#br0">25381 13779 7687,'-19'0'2124,"3"6"-1646,7 2 0,7 0-142,10 4 1,8-2-118,17 7 0,6-4 184,11 0 0,5-6-81,3-3 0,2-10-1470,2-6 0,0-7 159,0-10 0,0-3 711,-30 14 1,-2-1 0,26-23-1544,-7 1 1555,-5 0 1,-6-2 0,-1-1 0</inkml:trace>
  <inkml:trace contextRef="#ctx0" brushRef="#br0">26014 13357 7687,'-18'13'1202,"0"-1"-902,-2 1 1,2 6 69,5 6 0,5 8-118,0 12 0,5 3 702,-1 14 0,-2 3-912,4-28 0,0 1 0,0-1 0,0 1 240,2 2 0,0-1 0,0-1 1,0 1-275,0 2 0,0 1 0,0-2 0,0 0-51,0-1 1,0 0 0,-2-2 0,0-1-42,-2 26 0,0-11 136,4-5 0,0-13-638,0-8 342,0-6-162,0-12 1,0-7 194,0-8 0,4-9-750,0-4 0,7-2-41,1-2 0,1-8 360,3 0 0,2-6 642,-1 6 0,5-8 0,-3-3 0</inkml:trace>
  <inkml:trace contextRef="#ctx0" brushRef="#br0">26610 13655 10858,'-18'5'0,"-2"9"1410,-5 11 0,-6 7-487,-6 9 1,-1-1-193,-3 6 0,2-1-212,2 5 0,12-6-159,9-3 0,8-9-644,8-7 1,5-10 189,3-7 1,10-7-574,7-1 0,4-7 470,4-9 1,3-3-317,-3-6 1,1-1-222,0-3 1,0 3-264,-5-3 1,4-2 481,-4 2 0,-1-4 22,-8 4 0,2 6 581,-5 6 1,-1 4-203,-3 0 0,-6 8 587,-3 5 0,-3 7-380,-1 9 1,-5 3 308,-4 6 0,0 4 155,0 0 1,-2 4 411,3-4 1,3 1-489,1-1 0,2-7-239,2 3 1,0-8-980,0-1 0,2-7 519,2-5 1,3-3-1540,5-1 1,2-5 814,2-4 0,2-7 942,3-5 0,8-8 0,-3-3 0</inkml:trace>
  <inkml:trace contextRef="#ctx0" brushRef="#br0">27180 13643 7710,'0'8'1015,"0"0"1,0-4-821,0 5 1,-1 4-157,-3 8 0,-5 4 2132,-7 4 0,1-2-1038,-6 6 0,2 0-244,-2 5 0,7-7-722,6-2 0,7-4-544,1-4 0,6-5 231,11-7 0,4-4-129,8-5 1,4-7-1112,8-5 0,-1-6 604,6-7 0,-6-4-870,1 0 1,-3-5 697,0 1 1,3-3 953,0-1 0,1-6 0,-5-1 0</inkml:trace>
  <inkml:trace contextRef="#ctx0" brushRef="#br0">27850 13171 10056,'0'13'1332,"-1"2"-415,-3 6 1,-2 5-66,-2 11 0,-3 11 200,2 6 0,3 5-688,-3 3 0,1-1 557,-4-3 1,3 1-844,1-5 0,4-6 75,-4-7 1,5-4-1114,-1-3 1,2-8 326,2-6-1625,0-10 945,0 1 1,0-12-377,0-3 1,-6-3 1057,-7-6 0,-1 1-296,-6-1 0,-1 0 927,-4-4 0,-4 2 0,0-6 0,0 1 0,5-5 0,-3 0 0,-2 0 0,5-2 408,-1 2 0,5-1 350,8 9 0,5 5 2351,3 3-2162,3 7 1,12 0 15,5 6 1,9 6-770,8-2 0,2-2-30,10-2 0,-1-3-304,2-1 0,3 0 174,1 0 1,-5-5-1335,5-3 1,-5-3 1299,1-2 0,-3-5 0,-6-1 0</inkml:trace>
  <inkml:trace contextRef="#ctx0" brushRef="#br0">28061 13605 7710,'-6'18'486,"-2"3"0,-1 2 606,0 2 1,-2 0-40,3 0 1,1 4 163,-1 0 1,5 4-656,-1-4 1,3-5-30,1-3 0,5-7-763,3-2 0,9-1 197,4-6 0,-2-3-915,1-6 0,5-3 639,4-5 1,-4-5-819,-4 1 1,-2-6 367,2 1 0,-3-1 201,-6 1 1,0-1 327,1 6 0,-2-5 225,-3 5 0,-2-5 1323,-6 4-981,0 1 524,0 3 1,-6 6-327,-2 3 0,-5 4-75,-3 4 0,1 9-22,-6 8 1,0-2-183,-3 2 1,3-2-598,0 1 1,6 3 293,-1-7 0,3 1-786,5-5 1,2-4 406,6 1 1,2-7-759,2 2 0,4-4 512,9-4 0,6-7-21,6-5 0,6-5 295,-2 5 1,2-5 199,3 4 0,-1 1 372,0 3 1,-4 2-193,0 3 1,-1 3 1249,1 5 0,-4 5-669,-8 3 0,1 9 263,-6 4 0,-5 2-259,-7 2 1,-2 1-176,-2 3 0,-2-2-191,-2 7 1,-4-7-161,-9 2 0,2-3 115,-5-1 1,4-6 156,0-2 281,8-3-408,2-7 1,17-12-185,6-7 0,6-9 52,6 1 0,4-2-532,9 1 0,-1-2-472,8 2 0,-3-1 646,4 1 1,5-8 0,-4 3-1</inkml:trace>
  <inkml:trace contextRef="#ctx0" brushRef="#br0">29177 13667 7732,'-12'-11'1253,"0"-2"1,-1-12 0</inkml:trace>
  <inkml:trace contextRef="#ctx0" brushRef="#br0">8895 8508 7798,'-6'-12'193,"1"-1"124,-4 1 1,0-5 258,5 1 583,-1-1-753,5 5 0,2 4 32,2-1 0,3 6-126,5-1 0,-3 10-152,-1 6 1,0 3-54,4 10 1,-5-3-171,-3 7 1,-2 2-89,-2-3 1,0 6 176,0-6 0,0 1-728,0-4 1,0-5 298,0-4 0,0-2-714,0-2 731,0-5 1,5-4 54,4-11 1,2-6 235,1-11 0,-4-4 186,1 0 0,-1-1 302,4 1 0,-3 7-254,-1-3 0,-1 9 539,1-1-367,3 9 7,-10 2 1,5 8 248,-6 2 1,0 4-216,0 9 1,0 0-161,0 4 0,0 1 1,0-5-151,0-2-18,0-1 0,0-2-249,0 0 215,0-5 1,1-3-72,3-8 0,-1-4 2,5-8 1,1 0-215,3-4 1,1 3 137,-1-4 1,2 10 207,2-1 0,-2 4 153,3 0 0,-8 3-27,0 10 0,-5 1 190,4 7 0,-5 3-158,1 1 1,-3 5-59,-1-1 0,0-2-90,0 2 1,0-6-206,0 1 0,0-6-793,0-2 1,2-5-992,2 1 526,3-3 1,5-7 1399,0-7 0,6-5 0,2-7 0</inkml:trace>
  <inkml:trace contextRef="#ctx0" brushRef="#br0">9478 8508 7733,'0'12'0,"0"2"1032,0 3 1,0-3 139,0 2 106,0 3 1,0-5 67,0 3-919,0-9-215,0-3 1,4-10-293,0-3 0,6-8-375,-2 0 0,3-6-411,1 1 1,1-2-282,-1-2 0,-1 0 506,-3 0 1,2 6 160,-6 3 0,0 2 210,-4 1 1,-1 5 538,-3 0 0,-3 5-247,-5-1 0,-1 8 266,1 4 1,-5 5-156,1 3 1,-5-2 72,4 3 1,5 1-409,4-2 0,1 1 128,-1-5 1,2-4-1663,6 1 1256,0-7 1,6 4 221,2-6 0,3-6 258,1-2 0,2-4 0,3-5 0,-4 2 0,4-6 0,-3 6 0,-2-1 0,2 2 543,2 1 0,-2 2 69,3 3 370,-3 3 1,-2 6-305,0 3 1,-1 7 6,-2 6 1,-2 3-261,-3-3 1,-3 5-19,3-1 1,-2-2-374,-2 2 1,4-6-558,0 1 240,0-2 339,-4-7-575,6-2 0,0-11 205,7-7 0,-2-1-52,-3-6 1,7-1 24,-2-4 1,2 5 429,-3-1 0,1 6 199,-1-2 0,-4 3 237,1 2 1,-5 5 492,4 3-700,-5 3 1,2 6 181,-5 3 1,-1 8-111,-3 0 0,1 6-53,-5-1 0,1-3-112,-1-2 0,1 2-931,3-1 0,1 1-1163,-5-2 218,5-2 1,-3 4-1293,6-6 2943,0-5 0,11-7 0,3-7 0</inkml:trace>
  <inkml:trace contextRef="#ctx0" brushRef="#br0">10036 8421 7733,'0'13'1488,"0"-1"0,0 0-243,0 1 1,0-1-605,0 1 1,0 3 48,0 1 0,-1 1-245,-4-2 0,3-2-329,-7 2 0,5-2-222,-4-1 0,5-5-2713,-1 0-1684,-3-5 3382,6 2 0,-3-10 1121,8-3 0,3-9 0,5-2 0</inkml:trace>
  <inkml:trace contextRef="#ctx0" brushRef="#br0">10086 8334 7733,'0'-20'574,"0"-1"1,0 6 1159,0-2-704,0 9 372,0 3-975,5 5 1,1 1-1101,2 3 1,3-3 465,-3 4 1,7-3-748,2 2 0,4-2-592,-5 2 0,6-4 1546,-1-4 0,2-3 0,2-5 0</inkml:trace>
  <inkml:trace contextRef="#ctx0" brushRef="#br0">10408 8223 7733,'0'14'885,"0"2"1,-4-1-348,0 6 0,-6 0-125,2 3 1,-3 5 139,-2 0 1,-3 7 292,-1 1 1,1 0-63,3 5 0,7-5-315,1-4 1,4-3-1082,1-5 0,10-5 418,2-4 0,10-8-632,3-4 0,0-2 458,4-2 0,1 0-501,-1 0 0,4-2 869,-4-2 0,5-8 0,-2-7 0</inkml:trace>
  <inkml:trace contextRef="#ctx0" brushRef="#br0">7964 15032 7977,'-9'24'215,"-4"1"0,4 0 171,4 0 0,15 0 482,7-1 1,16-3-432,8 0 1,6-6 31,3 2 1,5-9-319,3-4 1,2-8-164,2-4 1,-5-9 66,-4-4 1,-7 2-1176,-5-2 1,-3 2 210,-5-2 909,-9 3 0,-11 6 0,-8 0 0</inkml:trace>
  <inkml:trace contextRef="#ctx0" brushRef="#br0">8101 15453 7994,'-21'0'555,"0"0"0,12 2-151,0 2 1,14-1 472,7 5 1,11-4-316,10 4 0,9-1 150,3 1 0,-1-2-274,2-6 1,-2 0-880,2 0 0,5-1 110,-6-4 1,2-3-31,-6-8 0,-4-4-1369,1-4 1,-4-5 1729,-9 0 0,-3-6 0,-10 3 0</inkml:trace>
  <inkml:trace contextRef="#ctx0" brushRef="#br0">8485 14883 7994,'0'-19'571,"0"1"1,6 5 43,2 1 1,9 5-187,3 3 0,9 8 166,4 4 0,3 10-185,1 7 1,1 1-181,-1 7 1,-6 4-149,-2 5 0,-4 5 86,-4-2 1,-9 2-110,-8-2 1,-4 5 72,-4 0 0,-4-6-207,-8 1 0,-4-5 58,-5-3 0,1-1-794,-1-3 0,1-4-40,4-8 1,-2 1-367,5-6 0,1 1-470,3-5 1687,1 1 0,-1-6 0,1-2 0</inkml:trace>
  <inkml:trace contextRef="#ctx0" brushRef="#br0">10086 15391 7930,'-18'25'0,"0"0"573,-3 0 1,9 0-150,8-1 0,2 0 665,2-4 0,2 2-509,2-5 0,4-6 68,8-7 0,4-4-207,5-4 1,5-4-24,3-9 1,1-2-197,0-6 0,1-5-26,-2-3 1,3-3-196,1-1 0,-3-5-111,-1 1 1,-2-6-176,2 2 0,2-8 171,-6 0 0,4-1-728,-4 4 1,0 1 219,-4-1 0,-2-2-202,-2 2 0,-7 3 317,-6 10 1,-5 1 159,1 3 1,-3 4 421,-1 8 1,-5 9-132,-4 8 0,-3 5 473,-5 8 1,4 6-279,-4 14 0,-1 2 471,2 7 1,-1 6-256,5 5 1,-1 1 199,1 4 1,-1-3-128,1-2 1,1 4-94,3 4 0,-2-3-279,6 8 0,0-3 117,4 4 1,1-7-297,3-2 1,3-12 103,6-8 1,0-15-118,4-15 1,2-4 70,6-4 0,0-10-75,0-11 1,-1-5-554,1-7 1,1-6 341,3-2 1,-2-4-194,2 0 1,1-1 252,-1 0 0,0-1-87,-4-2 1,-6 2 3,-3-3 0,-2 7 252,-1 2 0,-7 5 41,-1-2 1,-4 9 489,-1 4 1196,0 9-1278,0 7 1,0 13 238,0 9 0,-1 7-203,-4 5 0,3 8 171,-7 4 1,7-2-224,-2 3 1,1 0 88,-1 7 0,2-1-168,-2 6 0,1-5-136,-1 5 1,3 3-820,-3 5 1,2 8 494,2-4 0,0 2-1078,0-10 0,0 0 622,0-13 0,10-4-169,2-12 1,10-9 309,3-8 1,1-5 542,8-7 0,-3-2 0,2-11 0,-2 1 0</inkml:trace>
  <inkml:trace contextRef="#ctx0" brushRef="#br0">11500 15193 7930,'-13'0'0,"5"0"3774,0 0-2792,5 0 1,-1 0-168,8 0 1,4 0-100,9 0 1,2 0-314,6 0 1,5-6-1046,3-2 0,3-3 485,1-1 0,5-2-1457,-1-3 0,-1 4 994,-7-4 0,0 3-2358,-8 2 2978,-3-1 0,-15 7 0,-1 0 0</inkml:trace>
  <inkml:trace contextRef="#ctx0" brushRef="#br0">11537 15329 7930,'-25'13'704,"0"-1"0,6-4-215,3 1 0,7-5-321,5 4 1,3-4 369,1 4 0,1-5 366,3 1 1,9-2 124,7-2 0,9 0-472,4 0 0,3-6-759,1-2 0,2-3 206,2-1 1,-2-1-1759,2 1 0,-2-1 1754,-2 1 0,0-1 0,1 1 0</inkml:trace>
  <inkml:trace contextRef="#ctx0" brushRef="#br0">12579 14945 7930,'-11'-6'-20,"3"-2"1,-2-3 19,6-1 0,0 2 640,4-2 0,0 2 202,0-7 0,1 8-345,3 0 1,5 1-82,7-4 0,-1 1-197,6 3 1,0-2-122,3 6 0,5 0 135,0 4 1,4 0-127,-4 0 1,4 11 65,-4 5 0,0 12 37,-4 5 1,-1 8-214,-4 5 1,-3 3-7,-9 5 0,-2-2-98,-6 6 0,0-1 70,0 1 0,-5-5-487,1-7 1,0-5-46,4-8-268,0-8 0,2-13-83,2-7 0,3-5-329,5-5 1,0-3 1248,1-8 0,5-4 0,1-4 0</inkml:trace>
  <inkml:trace contextRef="#ctx0" brushRef="#br0">13261 14883 7930,'0'-13'462,"0"-5"0,0 5-160,0-4 1,-5 9 687,-3 4 1,-5 4-442,-3 4 0,-4 4-112,-4 9 0,-3 8-94,-2 8 0,-4 2-267,-8 3 0,2 3-483,-2 0 1,1 5 462,-1-5 1,2 6-332,-2-2 1,6-2 194,2-1 0,7-9-1218,1-4 1,3-1 551,10-3 0,2-3-1227,10-9 1973,0-1 0,-5 1 0,-2-1 0</inkml:trace>
  <inkml:trace contextRef="#ctx0" brushRef="#br0">13373 15218 7930,'12'0'0,"-3"-2"0,-1-2 0,0 3 1158,5-3 0,-1 2-16,0 2 0,2 0 240,3 0 0,-2 4-821,6 1 0,-1-1-209,5-4 1,1 0-911,3 0 0,-1 0 441,5 0 1,4-2-1495,4-2 0,1-1 917,-5-4 0,-5 4 694,-3 5 0,-9-6 0,-2-1 0</inkml:trace>
  <inkml:trace contextRef="#ctx0" brushRef="#br0">14787 15131 7930,'0'-18'-861,"0"3"920,0-6 1,0 5 556,0-5 1,0 6-26,0-2 0,-1-1-192,-3 2 1,-2-1-136,-2 5 0,-4 1-17,-1 3 0,1-2-27,-5 6 1,3 1-2,2 7 1,-5 4-48,1 9 1,-5 4 75,5 8 0,-1 2 0,5 6 1,3 1-179,1-1 0,1 4 31,-1 1 1,3-1-152,5-4 1,0-1 66,0-3 1,1-4-474,3-8 0,7-9 225,6-8 1,5-8-369,-2-4 0,8-13 170,1-4 1,-4-4-11,-5 0 0,0 2 413,0-6 1,1 4-104,-9-4 1,2 9 437,-10 0 0,5 7-52,-5 0-100,0 4 0,-6 7-34,-2 6 1,2 7 188,-7 10 0,7 2-4,-3 6 1,4-1-131,1 1 0,0 1-142,0 3 1,1-4 83,4 0 1,1 0-1043,7-5 1,1-2 475,2-1 1,-1-5-866,6-3 0,0 0 1311,3-5 0,1 1 0,0-5 0</inkml:trace>
  <inkml:trace contextRef="#ctx0" brushRef="#br0">16276 15540 7904,'0'-7'2246,"0"2"-1757,0 5 1,0 1-133,0 3 1,0 3-274,0 6 0,-2 4-189,-2 4 0,-3 4-18,-5 4 0,-5-3-610,1 3 1,-5-3 450,5-1 0,-6-2-823,1-2 1,3-3 1104,2-6 0,-4 6 0,1 2 0</inkml:trace>
  <inkml:trace contextRef="#ctx0" brushRef="#br0">17355 15342 7930,'-18'-9'0,"-2"1"0,-4 1 1309,-1-1 1,3-2-711,-3 6 0,2 1 637,-10 8 0,0 7-578,-4 9 1,-1 5-213,1 7 1,5 0-8,4 8 0,3 2-168,4-2 1,9-5-675,7-7 0,10-4 338,3-4 1,8-5-959,5-8 1,3-2 550,0-6 0,5-11-513,0-6 1,4-9 350,-4-3 0,0-4 158,-4 4 0,-2-4 423,-2 4 0,3 0-9,-4 5 0,-2-1 16,-1 0 0,-8 7-332,0 6 627,-7-1 0,4 13-125,-6 0 0,0 11 408,0 10 1,-4 4-238,0 4 1,-2-2 230,2 6 1,3-1-170,-4 1 1,4 1-66,1-5 1,6 0-554,2-4 0,3-4 233,1 0 0,2-10-1173,3 1 1,1-8 145,2 0 1055,4-2 0,-5-2 0,6 0 0</inkml:trace>
  <inkml:trace contextRef="#ctx0" brushRef="#br0">18335 15267 7930,'-30'14'-687,"-3"3"1,0 1 1576,4 2 1,1 2-284,12-5 1,-4 9 356,8-1 1,-2 8-409,10 0 1,-4 3 76,4 1 0,-1 0-213,5 0 0,2-1-176,2-3 0,8-4-214,9-8 1,2-9-209,2-8 1,4-4-451,0-4 1,6-7 457,-2-5 0,-3-6-1443,-1 1 0,-4-2 708,-5-2 0,-2 0-19,-5 0 0,-2 4 924,-3 1 0,-2 5 0,-12-9 0,-1 5 0</inkml:trace>
  <inkml:trace contextRef="#ctx0" brushRef="#br0">18149 15453 7930,'-7'-19'0,"-2"5"724,4 6-359,1 5 0,4-1 292,0 8 1,7 4-77,6 9 1,-1-2 86,4 6 1,2-5-283,-1 5 1,4-6-114,-5 2 1,6-3-527,-1-2 1,-2-4 229,2 0 0,1-5-1549,7 1 0,-2-8 278,7-4 1294,-7-9 0,9-2 0,-4-6 0</inkml:trace>
  <inkml:trace contextRef="#ctx0" brushRef="#br0">18472 15242 7930,'4'-23'369,"0"2"1,4-1 24,-4 6 1,5-1 69,-5 5 0,1 1 641,-1 3-710,-2-3 0,2 9 38,-8-2 0,-3 3-72,-6 1 1,0 5-110,-4 3 0,-2 3-33,-6 2 1,-4 5-154,0 2 0,-5 5 67,1 4 1,-2-1-46,2 5 0,-1 1 181,5 8 0,0-2-106,4 5 1,1-4-101,4 5 1,6-2 88,6 1 0,5 4 14,-1-4 1,9-6-14,8-2 1,0-9 15,8-4 1,4 0-51,4-8 1,1-5-134,-1-7 1,2-2-527,2-2 1,2-4 307,-1 0 1,-3-10-302,2 1 1,-5-6 216,1 3 1,-3-5-1306,-1 4 1,-6-3 776,-2 3 1,-5-1-1406,-4 2 2249,3 2 0,-9-4 0,3 6 0</inkml:trace>
  <inkml:trace contextRef="#ctx0" brushRef="#br0">18174 15590 7930,'-6'-9'482,"-2"1"0,1 4-73,-1-4 1,0 5 344,-5-1 0,1-2-109,-1 2 0,5 0 797,0 4-459,5 0-650,-2 0 0,16 0 2,5 0 0,12 0-50,5 0 1,8 0-334,5 0 1,2-1 56,2-3-34,-1-3 1,9-7 0,1-1-825,1-2 0,-7-1-3350,1 2 3019,-3 2 1,-4-3 1179,-6 9 0,1-8 0,-11 2 0</inkml:trace>
  <inkml:trace contextRef="#ctx0" brushRef="#br0">19092 15094 7930,'0'-9'1380,"0"1"-928,0 5 1,4-4-66,0 3 0,6 3 687,-2-3 0,4 4-250,5 4 0,9 1 14,11 4 0,8 0-570,8-4 0,0-1-49,5-4 1,-2-6-494,2-2 0,1-7 306,-5-2 1,-6-5-1329,-6 1 1,-9-1 769,-4 2 1,-10 2-1757,-7 5 1,-8 7 2281,-12 1 0,-11-1 0,-13-1 0</inkml:trace>
  <inkml:trace contextRef="#ctx0" brushRef="#br0">19402 15094 7930,'-11'20'97,"3"1"0,-2 1 276,6 7 1,-4 3 516,4 5 0,-2 1-24,2 4-356,2 2 0,-7 6 1,3-1 243,-1 1 1,-1-2-131,-4-3-459,-1 4 0,-3-11 0,1 2-496,4-5 1,0-6-727,6-9-984,1-2-1327,4-11 3368,0-1 0,6-12 0,1-1 0</inkml:trace>
  <inkml:trace contextRef="#ctx0" brushRef="#br0">19216 15664 6565,'7'0'1333,"4"4"77,-3 0 0,7 1 425,2-5-1350,5 0 1,3 0 0,9-2 13,6-2 0,6-4-483,7-9 0,4-2-606,5-6 1,0-4-1225,0 0 0,-7 0 1814,-5 5 0,-6-1 0,-7 0 0</inkml:trace>
  <inkml:trace contextRef="#ctx0" brushRef="#br0">11165 14895 7767,'0'-12'113,"0"-1"186,0 1 1,-2 4-39,-2-1 1,3 5 619,-3-4-530,-3 5 0,4-2-100,-5 5 0,5 5 97,-1 4 0,1 3-101,-1 5 1,3 2 127,-3 6 0,2 5-106,2 3 0,0 3-238,0 1 0,0 3 82,0-3 0,4 5-484,0-5 1,2-4 109,-2 4 0,-2-9-52,2-4 0,1-4-396,-1-8 0,6-5 304,-2-3 1,3-4-879,2-4 0,-5-8 1283,0-9 0,0-3 0,5 0 0</inkml:trace>
  <inkml:trace contextRef="#ctx0" brushRef="#br0">11239 14982 12810,'11'1'555,"-2"4"0,2-3-855,-3 7 0,7-5 238,2 4 1,-1 0-848,-3 5 1,-5-1 577,0 0 1,-1 1-1090,1-1 0,2 5-235,-6-1 1655,0 1 0,2-5 0,1 1 0</inkml:trace>
  <inkml:trace contextRef="#ctx0" brushRef="#br0">11487 14883 7767,'-12'0'1324,"0"0"-960,-1 0 0,1 0 103,-1 0 1,1 7-30,0 5 0,-5 2-182,0 7 0,0-1-257,0 5 0,2 0 107,-6 0 1,6 4-639,-2 0 1,8-5-166,1-3 0,5-6-1777,-1 2 1407,2-4 1067,2-6 0,0-1 0,0-6 0</inkml:trace>
  <inkml:trace contextRef="#ctx0" brushRef="#br0">11562 14858 7767,'5'-7'712,"2"2"-374,6 5 1,-1-5 781,0 1-745,1 0 1,-1 10 42,1 2 0,-5 7-102,0 2 1,-5 5-242,1-2 1,-3 8-144,-1 1 0,0 5-259,0-1 0,-6 7-665,-7 2 0,-5 5 558,-7-2 0,-1 9-907,-3 4 1,2-5 1340,-6-3 0,-6 0 0,-5-6 0</inkml:trace>
  <inkml:trace contextRef="#ctx0" brushRef="#br0">7046 17314 8061,'0'13'217,"0"4"1,-4-3 387,0 2 0,0 2 1642,4-1-1030,0-1-325,0-3 1,5-6-366,4-3 1,3-14-185,5-6 1,2-8-268,6-5 1,1-4-262,3-8 0,-2 1-591,6-6 0,-4 1 452,4-5 1,-1-2-381,1 2 1,-2-1 262,-7 10 0,0 1-19,-3 7 1,-9 0 44,-8 8 1,-3 7 322,-1 10 0,-5 5 89,-3-1 0,-3 9 258,-2 8 0,1 5-21,-1 7 0,1 5 154,0 3 0,-5 4 182,1 5 1,3-4-257,5 3 1,0 4 351,-5 0 1,5 3-249,0 2 1,5-2-365,-1-2 1,4-5 71,4-8 0,4-8 31,9-9 0,-2-9-676,6-7 1,1-8 332,7-13 1,-3-5-697,3-11 0,-3-4 374,-1-1 0,-1-5-283,1 2 1,3-2 282,-3 2 1,1 0 272,-10 4 0,1 3 96,-5-4 0,-1 1 213,-2 4 1,0 4 223,-5 12-414,1 3 734,-5 11 1,0 4-275,0 12 0,0 4 317,0 12 1,0 1-237,0 3 1,-5-1 142,1 5 1,-4 1-160,4 8 1,-2-4-153,2 4 0,1-2-187,-5 1 0,5-1 118,-1 5 1,-1-5-1267,1 2 1,0-4 601,4-1 0,1-6-1489,3-6 0,-1-7 1965,5-10 0,0-3 0,5-5 0</inkml:trace>
  <inkml:trace contextRef="#ctx0" brushRef="#br0">8274 16768 8061,'0'-25'595,"0"4"-321,0 1 0,0 5 224,0-2-33,0 3 368,0 7 1,-4 13 104,0 11 1,-1 16-428,0 8 0,0 7-78,-3 6 1,-2 2-391,6 6 1,-6 5 5,2-1 1,2-2 73,2-6 0,3 2-361,1-7 1,10-2-297,2-9 1,9-13-632,-1-17 1,8-6-630,1-11 1,9-8 309,0-12 1484,2-6 0,-5-11 0,-1-4 0,-4-2 0</inkml:trace>
  <inkml:trace contextRef="#ctx0" brushRef="#br0">8857 16644 8061,'6'12'0,"-5"1"817,3-1 1,-1 5-289,1-1 1,-2 8 865,2 0 1,1 3-496,0 6 0,-1 1-139,-4 8 0,-6-3-293,-2 7 0,-3-2-181,-2 2 1,-4 2-485,-4-3 1,-3 3 221,0 2 1,-5-7-354,0-6 0,1-7 317,7-9 0,-1-7-682,6-6 1,-5-7-36,5-1 1,0-6-161,8-11 0,-3-2 333,3-6 0,1-1 175,-1-3 0,5-3 292,-1-5 1,-2 0-107,2-1 0,0 3 307,4 2 0,1 6-153,4 7 0,1 5 460,7-2 1,5 9 39,2 4 1,4 8 194,1 4 0,4 4-137,0 5 1,4 2-168,-4 6 1,1 0 34,-1 0 0,-3-2-124,3-2 0,-4 1-709,-4-6 0,2 2 360,-2-1 1,-3-3 86,-2 2 0,-2-6 111,-2-2-111,1-5 0,5 2 0,1-5 0</inkml:trace>
  <inkml:trace contextRef="#ctx0" brushRef="#br0">9254 16904 8061,'6'13'365,"2"-1"1,7 1 800,2-1 0,1 2-501,-2 2 1,-2-2 164,3 3 1,-4 1-294,0-2 0,-1 2 70,1-1 1,-2-2-280,-3 5 0,-3-3-308,-5 4 0,-1 3-657,-3 5 1,-8 4 499,-9-4 0,-4 6-510,-4-2 1,2 1 292,-7-1 0,7-2-913,-2-6 1,3-6 501,1-3 1,2-3-635,2-5 1399,-3-2 0,11-12 0,-5-1 0</inkml:trace>
  <inkml:trace contextRef="#ctx0" brushRef="#br0">9788 17115 9756,'1'7'1256,"3"-3"0,5 3-809,7 1 1,5-1 287,8 2 0,8-7-359,8 2 0,8-2-360,1-2 1,-2 0-821,-7 0 0,2-2 619,-5-2 0,-4-3-1261,-9-5 651,0 0 795,-21 5 0,3-4 0,-11 4 0</inkml:trace>
  <inkml:trace contextRef="#ctx0" brushRef="#br0">9986 17289 8061,'2'11'780,"2"-3"1,3 3 108,5-3 0,6 2 209,3-2 1,6 3-492,2-2 0,6-4-178,-2-1 0,3-2-1299,1-2 0,0 0 621,0 0 1,-2-6-1518,2-2 1766,-3-9 0,9 4 0,-6-5 0</inkml:trace>
  <inkml:trace contextRef="#ctx0" brushRef="#br0">10793 17115 8061,'-2'21'77,"-2"0"1,-3 3 1024,-5 5 1,4 2-445,-1-2 1,7 1 509,-3 3 0,4-4-521,1-8 1,1-4-488,4-4 1,3-6 28,8-3 0,0-5-78,4-8 1,2-2-58,7-14 1,-3 3-155,3-7 1,-2-2-228,-3-2 1,1-3 213,0-1 0,-6 4-324,-2 0 1,-3 5 172,-2-1 1,-5 7-166,-3 1 1,-3 6 122,-1-1 1,-11 2 173,-5 1 0,-6 5-94,-3 0 0,-5 5 13,-3-1 0,-3-2-381,-1 2 0,-1 6 154,1 6 0,-4 4-521,-1 5 1,1 8 960,4 8 0,-6 8 0,-1 3 0</inkml:trace>
  <inkml:trace contextRef="#ctx0" brushRef="#br0">12306 17066 8765,'8'7'1736,"1"-3"-1120,-1 3 1,8-5 84,1 7 0,5-7-60,-1 2 1,9 2-194,7-2 1,3 0-357,10-4 0,-2-1 84,10-3 1,-4-3-715,4-6 1,-7 1 291,-2 0 1,0-1-172,-8 1 0,-5 1-332,-7 3 1,-9 1-2244,-3 3 2992,-9 2 0,3-3 0,-4 5 0</inkml:trace>
  <inkml:trace contextRef="#ctx0" brushRef="#br0">12343 17165 8061,'-12'12'0,"0"-3"211,-1-1 0,6-4 161,3 4 0,10-4 437,6 5 1,7-3 149,10 3 1,4 0-394,9-4 0,3-1-132,9-4 0,-2 0-202,6 0 1,-5-2-776,0-2 0,-3-3 20,-5-5 1,1-1-460,-9 1 0,2 0 100,-10-1 0,-4-1 882,-5-2 0,-5-3 0,3-6 0</inkml:trace>
  <inkml:trace contextRef="#ctx0" brushRef="#br0">12579 16656 8061,'-7'0'2891,"0"0"-2179,3 0 1,1 0-260,-5 0 1,4 6-206,-4 2 1,-5 9-16,-3 3 0,-8 5-329,0 4 1,-7 10-87,-6 10 0,-4 1-233,-1 4 0,20-27 0,-1 1 309,-19 25 0,22-24 1,-1 0-304,-16 25 1,12-7 133,9-10 1,7-7 151,9-9 1,7-3 271,6-6 0,4 1-49,8-1 0,6-1 80,2-2 0,4 0 1,4-5 0,-2 5 250,2-5 1,2 0-167,-2-4 0,1 0 230,-5 0 1,0 0-1225,0 0 1,-1-1 415,-3-4 0,3-2-1022,-3-5 0,-3-2 601,-1-2 1,0 1 733,-4-6 0,8-5 0,-7-6 0</inkml:trace>
  <inkml:trace contextRef="#ctx0" brushRef="#br0">13001 16694 9158,'12'1'1914,"1"3"0,0 3-1136,4 5 1,8 2-299,8 3 1,3 2-321,1 6 0,0 0-53,0-1 0,-5 5-63,-3 0 1,-3 2-285,-1-2 1,-7-3 239,-6 3 1,-5-3-511,-7-1 1,-1-1 206,-3 1 0,-5 0-261,-7 0 1,-3 4 160,-6 0 0,-1 1-390,-3-1 1,1 1 108,-5 3 0,-4 2-182,-5-6 0,-4 5 154,0-1 712,-8 3 0,-1 0 0,-3 0 0,2-2 0,-3 1 0,27-19 0,0 1 0</inkml:trace>
  <inkml:trace contextRef="#ctx0" brushRef="#br0">14886 16892 8061,'9'-23'97,"-1"2"0,-4-1 174,4 5 1,-3 2 440,3 7 1,-4 2-255,4 6 1,-4 6 34,5 2 1,-5 9-160,4 3 0,-5 9-27,1 4 1,-3 3-61,-1 1 1,-1 6 141,-3 3 0,-3-2-244,-6 1 1,-3 2-297,-1 7 1,-9 0 7,1 8 0,-4-9 122,1 5 0,1-12-130,-2-9 0,3-5 68,1-8 0,2-6-142,2-5 0,3-8 18,6-9 0,4-3-592,-1-5 1,7-6 113,-2-3 1,-2-6-119,2-2 1,0-6 536,4 2 0,-4-3-10,-1-1 1,1 1 446,4 3 0,0 3-209,0 5 0,0 6 734,0 2 1,6 5-444,2 4 1,3 2 399,2 6 1,0 1 25,4 4 0,-2 1 254,6 7 1,-1 5-464,5 2 1,4 4-197,0 1 1,1-1-581,-1 1 0,2 6 277,2 2 0,-3 1-1122,-5-1 0,-2 2 624,-2-6 0,2 0-448,-2-5 0,-3-4-30,-1-4 1005,-4-8 0,5-2 0,2-6 0</inkml:trace>
  <inkml:trace contextRef="#ctx0" brushRef="#br0">15445 17289 8061,'12'0'948,"1"0"-389,-1 0 1,4 4 929,1 0 0,5 0-727,-1-4 1,-2 0-297,2 0 0,-2 0-1013,2 0 0,1 0 429,-6 0 0,1 0-4135,-5 0 4253,6 0 0,-10 6 0,3 1 0</inkml:trace>
  <inkml:trace contextRef="#ctx0" brushRef="#br0">15445 17463 8061,'-13'0'0,"1"4"756,-1 0 1,7 1-205,1-1 1,4-1 904,1 5 1,6-3-423,2 3 0,8-4-19,5 4 1,4-5-655,4 1 1,-2-2-116,6-2 0,-4 1-466,4 3 0,-4-3 219,5 4 0,-6-4-1436,6-1 1,-3 0 458,2 0 977,-2 0 0,-1-6 0,2 0 0</inkml:trace>
  <inkml:trace contextRef="#ctx0" brushRef="#br0">16648 17227 8061,'0'-21'326,"0"1"0,0 0-23,0 0 0,0 0-41,0 4 1,-1 2 408,-4-3 1,-1 5-234,-7 4 0,1 2-10,-1 6 0,0 6-115,-4 2 0,2 10 322,-6 7 1,2 6-202,-2 11 0,-1 3 207,6 9 0,-5-3-336,4 3 1,6-5-313,7-3 0,3-5-170,1-8 0,3-5 214,5-12 1,7-5-677,14-11 0,3-11 401,5-5 0,0-12-980,0-5 0,-1-3 476,-3-1 0,-2 0 233,-7 0 1,-2-3 270,-5 3 0,-2 2 279,-11 10 0,0 2 868,-4 2-838,0 3 124,-5 11 1,-1 7-72,-2 9 1,3 7 449,5 5 1,0 2-202,0 2 0,4 5 153,0 3 1,4 3-328,-4 1 1,6-3-341,-2-1 0,7 0-1690,2 4 0,5-1 973,-1-3 0,3-8-1152,5-9 2010,-2-2 0,8-2 0,-3 1 0</inkml:trace>
  <inkml:trace contextRef="#ctx0" brushRef="#br0">18186 16954 8061,'6'-12'0,"-5"-1"980,3 1-575,-2-1 0,-8 7 226,-2 1 1,-5 5-171,-3 5 1,-2 3-91,-3 8 0,-2 5-124,2 8 1,-2 8 28,-2 9 1,2 7-220,2 5 1,3 4 175,6 4 0,1-1-17,6-30 0,1 0 0,-1 33 16,5-2 1,7-11-117,5-13 1,6-15 106,7-6 0,0-7-501,-1-6 1,5-8 119,0-8 1,0-5-39,-4-3 0,3-2-178,-4-3 1,4-2-150,-7 2 0,-3 2-1344,-2-2 0,-2 6 271,-2-2 1596,-5 4 0,-1 0 0,-6 1 0</inkml:trace>
  <inkml:trace contextRef="#ctx0" brushRef="#br0">17913 17438 8061,'-7'0'1442,"2"0"1,12-4-611,5-1 1,8 0-330,8 1 1,6-3-324,7-6 0,3 0 53,6-4 0,3 3-1107,1-2 0,1-2 700,-1 1 1,-13 1-2727,1 3 2900,-12 1 0,6-6 0,-4-1 0</inkml:trace>
  <inkml:trace contextRef="#ctx0" brushRef="#br0">18707 16867 8061,'6'-7'2852,"1"-2"-2070,5 5 1,2-1 1195,2 5 0,5-4-881,8 0 1,8-4-501,9 4 0,2-5-572,2 5 0,-1-5-503,1 0 0,4 0-846,-1 0 1,-3-2 892,-5 3 1,-6-1-711,-2 0 0,-6 2-590,-11 3-1484,-2 3 3215,-22 1 0,-4 7 0,-17 5 0</inkml:trace>
  <inkml:trace contextRef="#ctx0" brushRef="#br0">19017 16892 8061,'-12'26'-143,"0"3"1,1-1 562,2 5 0,0 4 734,5 4 0,-1 6 222,5-1 0,0 3-829,0 5 0,0 2-270,0 6 0,0-5-44,0-3 0,0-5-1485,0-3 1,2-9 848,2-8 1,3-12-1209,5-5 1611,1-8 0,-1-4 0,0-7 0</inkml:trace>
  <inkml:trace contextRef="#ctx0" brushRef="#br0">18968 17289 8061,'16'0'1130,"1"0"0,1 0-453,-2 0 0,4 0 539,4 0 1,7-2-570,2-2 1,4-3-474,4-5 0,-1 0-330,6-1 1,-2 1-364,1-1 0,0 5-3705,-4 0 4145,-8 5 0,14-8 1,-9 4-1</inkml:trace>
  <inkml:trace contextRef="#ctx0" brushRef="#br0">19960 17549 8061,'-7'6'2254,"2"-5"0,3 5-1336,-2-6-423,3 0-495,-5 0 0,6-11 0,0-3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21858 2356 7833,'9'0'374,"-1"0"1,0 0-297,4 0 0,5 0 76,0 0 1,9 0-286,-1 0 1,12 0 41,0 0 1,8-4 46,1 0 0,4-1-58,3 1 0,4 1 15,5-5 0,-4 5 5,0-1 1,-2-2 124,2 2 1,3-2-70,-3 2 0,1 3 25,-1-3 1,2 1 75,-2-1 0,0 3-78,4-4 1,-7 0-259,7 1 1,-2-2 259,2 2 1,1 1-3,3-5 1,-2 5-62,2-1 0,-7-1 70,-1 1 1,1-1-17,7 5 0,-8 0-1,0 0 1,0 0 67,0 0 0,-1 0-62,0 0 1,-3 0 66,4 0 0,-6 5-96,2-1 1,3 5-89,1 0 1,-2-3-5,2 3 1,-4-5 65,4 4 1,-3-4-18,7 5 1,-8-3 31,3 3 1,-3-2 30,0-3 0,-2-1 25,6 5 1,-5-4 121,0 4 0,-2-4-142,-1 5 1,1-7 187,3 2 0,-3 2-1,3-2 0,-3 2-120,-2-2 1,1-3-56,-1 3 0,1-1 62,0 1 0,-1-2-60,1 2 0,-1-2-6,1 3 1,-2-4-20,-2 3 1,2-3 75,-2-1 1,0 0-11,0 0 0,-3 0 111,-6 0 1,0 0-117,0 0 0,-5 0 7,-3 0 0,-7 0 137,-1 0 0,-10 0-103,1 0 338,-2 0-644,-3 0 0,-3 5 36,-8-1 0,-5 4 186,-7-4 0,-9 11 0,-7-1 0</inkml:trace>
  <inkml:trace contextRef="#ctx0" brushRef="#br1">5682 3535 7754,'-13'-7'-1642,"5"-3"2573,0 6 477,-1-6-757,3 3-132,0 1 0,9 0 174,5 6 0,6 1-252,11 4 1,5-4 189,3 3-385,3-3 0,2-1-203,4 0 1,1 0-44,2 0 0,2-5 0,-4-3-301,1-3 0,-4 2-690,1 1 0,-8 0 536,-4-5 1,-3 5-1153,-1 0 704,-6 5 903,-1-8 0,-11 10 0,-1-5 0</inkml:trace>
  <inkml:trace contextRef="#ctx0" brushRef="#br1">5930 3497 7754,'0'20'0,"0"-2"353,0-6 1,-4 2-5,-1 2 0,1 4 240,4 4 0,0 3-194,0 2 1,0 2-194,0 7 1,0 3 0,0 2-105,0 1 1,0-4 64,0 1 1,0 2-468,0-2 1,0-5 192,0-7-105,0-3 0,0-7-246,0-2 1,2-5-14,2-4 0,-1-2-542,5-6 1,-5-1 446,1-4 0,1-1 570,-1-7 0,1-5 0,-5-1 0</inkml:trace>
  <inkml:trace contextRef="#ctx0" brushRef="#br1">5905 3857 7754,'12'0'734,"1"0"0,-1 0-12,1 0 0,-1 0-196,0 0 0,2 0-54,3 0 0,-2 0-376,6 0 0,-5 0 61,5 0 0,-1 0-798,5 0 1,0-1 475,0-3 1,4 2-1261,0-2 0,1 3 1425,-1 1 0,-3 5 0,5 2 0</inkml:trace>
  <inkml:trace contextRef="#ctx0" brushRef="#br1">6612 3870 7754,'0'-9'679,"0"1"-146,-5 0 1,-2-3-253,-6 2 1,1 4 0,-1 5 225,1 0 0,-2 5-180,-2 4 0,1 7 91,-6 5 1,6 2-97,-2 2 0,3 0-49,2 0-256,5-6 1,-3 3-168,6-5 51,0 5 0,6-10-463,2 0 528,3-5 0,9-8-560,1-3 1,5-7 187,-2-6 0,0-3 0,0 2 30,2-2 0,-2 1 31,0-2 1,-4 4 76,0 4 0,-2 2 231,-2 3 330,1-3 46,-1 9 0,-5 2 401,-3 9 1,-3 3-390,-1 5 0,0 1 54,0 2 1,0 0-57,0-4 0,0-2-381,0 2 1,0-2-204,0-1 0,0-5-339,0 0 1,2-5-613,2 1 1,3-3 731,5-1 0,2-1 0,3-3-795,3-4 1249,-2-3 0,11-2 0,-3 1 0</inkml:trace>
  <inkml:trace contextRef="#ctx0" brushRef="#br1">6997 3870 7621,'0'6'1879,"0"1"-1293,0-3 0,-2 3 496,-2 6 1,-3-1-438,-5 1 0,-1 4-149,1 4 1,4 3-383,-1 0 0,7-3-16,-2 0 1,2-6-644,2 1 1,2-6 435,2-2 1,4-5-759,9 1 0,2-8 384,6-4 1,-1-9-1762,1-3 1347,6-4 0,-1-6 158,3-3 0,3-3 635,-3-1 1,-1-3 103,1-6 0,-6 5 0,2-9 0,-8 3 0,-5-2 0,2 6 82,-1 6 24,-6 5 320,-6 18 1,-5 5 578,0 13 0,5 4-135,-1 9 0,0 8 1,-4 9 169,0 6-112,0-1 0,0 9-510,0-3 1,0 2 0,0-1 440,0-5-568,5 3 1,-3-3-560,2 1 0,1-2 1,1-11 156,1-2 427,-4-6-5133,8 2 3474,-10-14 0,4-4-495,-5-13 1342,-5-3 0,-2-7 496,-5-3 0,-2-2 0,-3-2 0,4-11 0,-11 3 0,5-10 0</inkml:trace>
  <inkml:trace contextRef="#ctx0" brushRef="#br1">7319 3832 7278,'0'13'-286,"0"-6"1112,0 4 1,6-4-321,2 5 0,4-4 79,5 0 1,4-1-316,8 2 1,2-4 0,6-5-190,1 0 1,-1 0-1071,0 0 1,0 0 191,1 0 0,-12-4 797,-6 0 0,-4-6 0,-4 3 0</inkml:trace>
  <inkml:trace contextRef="#ctx0" brushRef="#br1">5719 4502 7795,'7'-5'633,"5"2"-330,1-5 0,2 3 451,10-3 1,8 0-288,12-5 1,10 5 571,7 0-1122,-26 4 0,1 0 0,4-1 1,1 1 261,3 0 0,1 0 0,-2 0 0,0 0-244,2-2 0,-1-1 0,1 1 0,1 0 208,-2 0 1,1 0-54,-1-1 0,0 1 0,1 2 1,-1 1-93,1 1 1,-1 0 0,-1 1 0,-2 1 17,-3-1 0,0 2 1,0 2-1,-2 1 1,1 1-1,-1 1-183,0 1 0,0 1 0,-2 2 0,-1 1 238,32 5-272,-31-5 1,-1 0 0,28 3-840,0 2 1,-4-2 581,-12-1 1,-1-2 0,-13-3-363,-1-4 1,4-3 196,-6-1 623,0 0 0,-4 0 0,-1 0 0,1 0 0</inkml:trace>
  <inkml:trace contextRef="#ctx0" brushRef="#br1">8560 3882 7728,'7'0'42,"-2"0"1,-4 0 758,4 0-1227,-4 0 291,5 0 0,-5 0-600,3 0 1,-3 1 450,4 3 0,-4-1 284,-1 5 0,5 1 0,2 3 0</inkml:trace>
  <inkml:trace contextRef="#ctx0" brushRef="#br1">8560 4068 7728,'13'12'215,"4"1"-4,-9-1 1,-1-1-40,1-3 0,-3-1 291,3-3-257,-5-2 1,8 8-463,-3-6 0,3 0 239,1-4 0,1 0-901,-1 0 0,6 0 918,3 0 0,2 5 0,2 2 0</inkml:trace>
  <inkml:trace contextRef="#ctx0" brushRef="#br1">9552 3870 7728,'-8'1'756,"0"3"241,5-3-403,-3 5 0,8-2-166,2 0 0,8 0-113,9-4 0,4 0-285,4 0 1,4 0 79,8 0 1,-1-5-496,6-3 1,-5-3 277,4-2 1,-5-1-981,2-2 0,-8 2 130,-1-3 957,-5 4 0,-3-5 0,-7-1 0</inkml:trace>
  <inkml:trace contextRef="#ctx0" brushRef="#br1">9850 3485 7728,'-13'8'-17,"1"1"1,0 0 16,-1 8 0,5-1 759,0 9 1,1-1-256,-1 9 0,2 1 234,6 7 1,0-1-333,0 6 0,1-2-198,4 1 0,-3-2-628,7-6 1,-5 1 346,4-1 1,0-10-656,5-2 0,-1-14 441,0-3 0,6-5-364,3-3 0,-2-7 169,2-5 0,4-7 482,4-10 0,0-9 0,-4-6 0</inkml:trace>
  <inkml:trace contextRef="#ctx0" brushRef="#br1">10148 3336 7728,'6'-12'1375,"6"-1"-454,-11 7 0,4 7-439,-5 11 0,-1 6 24,-3 7 0,1 3-117,-5 5 0,4 1-296,-5 12 1,1 0 105,-4 8 1,-1 3-325,1 5 1,0-2 24,-1-2 1,2-3-242,3-5 1,2-11-331,6-6 0,2-13 305,2-7 1,7-8-289,5-9 1,6-8 212,-1-9 1,1-7 292,-1-1 0,-3 1-2,-6 3 0,1 0 77,-1 0 1,0 3 573,1 6-188,-6-1 775,4 16-849,-10-5 0,5 13 429,-6 5 1,0 2-220,0 7 1,-2 0 5,-2 3 1,3-3-85,-3 0 1,2-2-627,2 2 0,0 1-111,0-6 1,0-3 304,0-5 1,0-4-2039,0 4 1536,6-5 0,1 3-745,5-6 1,0-5 747,1 1 0,-1-5 560,1 0 0,0-2 0,4-1 0,-3 4 0,2-1 0,-6 7 704,-2-2-623,1 2 0,-1 4 241,0 2 1,-4-2-103,4 7 1,-3-2 804,3 1 0,-4 1-398,4-4 0,1-1-419,3-4 0,4 0 4,1 0 0,5-7-360,-1-6 0,2-2 3,2-9 1,0 1-107,0-5 1,-2 0 31,-2-1 0,-3 4 58,-6 0 1,-5 2-76,-3 6 0,-8 5 52,-4 4 1,-5 5 283,-3-1 0,-2 12-129,-3 5 1,-2 7 592,2 1 1,2 4-64,-2 4 0,6-2 118,-2 6 0,4-4-428,0 4 0,5-5 27,0 1 0,5-4-258,-1-5 1,4 4 88,4-4 0,4-6-482,9-1 1,2-9 232,6 0 0,1-3-838,3-1 0,-2-1 32,7-3 0,-1 1 1006,4-5 0,0-6 0,0-5 0</inkml:trace>
  <inkml:trace contextRef="#ctx0" brushRef="#br1">11711 3944 7728,'0'-23'249,"0"2"0,-2 3-17,-2 6 1,1-1 129,-5 1 0,0 5-100,-5 3 0,1 2 77,0 2 0,-2 2 30,-3 2 0,2 8-157,-6 9 0,6 4 140,-1 4 1,2-2-90,2 6 0,5-1-227,3 1 1,2-3 57,2-5 0,0-1-194,0-4 1,6-6 115,2-6 0,4-6-246,5-2 1,2-7-535,6-10 1,0-8 399,0-8 0,4-2 41,0-3 0,-2 3 41,-6 1 0,1 0 153,-6 5 1,0 2-281,-8 6 410,3 8 0,-10 9 209,3 8 0,-6 10 311,-3 11 1,-4 1 131,1 7 1,1-1-309,-2 1 1,5 1-60,-4-5 0,5-1 0,-1-7 0,3 1-1167,1-6 759,0-5 0,5-7-643,3-8 0,8-10-52,0-10 1,6-8-392,-1-9 0,2-3 1208,2-6-325,0-5 0,0 4 0,0-4 1</inkml:trace>
  <inkml:trace contextRef="#ctx0" brushRef="#br1">12095 3373 7728,'6'-12'178,"2"0"0,-2-1 797,-2 1 794,3 5-1287,-6 1 1,4 17 256,-5 6 0,0 6-261,0 6 1,-4 7 29,0 6 1,-5 9-142,0-2 0,-2 9-630,-1 0 0,-1 4 66,1 4 1,0-4-354,-1 0 0,5 0-822,0-4 1,5-10 735,-1-6 0,9-9-729,8-9 0,0-8 666,8-4 0,0-9 699,4-3 0,-1-6 0,1-6 0</inkml:trace>
  <inkml:trace contextRef="#ctx0" brushRef="#br1">12616 3845 7728,'-12'7'371,"-1"-2"-309,1-5 0,-2 6 856,-2 2 0,-4 3-146,-4 1 1,-3 10 36,-2 3 0,-4 10 2,-8 2 1,7 4-440,-4 5 1,11-5-467,2-8 1,11-8 124,10-9 0,4-7-292,4-5 0,9-6 260,7-6 1,9-11-619,4-14 1,3-3 328,1-1 1,-1 0-339,-3-1 1,2 5-164,-6 0 0,0 10 326,-5-2 0,-4 14 187,-4 3 1,-2 6 171,-2 6 0,-5 10 354,-2 11 1,-4 9-250,-1 8 1,0 5 534,0-2 0,-4-1-40,0 2 1,-1-1 323,5 5 0,-5-2-232,-3-2 1,-5 0-165,-3-4 0,1-1-167,-6-4 1,0-1-57,-4-3 1,2-3-198,2-5 1,-2-5 103,2-4 1,-1-3-271,1-5 1,-1-4-15,6-8 1,-1-9-139,5-7 0,0-5-268,-1-4 1,6-1 244,3-3 0,3-2-76,1 6 1,5-4 123,4 4 1,6 0-472,1 4 1,6 1 266,-1-1 1,8 0-487,4 0 0,-1 2 112,1 2 869,5-2 0,1 3 0,4-4 0</inkml:trace>
  <inkml:trace contextRef="#ctx0" brushRef="#br1">13150 4167 14571,'5'-7'-754,"-3"-4"-2072,9 4 2826,-4 0 0,5-4 0,0 5 0</inkml:trace>
  <inkml:trace contextRef="#ctx0" brushRef="#br1">13832 3907 7728,'7'-31'509,"-3"-2"1,-3 3-220,-1 1 1,-4 8-67,0 5 0,-6 3 222,2 5 0,-3 3-99,-1 5 1,-1 7 138,1 5 1,0 6-130,-1 7 0,1 5 36,-1 3 1,5 4-105,0 5 0,5 0-246,-1 4 1,3-3-648,1-6 1,0-4 448,0 0 0,5-7-256,3-1 0,5-7 211,3-10 1,-1-4-903,6-8 1,4-8 400,4-9 1,0-8-170,-4-4 1,-1-8 869,1-5 0,0-2 0,0-2 0</inkml:trace>
  <inkml:trace contextRef="#ctx0" brushRef="#br1">14142 3460 7728,'-5'-18'0,"3"5"505,-2-4 0,3 7 702,1 2 338,0 5-542,0 14 0,0 6-464,0 16 0,-4-4-55,-1 4 1,1 4-124,4 5 0,-4 0-312,0 0 1,-1 0 52,0 4 0,4 2-892,-3-2 1,-2 2-84,2 1 1,0-5-625,4-2 1,0-5-71,0-4 0,1-4 504,4-8 1063,2-9 0,10-12 0,3-7 0</inkml:trace>
  <inkml:trace contextRef="#ctx0" brushRef="#br1">14303 3944 7728,'0'12'0,"5"1"480,-1-1 0,0 5-97,-4-1 0,0 2 416,0-1 1,0-2-276,0 6 1,0-6 73,0 1-399,5-2 1,2-7-66,6-3 0,-1-5-118,0-8 1,6-4-229,3-12 0,-2-1-253,2-3 1,-2-2 271,2-2 0,-3 4-346,-6 9 0,-3-2 190,-1 5 1,-5 1 113,1 3 1,-8 6 43,-5 3 0,-6 3 170,-1 1 0,-6 1 88,1 3 0,-3 3 216,0 6 1,4 0-131,4 4 0,-1-3-104,5 2 0,-2 2-678,10-1 1,-4 1 276,4-2 1,-1-1-1007,5 6 1358,0 0 0,6 3 0,1 1 0</inkml:trace>
  <inkml:trace contextRef="#ctx0" brushRef="#br1">14824 3770 7728,'7'-7'1529,"-1"2"1,-12 6-842,-2 3 0,-3 3-260,-1 6 0,-5 3-260,1 1 0,-1 5 43,5-1 1,-4-2-358,4 1 0,-2-4 61,10 0 1,0-2-20,4-2 0,1-1-223,3-2 0,5 0 140,7-5 1,-1 2 40,6-2 1,0-1 33,4 5 1,-5-5 234,1 1 1,-6 3-86,2 1 0,-5 0 276,-4 5 0,-2-4-30,-6 8 0,-2-3 66,-2-2 1,-3 5-213,-5-1 0,-6 5 1,-3-5 1,-1 1-267,2-5 0,-4 1 115,4-1 0,2-5-677,1-3 0,3-2 299,2-2 1,1-2-787,3-2 1,2-4 237,6-9 1,2 2-495,2-6 1432,8 1 0,7-11 0,6 0 0</inkml:trace>
  <inkml:trace contextRef="#ctx0" brushRef="#br1">15110 3832 7728,'0'-7'1184,"0"1"-440,0 1-462,0 4 0,-2-4 323,-2 5 0,1 9-24,-5 4 0,4 7 137,-4 1 0,1 8-367,-1 4 1,-2 3-153,6 1 1,-4 0-596,3 0 0,1-2 174,4-6-178,0 0 1,7-17 292,6 1 1,0-12-358,8-9 0,0-9-118,4-4 1,-2-6-299,-2-2 0,2-6 666,-2 2 0,1 2 14,-1-2 1,-5 5 366,-8-1 0,2 4-174,-6 5 1205,6 2-960,-9 11 1,3 1 214,-8 6 1,1 7 423,-5 6 0,1 5-338,-1 6 1,-3 1 274,3 0 0,1 0-332,-2 0 0,7-1-588,-2 1 0,-2-4 112,2 0 0,0-2-806,4 1 1,0 0 280,0-4-857,0-7 0,5 2 389,4-11 1,3-2-20,5-2 1,-2-4 1005,5-9 0,1-8 0,4-6 0</inkml:trace>
  <inkml:trace contextRef="#ctx0" brushRef="#br1">15519 3783 7728,'6'-7'0,"-4"-3"597,7 6 0,-1-4-149,4 4 1,1 0 93,-1 4 1,1 1-165,-1 3 0,-1 4-129,-3 9 1,2 1-51,-6 2 1,0 8-64,-4-3 0,0 2-109,0-2 1,-1 4 53,-3 0 1,-2 0-295,-2-4 0,-3-2 147,3-2 0,-2 1-104,2-6 155,-3-5 1,8-5 445,-5-6-343,5 0 1,-3-7-16,6-5 1,4-1-8,1-3 0,4-4 12,0 0 0,2 0-163,1 0 0,5-1 69,-1-4 0,5 5-647,-5-1 0,5 4 317,-5-3 0,7 1-697,-3-2 1,-1 2 438,2 2 1,-4 3-444,3-2 1047,-4 7 0,7-7 0,-4 2 0</inkml:trace>
  <inkml:trace contextRef="#ctx0" brushRef="#br1">15941 3919 7728,'0'13'-119,"0"-1"60,0 0 0,0-3 1037,0-1 1,0-4 180,0 4-595,0-5 1,5 3-192,4-6 1,3-5-446,5 1 0,-2-7-122,5-1 1,1-2-206,4-7 0,4 5 111,0-5 0,0 1 221,-4-5 1,-2 1-298,-2 4 0,-3-2 56,-6 5 0,-5 1 233,-3 3 1,-4 5-103,-4 0 1,-8 5 223,-9-1 0,-3 8-22,0 4 0,-1 9 536,0 3 0,-4 8-5,0 1 1,0 4 171,4-4 1,5 5-147,-1-1 0,2 6-199,-2-2 0,7 2-302,6-10 1,5-2 89,-1-6 1,8 1-335,4-6 1,5-5 180,3-6 1,5-4-510,8-1 1,-1-7-218,5-5 0,0-5-510,4-4 0,0-6-166,0 2 0,1-2 419,-1 2 772,-5 0 1,3-5 0,-3-2-1</inkml:trace>
  <inkml:trace contextRef="#ctx0" brushRef="#br1">17516 3770 7144,'0'9'648,"0"-1"0,0 1-449,0 8 1,0 1-113,0 3 1,0 6 65,0-2 1,-1 1-602,-3-5 1,2 2 60,-2-2 0,3-3-593,1-2 980,0-7 0,-6 2 0,0-4 0</inkml:trace>
  <inkml:trace contextRef="#ctx0" brushRef="#br1">17479 3497 8647,'0'-6'1315,"4"-1"-1315,0 3 1,6 2-360,-2-2 0,8 3-785,0 1 1,6 0 1143,-1 0 0,2 5 0,2 2 0</inkml:trace>
  <inkml:trace contextRef="#ctx0" brushRef="#br1">17951 3597 7728,'-7'5'897,"-4"-3"0,8 7-511,-5-5 0,3 2-311,-3-2 0,4 3 33,-4 5 0,4 1-46,-5-1 1,7 0-187,-2 1 0,2 1 152,2 2 0,2-2-257,2 3 1,3 0 175,5 0 0,4 0-117,1-5 1,0-1 39,-5-3 1,5 2 173,-1-6 1,-4 6-50,-3-2 0,-2-1 15,1 1 1,-3-4-57,-5 4 1,-1 1 53,-3 3 1,-4-1-243,-9-3 0,2 3 75,-6-2 0,5-2-440,-5 1 0,4-1-2,-3 1 601,5-2 0,-9-6 0,5 0 0</inkml:trace>
  <inkml:trace contextRef="#ctx0" brushRef="#br0">18918 3621 7684,'-5'-12'0,"-1"0"350,-2-1 1,1 1 341,3-1 0,2 5-263,-2 0 0,3 0 596,1-5-282,0 6-351,0-4 0,0 15-87,0 1 1,0 11-191,0 9 0,0 5 53,0 7 1,0 5 108,0-1-250,0 6 0,0-8-106,0 2 1,4-4 92,0-4 1,5-7-176,-5-5 1,5-11 117,0-2 0,6-5-43,1-3 1,8-11-565,1-6 1,-1-12 127,5-8 1,2 0-20,-2-5 0,-5 0 217,-3 0 1,-6 5 8,2 4 1,-1 1 225,-3-1 0,-4 3 219,-9 5 199,0 6 157,0 1-367,0 11 1,0 3-1,0 10-35,0 6 0,-1 3 312,-3 10 0,2-2-101,-2 10 1,3 2 148,1 6 1,-4-2-124,0 2 1,-5 2-519,5-2 0,-4-4-434,4-4 1,0-6 393,4-3 1,0-4-164,0-8 0,1-5 146,3-3 1,3-4-829,6-4 0,0-8 62,4-9 1020,-3-8 0,9-3 0,-4-5 0</inkml:trace>
  <inkml:trace contextRef="#ctx0" brushRef="#br0">19402 3547 7684,'-8'0'-485,"-1"0"630,7 0 253,-4 0 163,6-5-366,0 3 0,0-5 39,0 3 0,2 3 277,2-3 265,-3 2-119,10 2-422,-4 6 1,4 1 157,-3 5 1,-1 5-75,-3-1 0,-2 5-223,2-5 1,-3 6 77,-1-1 1,4 2-295,0 2 0,1-4-44,-5 0 1,0-1-200,0 5 1,0-6 157,0-2 1,0-3-76,0-2 187,0 1-12,0-7 0,1-3-19,3-11 0,-1-2 43,5-10 0,-1 3-101,1-4 1,3 1 142,-2-5 0,2 1 133,1 4 0,-2-4 145,2 4 1,-6 2-102,6 1 1,-2 3 45,2 2 1,0 1-44,1 3 0,-1 2 175,1 6 0,-5 0-47,0 0 0,-1 6-177,1 2 0,-1 4-105,-3 5 9,-2 2 0,3 2-123,-5 0 1,0-2 0,0 3-509,0-1 192,0-6 0,2 7-426,2-6 0,-3 1-458,3-5 224,-2 1 562,3-6 1,-2-2 540,5-5 0,1-11 0,3-3 0</inkml:trace>
  <inkml:trace contextRef="#ctx0" brushRef="#br0">20010 3597 7282,'0'-9'1478,"0"1"-1129,0 5 1,0-4 114,0 3-345,0 3 0,0-6 320,0 3 53,0 3-257,0-5 1,0 5 444,0-3-450,0 2 1,0-5 159,0 3-233,0 3-9,0-10 1,0 8-85,0-5 104,-6 5-269,5-8 1,-6 10 26,3-4 1,1 4 102,-5 1 1,4 0 284,-4 0-258,-1 0 1,-3 1 64,-1 4 0,1-3-50,0 7 0,-1 0-90,1 8 0,4 3 72,-1 9 1,1 0-114,-4 9-174,-1-4 1,2 14-1,2-2-153,0 2 0,6-5 13,-1-6 241,3-5 0,5-13 0,3-3-629,4-2 480,-1-7 0,13-7-75,-2-8 1,-2-9 0,2-3-155,1-4 0,0-2 425,-1-3 0,1 3 21,-6-3 0,1 3 124,-5 1 0,0 0 222,1 0-245,-6 6 583,-2 1 205,-5 11-559,0 7 0,-4 13 1,-1 7 406,-2 4 1,3 6-91,-5 3 1,7 3-103,-3 1 1,0 6-137,1 2 0,-6 5-515,2 4 1,1-2 72,-1 6 0,1-2-177,-1 2 0,-2-7 253,6-5 1,-4-8-896,3 0 1,-3-4 426,4-9 0,0-3-1315,4-10 1174,0-5 0,0-8 148,0-12 1,5-5-162,4-6 0,3-11 644,5-2 0,2-14 0,2 6 0,-1-9 0,1 3 0</inkml:trace>
  <inkml:trace contextRef="#ctx0" brushRef="#br0">20283 3572 7684,'0'-13'2494,"0"7"-1789,0-5-246,0 4 479,0 0 1,4 3-316,0 8 1,0 8-163,-4 9 0,0 2-425,0 2 1,0 5 55,0 3 0,0 2-661,0-2 0,0 1 420,0-5 1,0-1-487,0-7 242,0 2 51,0-15 0,6 1-258,2-18 1,4-4 222,5-12 0,1-6 245,3-2 0,1-2-39,-6-3 0,1 7 541,-5 2 1,0 4-259,1 4 0,-5 7 1245,0 6-1035,-5 5 1,3 8 151,-6 7 1,0 10 0,0 3 1,-2 0 98,-2 4 1,1 1-127,-5-1 1,4 1-122,-4-1 0,5-3-734,-1 3 0,-2-7 313,2-1 0,0-6-1002,4 2 637,0-4-542,0-6 0,0-3 212,0-8 0,1-7-33,4-5 0,1-6-432,7 1 0,-1-2 1254,1-2 0,5-6 0,1 0 0</inkml:trace>
  <inkml:trace contextRef="#ctx0" brushRef="#br0">20643 3634 7684,'0'-13'19,"0"1"0,0 4-212,0 0 0,1 5-62,3-1 207,-3 2 1,6 2 402,-3 0 39,-2 0 1,5 0 606,-3 0-423,-3 6 171,10 1 0,-9 5-260,2 0 0,-3 1 151,-1-1 1,0 2-250,0 3 0,0-4-315,0 4 1,0 1-746,0-2 1,0 2 501,0-1 1,0-3-945,0 2 0,0-2 568,0-2 1,0-3-925,0-1 935,0-5 1,4 1 531,0-8 0,1-3 0,-5-6 0</inkml:trace>
  <inkml:trace contextRef="#ctx0" brushRef="#br0">20680 3435 7684,'0'-12'1556,"0"0"0,0 3-609,0 1-1480,0 5 396,0-2-1008,0 5 1,4 1 305,0 3 839,6-2 0,-3 9 0,5-4 0</inkml:trace>
  <inkml:trace contextRef="#ctx0" brushRef="#br0">19675 3473 7693,'4'12'-613,"0"0"1,2 1 1009,-2-1 1,-3 2-3,3 3 0,-1-2-95,1 5 1,-2 1-105,2 4 0,-3 0-250,-1-1 0,0 1 142,0 0 0,0-4-214,0-1 1,0-4 100,0 0 0,-1-2-261,-3-2-292,2-5-407,-3-1 542,5-6 1,0-6 442,0-2 0,5-3 0,2-1 0</inkml:trace>
  <inkml:trace contextRef="#ctx0" brushRef="#br0">19687 3386 7745,'11'-13'558,"-2"1"1,0 4-129,-5-1 0,2 3-7,-2-3 0,2-2-101,2 3 0,1 1-96,-4-1 0,7 4-839,-4-5 0,7 7 423,-2-2 0,-1 2-1109,5 2 0,2 0 1299,2 0 0,2 0 0,2 0 0</inkml:trace>
  <inkml:trace contextRef="#ctx0" brushRef="#br0">19427 3621 7481,'0'-12'292,"-4"4"-57,0 0 0,-1 3 140,5-3 1,0 4 152,0-4 313,0 5-277,0-8-98,0 10 233,0-10-184,0 9-92,0-3-89,0 5-232,0 5 0,5 2-16,-1 5 1,0 6 72,-4 3 1,4 2-82,0 2 0,0 4-46,-4 0 0,0 4-308,0-4 0,0 4 43,0-4 0,0 0 26,0-4 1,-4-6-265,0-2 267,0-3-221,4-2 280,0-5 0,5-7-46,4-8 0,-3-9 101,3-4 1,-1-2 9,4-2 1,1-4 139,-1 0 0,1-4 1,-1 3-107,0-2 0,1 5 422,-1-2 1,1 2-166,-1 3 1,0 3 274,1 0 1,-1 6-122,1-1 0,-5 3 440,0 5-591,1 2 8,3 6 0,-5 6-257,-3 2 0,-3 7 82,-1 2 0,-1 5-68,-3-1 1,1 6 17,-5 2 0,4 1-150,-5-1 0,5-2-366,-4 2 0,4-3 251,-4-1 0,5-1-221,-1 1 1,-2-4 198,2-1 0,0-4-174,4 0 1,0-6-266,0-2-1122,0-5 538,0 2 1313,0-5 0,5-5 0,2-2 0</inkml:trace>
  <inkml:trace contextRef="#ctx0" brushRef="#br0">19749 3535 7693,'7'-2'74,"-3"-2"257,3 3 470,-5-5 10,3 1-222,1 3-36,-5-3-132,5 5 1,-6 1-134,0 3 0,0-1 62,0 5 0,0 1-160,0 3 0,0 5-81,0-1-140,0 6 1,0-3-161,0 6 0,0-3-498,0 3 0,-5-7 398,1 7 0,0-4-167,4-1 0,-4 2 151,0-5 0,0-1-2225,4-3 2532,0-6 0,5 4 0,2-4 0</inkml:trace>
  <inkml:trace contextRef="#ctx0" brushRef="#br0">20680 3634 7499,'0'7'3586,"0"-2"-3007,0-5 1,1 0-169,3 0 1,-1 0-158,5 0 1,1 0-86,3 0 1,2 0 25,2 0 1,-1-5-300,6-3 0,-2 1 144,2-2 0,1 5-376,-5-4 1,3 0 41,-3-5 1,-1 1-70,-3-1 0,-2 1 117,-3 0 1,2-1 92,-6 1 0,0-1 129,-4 1 0,-1 0-100,-3-1 0,1 5 276,-5 0 0,-5-1-56,-3-3 1,-1 4 91,5 0 0,-5 5-100,1-1 1,-2-2-77,1 2 0,3 1-70,-2 7 1,-2 3 81,1 6 0,-5 0 55,2 4 1,2 4-75,1 8 1,-1-2 53,2 6 1,-1-1-69,5 1 1,5 1 182,3-5 1,2 2 45,2-2 1,7-6 80,6 6 0,0-11-275,8 3 1,0-6 91,4-3 1,1-1-580,3-3 1,1-2 262,3-6 0,3 0-272,-3 0 0,-1 0 202,1 0 1,-1-6-958,1-2 1,-2 1 85,-2-1 1139,-3 0 0,10-10 0,-4-1 0</inkml:trace>
  <inkml:trace contextRef="#ctx0" brushRef="#br0">21871 3485 6101,'7'0'2326,"4"0"0,-10 1-1842,3 4 1,-4 7 177,-4 9 0,3 3-267,-4 5 0,0-1 31,1 5 1,-2-4-160,2 4 1,3-7-72,-3-1 0,2-2-183,2-6 1,6-5 77,2-3 1,3-7-383,1 3 0,6-11 209,3-6 1,4-6-747,4-7 1,-3-1 362,3-3 1,-3-2-205,-1-2 0,-2-1 305,-2 5 0,-3 0 261,-6 4 0,-5 2 381,-3 2 1,-2 7-174,-2 6 164,0 5 0,0-1-158,0 8 0,-4 9 167,0 7 0,-5 4 79,5 1 1,-1 4 183,0 0 1,3 1-752,-7-1 0,7-4 155,-2-1 1,2 1-932,2-4 1,0-3 515,0-2 1,2-3-961,2-5 1,3-2 1429,5-6 0,6-12 0,1-1 0</inkml:trace>
  <inkml:trace contextRef="#ctx0" brushRef="#br0">22528 3411 7693,'0'12'1007,"0"0"0,-4 1-369,0-1 0,-2 2 800,2 3 0,3 2-717,-3 6 0,2 6 114,2 7 0,0 10-361,0 10 0,-4 4-668,0 4 0,2-30 0,0 1 280,2 2 0,0 0 1,-2 3-1,0-1-313,0-1 1,0-1 0,-2 0-1,-1-1 163,3-3 0,0 0 0,-2 27-298,4-8 0,0-11-219,0-10 1,2-10-1902,2-15 869,3-2 1,5-12 863,0-2 1,1-10-740,-1-7 1488,1-5 0,-7-7 0,0 0 0</inkml:trace>
  <inkml:trace contextRef="#ctx0" brushRef="#br0">22541 3572 7693,'6'-19'0,"1"-3"839,-3 5 1,3 0-321,6 5 1,-1 0 508,1-1 1,3 2-366,1 3 0,5 2-110,-2 6 0,4 0-317,1 0 1,-2 0-41,-2 0 0,-3 6-540,-6 2 0,-1 3 276,-3 2 0,-2 5-476,-6 2 1,-7 4 101,-5 0 0,-6 1-186,-7 0 0,-1 0 40,-3 0 1,1-1 172,-5 1 1,0-1-40,-4-4 1,5 2 137,3-5 0,-1-5-486,1-3 1,0-7 801,4 3 0,-5-10 0,-2-1 0</inkml:trace>
  <inkml:trace contextRef="#ctx0" brushRef="#br0">23669 3138 7693,'-5'-13'-1230,"-1"1"2034,-2 0 1,-3 1-306,3 2 1,1 0-11,-1 5 0,-1-1-70,-3 5 0,4 2-181,-1 2 1,5 4 161,-4 9 1,5 3-58,-1 9 1,1 7 37,-1 5 1,2 6-75,-7-1 0,5 3-489,-4 5 0,-2 7 245,-6 5 1,2-1-499,-3-7 0,-1 1 79,2-5 0,1-8-135,6-8 1,0-12-147,5-10 374,0-7 1,5-4-91,3-5 0,3-3 29,5-5 1,1 0-324,-1-9 1,-1 2 246,-3-1 1,2-4 489,-6-4 1,0-1 0,-4 0 0</inkml:trace>
  <inkml:trace contextRef="#ctx0" brushRef="#br0">23161 3448 7693,'-13'-7'-53,"1"-3"402,0 6 1,1-1 1363,2 1-630,-2 2-711,10-3 0,1 10 34,8 3 0,10-1-92,7 2 1,5-1 107,7 4 0,2-1-208,2-2 0,-1 0-324,6-5 0,-6 0-752,1-4 1,-1 0 575,2 0 0,0-1-607,4-3 0,-4 1 9,-4-5 706,4 0 1,-3-10 0,4-2 0</inkml:trace>
  <inkml:trace contextRef="#ctx0" brushRef="#br0">23918 3485 7693,'-2'12'-1,"-2"1"0,1-5 1,-5 0 0,1 1 1242,-1 3 1,-3 5-203,3-1 0,1 5 91,-2-5 0,7 6-737,-2-1 0,2 2-198,2 2 0,0-4-685,0 0 1,6-6 400,2 1 0,4-3-400,5-5 1,2-2 357,6-6 0,0-2-348,0-2 1,-1-4 28,1-9 1,4-1-231,0-2 1,-1-4 484,-8 4 1,2-3-3,-5 3 1,-6-2 431,-7 5 0,-3 1-242,-1 3 0,-2 1 495,-7-1 0,0 2-263,-12 3 0,2-3 34,-2 3 1,-2 2-132,2 2 0,2 3-273,-2 1 1,6 0-839,-2 0 1,5 5 510,4 4 0,-2 7-1219,6 5 1690,-6 2 0,3 8 0,-5 0 0</inkml:trace>
  <inkml:trace contextRef="#ctx0" brushRef="#br0">25233 3423 7693,'0'-12'1839,"0"3"-1283,0 1 0,0 7 195,0 1 1,4 7-181,0 9 1,5 3 40,0 6 1,-4 4-535,-1 0 0,2 6 64,-2-2 0,0-2-365,-4 2 0,-1-5 197,-3 1 0,2-4-1318,-2-5 0,1-2 70,-1-5-1277,3-1 2551,1-11 0,7-7 0,5-14 0</inkml:trace>
  <inkml:trace contextRef="#ctx0" brushRef="#br0">25307 3237 7693,'0'-8'-233,"0"-1"1,1 5 1725,3-4 1,3 4-311,6-4 0,1 4-607,2-5 1,8 7-1298,4-3 0,7 4 474,-2 1 0,3 0-524,1 0 1,2 0 356,2 0 414,-2 6 0,3 0 0,-4 7 0</inkml:trace>
  <inkml:trace contextRef="#ctx0" brushRef="#br0">25840 3361 7693,'-12'14'946,"0"2"1,-1-2-1131,1 3 1,1-4 15,2 0 0,-2-1 1717,3 1 0,-1-5-571,0 0 0,0-4-325,4 5 1,1-5-585,4 4 1,0-4 33,0 4 0,6-3-243,2 3 1,3 0 161,2 4 0,3 1-226,1-1 1,3 2 192,-3 3 0,4-4-149,-5 4 0,1-3 117,-5-2 1,-1 2 426,-3 2-162,3-2 0,-9 4-62,2-5 1,-4-1-271,-4 0 0,-3-3 93,-6-1 0,0-4-667,-4 4 0,2-5 350,-6 1 1,6-2-743,-1-2 1,2 0 223,1 0 0,1-2 8,0-2 0,5-4 844,3-9 0,2-2 0,2-6 0</inkml:trace>
  <inkml:trace contextRef="#ctx0" brushRef="#br0">26225 3510 7693,'0'12'1331,"0"-3"-864,0-1 0,0 0 735,0 4 1,0 1-584,0-1 1,0-3 155,0-1 1,0 0-308,0 4 1,1-5-296,3-2-321,3 1 1,10-4-269,-1 2 1,5-8-3,-4-4 1,5-4 364,-2 0 0,-2 0-699,-1-1 0,-5 1-342,-3-1 717,-4 1 1,-10 0 180,-4-1 0,-7 5 118,-5 0 1,-4 1-224,-4-1 0,-1-3-196,-3 2 0,-2 4-227,6 1 1,-1 2 723,1 2 0,3 6 0,-4 1 0</inkml:trace>
  <inkml:trace contextRef="#ctx0" brushRef="#br0">26709 3435 7693,'12'-17'1266,"1"4"-827,-1 1 1,-4 1 29,1 7 1,-5-1 60,4 5 1,-1 6 102,1 2 1,-2 9-284,-6 3 0,0 5-142,0 4 0,0-1-189,0 5 0,0-6 130,0 2 0,-5-3-465,1-1 1,0-1 249,4-4 1,0-2-24,0-5 1,2-6-92,2-3 1,3-4-50,5-4 1,2-9 42,2-7 1,4-4 104,4-1 0,1-4 80,0 0 1,-2 5-62,-2 3 1,1 7 271,-5 2-174,-1-1 0,-5 13 121,-2 0 0,-4 6 35,-5 6 1,0 5-123,0-1 1,-1 2 103,-3-1 0,2-3-19,-2 2-249,-3-2 255,6-7-18,-5-2 1,12-5-68,2 0 0,-1-9-122,1-4 1,5-2 5,3 3 1,1 1-51,-5 2 1,2 0 102,2 5 0,-2-5 19,3 5 0,-5 1 310,-4 8 0,2 3-122,-6 8 1,5-2 226,-5 3 1,0 1-136,-4-2 0,0 5-394,0-5 0,0 1-941,0-5-1168,0 1-262,0-1 1799,5-5 0,6-3 654,6-8 0,5-8 0,-3-8 0</inkml:trace>
  <inkml:trace contextRef="#ctx0" brushRef="#br0">27577 3559 7693,'-5'13'1090,"-4"-1"0,2 1-491,-1-1 0,4 0-220,-4 1 1,1-1 1317,-1 1 1,2-1 40,6 0-1109,0-5 1,1-1-471,4-6 0,2 0-347,5 0 0,6-6-683,3-2 1,1-7 600,-2-2 0,2-3-181,-5 3 1,-1 1 201,-3 3 0,-2 1-699,-3-1 0,2 1 375,-6 0 0,-1-1 574,-8 1 1,-1 1 175,-7 3 1,-3 2-225,-1 6 0,-5 1 55,1 4 1,-2 1 18,-2 7 1,2-1-894,2 1 0,3-1-71,6 0 69,-1 1 0,6-1 360,3 1 0,4-6 508,4-3 0,9-3 0,6-1 0</inkml:trace>
  <inkml:trace contextRef="#ctx0" brushRef="#br0">27726 3448 7693,'32'-13'584,"-3"1"1,-3 5-165,-1 3 1,-6 3 157,-3 1 0,-2 1-200,-1 3 0,-1 4 455,0 9 1,-3-2-153,-1 6 1,-5-5-278,1 5 0,-3 0-326,-1 3 0,0-3 66,0 0 1,-1-5-266,-3 5 0,-3-2 146,-6 2 0,5-3-176,0-6 1,4-5 129,-4-3 74,5-2 1,-3-4-171,6-2 1,6-4-185,2-9 0,9-3-873,3-9 1,5 3 573,4-3 1,-3-2-940,3 2 0,1 5 227,-1 3 1312,0 6 0,-4-3 0,0 5 0</inkml:trace>
  <inkml:trace contextRef="#ctx0" brushRef="#br0">28297 3423 7693,'0'12'0,"4"1"1223,0-1 0,0 2 157,-4 3 1,0-2-724,0 5 0,0 2 1036,0 7 1,0 3-846,0 5 0,-4 7 201,0 6 0,-2 5-785,2 7 1,-3 0-459,-5 0 0,-5 6 197,9-33 0,0 0 1,-3 1-1,0 0-811,0-1 0,1 0 0,-1-1 0,-1-1-651,-13 29 1,5-9-3041,4-4 3327,2-13 1,9-12 631,5-20 0,7-17-800,9-16 1340,3-8 0,6-7 0,0 1 0</inkml:trace>
  <inkml:trace contextRef="#ctx0" brushRef="#br0">28334 3497 7693,'0'-8'1027,"0"0"0,0 0-262,0-5 0,1 5 118,3 0 0,3 1-416,6-1 0,3 2 6,1 6 1,5 1-578,-2 4 0,3 6 136,-3 5 0,-2 10-103,-5-1 1,-7 8 119,-1 0 1,-10 2-200,-3-2 1,-8 3 117,-5-3 0,-7 1-566,-1-1 0,0-4-186,5-8 1,3-5 228,0-7 1,6-4-426,-1-5 0,7-7 440,5-5 0,8-10-99,5-7 1,7-7 638,5-1 0,8-11 0,2-9 0</inkml:trace>
  <inkml:trace contextRef="#ctx0" brushRef="#br0">28793 2964 7693,'8'-4'897,"0"0"1,-3 0-365,3 4 1,-1 1 421,1 3 0,2 5-34,-6 7 0,0 5 280,-4 8 0,-1 4 130,-4 8 0,3 5-686,-7 7 1,-3 4-608,-5 5 0,7-29 1,-2 1 100,2 1 0,0 1 0,-1-1 0,0 0-1264,-10 31 1,-1-7 688,5-13 0,1-6-1867,3-11 1554,7 0 1,3-22 20,11-3 1,6-15 31,11-14 0,4-1-86,0-7 0,5-1-42,-1-3 1,-3 0 679,-1 0 1,-2 5 116,-3 3 1,-4 6 6,-4 6 0,-6 2 1671,-2 11-1029,-5 0 0,2 13 158,-5 4 0,0 8 180,0-1 0,-4 4 416,0 0 1,-4-3-230,4 0 0,-2-1-558,2 5 0,3-4-747,-3 0 1,-2-6 167,2 1 1,0-2-1059,4-1 1,0-5-936,0 0 389,5-5 0,2 1 616,6-8 0,0-3 21,4-5 0,-2-2-226,6-3 0,-2 3 765,2-2 1,1 2 417,-6 2 0,1 5 0,-5 3 0,-4-2 973,1 2 1,-6 1-12,1 7 1,-3 3 627,-1 6 0,0 3-364,0 1 0,-4 3-629,0-3 1,-5 4-539,5-5 0,0 5 33,4-5 0,0 1-1266,0-5 0,0-3 371,0-1 803,6-5 0,1 2 0,5-5 0</inkml:trace>
  <inkml:trace contextRef="#ctx0" brushRef="#br0">29239 3398 7684,'7'-5'4915,"4"-2"0,-5-1-4236,2-1 0,3 5-611,-3-4 1,9 4-786,4-5 1,-2 7 525,2-2 1,5-2-2732,7 2 1,-1 0 2921,1 4 0,0 0 0,4 0 0</inkml:trace>
  <inkml:trace contextRef="#ctx0" brushRef="#br0">29686 3373 7684,'0'9'836,"0"-1"0,0-4-460,0 4 0,0 1 904,0 3 1,-5 0-96,-4 1 0,-6-1 280,-1 1 0,-5-1-1001,4 0 1,2 1-226,7-1 0,-2 1-435,6-1 1,0 0 182,4 1 1,1-2-285,4-3 1,1 2 290,7-6 1,3 4-34,1-4 0,5 5-66,-1-5 1,-3 4-145,-2-4 1,1 6 767,-5-2 1,3-1-249,-7 1 0,-2 0 514,-2 5-463,-3-1 1,-1 1-431,0-1 1,-4 1 211,0-1-1039,-5 0 0,6-1-516,-5-2-240,5 2-1316,-3-10 2261,6 5 1,6-12-312,2-2 0,4-5 512,5-3 1,2-8-159,6-5 0,4-1 703,0 1 0,4 7 277,-4-3 0,0 10 159,-4 3 0,-5-1 233,1 5 1,-6 3 1638,2 0 1,-8 8-1047,0 1 0,-6 7 351,1 2 1,-4-1-861,-4 5 0,1 1 188,-6-2 1,1 2-432,-4-1 0,4-4-841,-1 4 0,7-7-32,-3-2 0,0-4-210,1 4 0,1-5 107,7 1 0,4-2 275,9-2 1,-1-2-1283,9-2 0,-1 1 657,9-5 0,0 1 287,4-1 0,0-3 171,1 3 1,-7 2 781,-2 2 0,-8-2 46,-5 2 1,-2 0 1067,-1 4-251,-7 0-487,0 6-377,-6 0 1,0 7-101,0-1 1,0-3-1404,0-1 0,0 0 697,0 5 0,1-5-2621,3 0 0,1 0 439,7 5 2565,-2-6 0,19 4 0,-3-4 0</inkml:trace>
  <inkml:trace contextRef="#ctx0" brushRef="#br0">30889 3870 7684,'28'6'0,"-20"0"0,17-6 0,-15 0 3422,-2 0 1,-4 0-1641,4 0 0,-4 0-258,5 0-6354,5 0 2782,-6 0 2048,3 5 0,-22-3 0,-3 3 0</inkml:trace>
  <inkml:trace contextRef="#ctx0" brushRef="#br0">19129 4638 7849,'-16'-16'798,"-1"-1"1,-2 1-609,6 3 9,-2 1 0,10 0 391,-4-1 1,4 5-191,5 0 1,0 4-319,0-5 1,1 7-62,3-3 0,-1 4-125,5 1 1,1 0 129,3 0 0,5 0 136,-1 0 0,6 0-260,-1 0 0,4 0 66,4 0 0,1 0-495,3 0 1,3 0 220,-3 0 1,8 0-11,5 0 0,3 0 224,5 0 1,-1 1 62,4 4 0,1-4 185,4 3 1,5-3 270,-1-1 1,1 0-13,-1 0 0,3 5-446,-32-3 1,1 0 0,1 0 0,0 1 139,1-1 0,-1 0 1,1 1-1,0 0 18,-1 1 0,0 0 0,2 1 0,0 0-218,2-3 0,1 0 0,-1 2 1,0 2-42,1-2 1,-1 0 0,1-1 0,-1-1-113,0 0 0,1 0 1,0 1-1,0 0 132,2-1 0,-1 0 1,0 0-1,0 0-277,2-1 1,1-2 0,-3 1 0,1 0 401,1 0 0,1 0 0,0 0 1,0 0-51,4 0 1,0 0-1,-4 0 1,0 0 158,2 0 1,-1 0 0,2 0 0,-1 0-65,1 0 1,1 0 0,3 0 0,1 0-3,0 0 1,-1 0 0,-1 0-1,0 0-369,2 0 0,0 0 1,-3 0-1,0 0 233,2 0 0,1 0 1,-1 0-1,1 0 31,3 0 0,2 0 0,-4 0 0,0 0-79,1 0 1,0 0-1,-2 0 1,1 0 73,-1 0 0,-1 0 0,2 0 0,1 0 11,2 0 0,0 0 1,-4 0-1,-1 0 119,5 1 0,0-2 0,-3-1 0,-1 0-47,4 0 1,0 0 0,1-2 0,0 0 10,3 2 0,0 0 0,-4-3 1,1 1-55,1 2 0,0 0 0,1-2 0,1 0-225,2 2 1,0 0 0,-19-1 0,0-1-1,1 1 198,2 0 1,-1 1 0,1-1-1,-2 0 1,0-1 0,-1 1-208,2 0 0,-1 1 0,0-1 0,0-1 1,1 1-1,-1-1 157,0 1 1,0 1-1,1-1 1,-1-1 0,0 1-1,0-1 33,2-1 1,0 1 0,-1 0 0,-1 1-1,-1 1 1,0-1 129,3 0 1,-1 0-1,1 1 1,-2-1-1,-1 1 1,0-2-51,1 0 0,0 0 0,1 0 0,-2 1 0,0 0 0,1 1 65,1-1 0,1 0 0,0 1 0,17 0 1,1 1 41,0-1 1,0 0 0,-1-1 0,0 0 17,-1 1 1,0 0-1,2-1 1,1 0-61,1 1 1,0 0 0,-3 2 0,0-1-39,1-1 1,0 0-1,-1 0 1,0 1-141,1-1 0,0 0 0,2 1 0,0 1-56,-2-2 0,0-1 0,-1 1 1,0-1 68,-5 1 0,0 0 0,-3-1 0,0 2 34,-1 1 0,0 0 0,0-2 0,-1-1 203,-3 2 0,-1-2 1,1-1-1,0 0-37,-7 2 0,1 0 0,1 0 1,0 0-26,0 2 1,1 0 0,-1 0 0,0 0-57,-1 0 0,-1 0 0,-3 0 0,-1 0 156,-4 0 0,0 0 0,-3 0 0,0 0-886,34 0 1,-6 4 971,-2 0 0,-11 4-283,-10-4 0,0 9 0,-1-5 0,0-2 0,2-4 0</inkml:trace>
  <inkml:trace contextRef="#ctx0" brushRef="#br1">2766 6127 8108,'13'-32'388,"-1"2"1,-5 1 0,-1 0 349,-1 1-136,-3 8 0,3 2 0,-5 5 1035,0 1-319,0 5-965,0 2 0,0 14 204,0 4 0,-5 11-50,-4 1 0,-6 14-207,-1 2 1,-7 7-236,3 6 0,-5 0-34,-4 8 0,15-30 0,0 1 1,-2 4-1,-1 0-231,0 0 1,0 0 0,-1 4 0,0 0-106,0 2 1,-1 1 0,-2 2-1,1 1-225,-1 5 0,0 0 0,1-8 0,2 0 107,3-2 1,1-2 0,0-4-1,1-1-503,1 23 0,2-16-704,10-13 1147,0-14 0,6-20-123,2-12 1,3-6 194,2-6 1,-1-4-251,0-8 0,5-5 661,0-8 0,5-2-1092,-2-6 1092,-2-6 0,6 4 0,-14 29 0,0-1 0,2 1 0,0-1 0,0-1 0,1 1 0</inkml:trace>
  <inkml:trace contextRef="#ctx0" brushRef="#br1">2618 6313 8108,'5'-32'0,"-4"-2"232,4 5 0,-3 1 260,2 7 1,-2-1 0,2 6 1510,-3 1-929,-1 6-385,6 4 0,-1 6-249,4 3 1,2 10 325,-3 11-573,3 5 1,1 13-132,1 3 1,-1 7-203,1 5 0,-5 3 79,0 1 1,-4-4-58,5 0 0,-5 4-853,4 4 799,-5 0 1,2-10-691,-5-2 0,0-8-125,0-5 0,4-13-121,0-8 434,1-10 0,-5-6 330,0-8 0,0-3 1,0-7-407,0-2 1,-2 0 749,-2-4 258,-3-1 0,-7-2-258,-2 2 0,-3-2 0,-6-2 0,0-7 0</inkml:trace>
  <inkml:trace contextRef="#ctx0" brushRef="#br1">2580 6784 8108,'-24'0'565,"3"0"0,2 1-169,1 4 0,5-4 1056,5 3-474,5-3 117,-2-1-365,16-5 1,2 4-266,12-4 0,-4 0-231,0 1 0,3-4 18,5 3 0,2-3-807,-2 4 0,-2-4 429,6 4 0,-4-1-1846,4 5 0,-4 0 1972,4 0 0,0 0 0,5 0 0</inkml:trace>
  <inkml:trace contextRef="#ctx0" brushRef="#br1">3647 6821 8108,'-5'-7'975,"3"2"0,-7 4 54,5-4 1,1 4-221,7-3 0,7 2-323,5 2 1,12 0-155,1 0 0,3 0-65,5 0 0,-1 0-618,9 0 0,-1-2 294,2-7 0,2 0-1086,-2-12 0,0 0 329,0-3-1136,-3-1 1,-12 0 1949,-2 0 0,-3-5 0,-1-2 0</inkml:trace>
  <inkml:trace contextRef="#ctx0" brushRef="#br1">4143 6362 8108,'-24'-6'1357,"3"-4"-784,0 6 1,6 0 560,-1 4 1,2 6-545,1 7 0,6 5 93,3 7 1,3 5-36,1 3 1,0 4-217,0 5 0,0 7-398,0 9 1,4 4-197,0 4 1,2-4-78,-2 0 0,-3-1 253,3-7 0,-1-1-566,1-3 0,-2-11 46,2-6 1,1-6 233,-1-2 1,1-4 65,-5-1 1,0-9 27,0 2 1,-6-5-354,-2 0 0,1 2 426,-1-6 1,-1 0-458,-3-4 1,4-1-141,-1-3 0,5-5 27,-4-7 1,5-8 0,-1-7-657,3-5 1331,6-4 0,2-15 0,6-2 0</inkml:trace>
  <inkml:trace contextRef="#ctx0" brushRef="#br1">4317 6821 8108,'19'-7'-360,"3"2"826,-5 5 1,0 0 716,-5 0 0,0 1-342,1 3 1,-5 5 1116,0 7-1462,-5 3 1,3 6 0,-8 1 399,-2 3-869,3-2 1,-10 4 149,2-2 1,0-3-1,-1 3-1471,2-2 1,4-4-1314,-5-2-984,7-3 3591,-4-12 0,1 0 0,-2-6 0</inkml:trace>
  <inkml:trace contextRef="#ctx0" brushRef="#br1">4416 6524 10076,'0'-7'4868,"0"-4"-4312,6 4 0,-3 0-283,5 3 0,0 1-479,5-1 1,3 3-1743,1-4 0,5 5 375,-2 5 1573,4 1 0,1 7 0,-1-1 0</inkml:trace>
  <inkml:trace contextRef="#ctx0" brushRef="#br1">4788 6834 8108,'-12'12'555,"1"0"-60,3 1 1,2-1 870,6 1 1,0-1-31,0 1-1006,0 4 1,6-3-1,2 1 110,3-5 0,3-4-146,2-6 1,2 0 61,3 0-304,2-6 0,-3-2-115,5-9 1,-1 2-387,1-6 0,-6 2 101,-2-2 0,-3-1-201,-2 6 0,-1-5 121,-3 5 323,-2-1 1,-12 5 93,-2-1 1,-7 6 296,-1 3 1,-7 3-99,3 1 0,-4 5 107,0 4 0,0 9 366,3 6 0,-2 3-66,2 6 0,2 5 100,-2 8 1,6 2-38,-1 2-861,2-1 1,7-5 0,3-4 69,2-5 1,9-12-200,6-11 0,6-5-130,10-7 1,3-11-901,5-5 0,0-12-547,0-5 1337,1-3 0,-1-5 0,1-2-1042,4-1 1,-4 0-503,4-1 2116,-9-4 0,0 8 0,-3-3 0,3 3 0,-2-3 0,-4-3 0</inkml:trace>
  <inkml:trace contextRef="#ctx0" brushRef="#br1">5396 6276 8419,'-7'0'1650,"2"0"1,4 0-618,-4 0 1,4 1-207,-3 3 1,3 0 84,1 9 1,-2-2 112,-2 9-739,3 7 0,-9 6 0,4 8-313,0 4 2,-3 9 1,-7 5-220,8-24 0,-1 1 1,-1-2-1,0 1 45,1 2 0,1 0 1,-2 0-1,-1-1-273,-5 30 1,-1 0-473,5-4 0,5-11 0,4-7-655,6-8 0,8-12 1017,6-12 1,6-5 99,2-7-51,0-6 0,10-2 1,-2-10-1238,3-7 1770,2-5 0,0-10 0,3 3 0,4 3 0</inkml:trace>
  <inkml:trace contextRef="#ctx0" brushRef="#br1">5706 6858 8108,'-1'-6'2295,"-3"1"1,1 4-1026,-5 1 0,0 1-608,-5 4 1,-5 7 1104,-2 9 0,-4 8-862,-1 4 1,5 3-142,-1 1 1,3-1-316,2-3 0,0-4-1016,12-9 1,2-3 145,6-9 0,4-2-127,8-6 0,5-11-825,8-6 1,-1-11 647,5-5 1,-2-2-417,3-3 0,1-3 348,-2 0 1,-1-8-259,1 0 0,0-6 543,-14 24 1,0 0-1,-3-3 1,1-1 251,0-2 0,-1-1 0,-4 1 1,1-1 166,1-4 0,0 1 0,-4 5 0,-2 0 242,3 0 0,-1 2 0,4-14 2399,-6 11-2096,-2 19 0,-8 13 1312,-2 18 1,-3 10-762,-5 10 1,-1 9-126,1 3 1,-5 3-384,1 2 0,-1 1 475,5 3 1,0-2-893,-1 6 1,1-2-815,-1 2 1,5 4-1663,0 0 1,5 2 1610,1-29 1,0 0 0,1 31-5256,1 4 6038,0-5 0,4 0 0,0-3 0,-1 3 0,-2-2 0,-1-2 0</inkml:trace>
  <inkml:trace contextRef="#ctx0" brushRef="#br1">2283 7826 7781,'16'0'-245,"1"0"0,5-4 250,-2 0 1,5-5 519,4 5 1,7 0-154,5 4 0,6 0 155,-1 0 0,5 1-423,7 4 1,5 1 167,-26 0 1,0 1 0,4-1 0,0 0-290,2 1 0,1-1 0,4-2 0,1-1 290,5-1 1,0 0 0,5-4 0,2 0-61,1-2 1,0-1 0,4-2 0,0-2-486,0-1 1,1-1-1,-2 0 1,1-1 322,0-1 1,0 1 0,-1 2 0,1 1 29,0 0 0,0 1 0,-1 1 0,0 0-55,-3 1 1,0 0-1,0 2 1,0 1-158,0 1 0,0 0 0,-2 1 0,0 0-170,-4 1 1,-1 0 0,-2 1 0,-2 0 73,-7 1 1,-1 0-1,0 1 1,-1 1-45,-1 2 0,1 0 0,0-2 1,0-1 199,-2 0 0,-2-2 0,-1-2 0,-2-2 86,27-5 1,-5-3-15,-8-2 0,-10-2-284,-6 3 0,-11-3-503,-5 6 786,-9-2 0,-3 5 0,-5 0 0</inkml:trace>
  <inkml:trace contextRef="#ctx0" brushRef="#br1">8274 6561 7726,'-12'-13'0,"0"2"601,-1 3 1,4-2 64,-4 6 1,6-4 160,-9 4 0,5 0-249,-6 4-218,3 0 1,2 7-100,0 5 0,-5 6 92,0 7 0,1 7 1,2 6 155,-2 10 0,2 5-259,-3 9 0,3 2-392,8-27 1,0 1 0,0 2-1,0 0 219,-1 1 1,1 1 0,0 0 0,1 1-108,1 0 1,0 1 0,-1-1 0,0-1 63,3 0 1,0-1 0,0-1 0,0-2-89,2 33 1,1-11-403,4-10 1,1-7 82,7-10 0,3-3-388,1-5 1,5-6 332,-1-2 0,6-9-545,2-4 1,6-3 452,-2-1 0,3-1-26,1-3 1,0-8-96,0-9 0,-1-3 641,-3 0 0,2-4 0,-6-2 0,-2-3 0,-1 0 0</inkml:trace>
  <inkml:trace contextRef="#ctx0" brushRef="#br1">8671 6846 7726,'-5'-12'0,"-1"-1"842,-2 1-485,3-1 0,5 1 0,1 1 335,3 3 0,4 2 258,9 6 0,2 0-33,6 0-564,5 0 0,2 6 474,5 2-643,0 3 0,6 0 0,4-1-123,5-2-30,-1-5 0,5 2 1,-5-5-702,2 0 235,-2-5 1,7-2 328,-8-6 0,-3 2-1447,-10 3 0,-7-1-245,-5 4 1798,-6-4 0,-17 7 0,-4-3 0</inkml:trace>
  <inkml:trace contextRef="#ctx0" brushRef="#br1">9068 6809 7726,'-18'12'374,"0"1"118,-2-1 1,2 0 83,5 1 1,7 1 272,1 2 0,4 5 142,1 8 1,0-2-385,0 6 1,1 2-115,4 6 0,0 5-249,3 7 0,-1 0-438,-3 5 1,-2-2 171,2 2 1,-3 5-333,-1-5 1,-4-1 0,0-12 0,0 1-643,4-9 1,0 0-999,0-12 490,0-8 480,0-12 0,4-6 515,0-3 0,4-9-219,-3-8 728,4-2 0,-7-2 0,3 0 0</inkml:trace>
  <inkml:trace contextRef="#ctx0" brushRef="#br1">8994 7417 6239,'-6'-7'1071,"5"1"1,-5 5 101,6-3-317,0 2 1,2-5-340,2 3 1,7 2 432,6-7 0,6 5-504,2-4 1,1 4 0,7-5-109,2 0 0,0 2-1251,3-1 1,3 4 599,0-5 1,5 6-1502,-5-1 1,5 3 1813,-5 1 0,0 0 0,-3 0 0</inkml:trace>
  <inkml:trace contextRef="#ctx0" brushRef="#br1">10148 7627 7783,'6'7'1025,"0"4"1,-6-8 0,0 5-1078,0 2 0,-6 7 875,-2 3 1,-4 8-951,-5 1 1,-3 11 86,-9 1 1,1 9-1008,-5 8 0,16-27 0,1 1 843,-2 5 1,-1 0 0,-5 3 0,-1 0-1,0 1 1,-1 0 0</inkml:trace>
  <inkml:trace contextRef="#ctx0" brushRef="#br1">10966 7131 8646,'0'-7'1713,"0"1"-1284,0 1 1,7 4 78,6-3 0,2 1-61,10-1 1,-3 3-213,7-3 0,-2 2-194,2 2 0,1-1 49,4-3 1,0 2-701,-5-2 1,1-1 444,-1 0 1,-3-4-1270,3 1 0,-2 1 421,-3-2 1,-4 1 1012,-4-4 0,3-1 0,1 1 0</inkml:trace>
  <inkml:trace contextRef="#ctx0" brushRef="#br1">11351 6784 7783,'-11'-8'591,"3"0"1,1 5 430,3-1-345,2 2 0,-3 4-282,5 2 0,0 4-91,0 9 1,0 3 28,0 9-233,5 3 0,-3 5-58,2 0 1,-3 6-99,-1 3 0,0 6-623,0 2 1,-1 3-1485,-3-3 2013,2 0 1,-7-4-1295,4-1 1,1-6-155,4-6 1598,-5-11 0,3-2 0,-3-5 0</inkml:trace>
  <inkml:trace contextRef="#ctx0" brushRef="#br1">12058 6970 7783,'0'-12'935,"0"-1"-123,-5 1 158,3 0-605,-3-1 0,6 6-254,3 3 1,-1 8-80,5 4 0,-4 4-167,5 0 0,-3 4-967,3 1 1,2 1 607,-3-2 1,-1 0-293,1 4 1,-4-5 785,5 2 0,-7-3 0,4-2 0</inkml:trace>
  <inkml:trace contextRef="#ctx0" brushRef="#br1">12046 7243 7783,'0'12'-194,"0"1"161,0-1 1,0 1 608,0-1 0,1 0-160,3 1 0,3-2-103,5-3 0,1 3-234,-1-3 0,2-1-197,3 2 0,-2-7-812,5 2 1,1-4 518,4-4 0,-4-3 411,-1-5 0,1-6 0,4-1 0</inkml:trace>
  <inkml:trace contextRef="#ctx0" brushRef="#br1">12467 6821 8959,'6'-7'1075,"5"1"-162,5 1 1,8 4-365,1-3 1,5 1-373,7-1 1,5 1 129,-1-5-440,6 5 0,-4-8-885,2 3 1,-4 1-163,-8-1 0,-2 4 636,-6-5 1,-2 7 0,-2-3 543,-5 4 0,-7-4 0,-4-2 0</inkml:trace>
  <inkml:trace contextRef="#ctx0" brushRef="#br1">12765 6796 7783,'-7'20'69,"-4"3"34,3-2 0,2 6-103,2 2 927,3 6 0,1-8 1,0 6 233,0 2 1,-1 5-374,-4 1-972,4 1 0,-4-7 232,5-2 1,0 3-692,0-3 1,0-2 472,0-2 0,1-5-832,3-3 0,-1-4 95,5-9 0,0-3 85,5-5 1,-6-5 821,-3-3 0,3-9 0,0-2 0</inkml:trace>
  <inkml:trace contextRef="#ctx0" brushRef="#br1">12691 7193 7783,'-7'-8'886,"3"0"0,2 4-371,2-5 0,6 5-152,2-4 0,4 4 263,5-4 0,4 3-205,8-3 1,0 0-455,8-4 0,-1 3-546,9 1 0,-4 0-659,5-5 0,-2 5 1238,2 0 0,2 0 0,-4-5 0</inkml:trace>
  <inkml:trace contextRef="#ctx0" brushRef="#br1">13534 6970 9094,'6'14'1328,"2"2"1,3 0-828,1 4 0,1 2-142,-1 7 0,2-1-142,3 5 1,-4-4-824,4 4 1,1-6-84,-2 2 1,6-8-450,-1-4 1,3-9 242,0-4 1,0-10-110,-4-6 1004,-2-6 0,0-12 0,2-2 0</inkml:trace>
  <inkml:trace contextRef="#ctx0" brushRef="#br1">13844 6933 7271,'-18'-6'-1153,"3"5"2159,-5-3 1,3 4-377,-4 4 1,1 4-95,-5 9 0,0 8-168,0 8 0,-4 4 178,0 4 0,0-2-165,5 2 1,6-2-716,5-2 1,2-5-320,7-3 1,0-3-609,4-1 0,1-12 1261,4-4 0,7-7 0,7-2 0</inkml:trace>
  <inkml:trace contextRef="#ctx0" brushRef="#br1">14043 6846 7783,'12'-5'0,"1"2"1252,-1-5 1,1 3-566,-1-3 1,6 4 59,3-4 0,2 4-965,2-5 0,5 5 149,3-4 1,-1 4-1299,1-4 0,-1 3 268,1-3 820,-3 5 279,-11-2 0,-6 5 0,-8 0 0</inkml:trace>
  <inkml:trace contextRef="#ctx0" brushRef="#br1">14241 6883 7783,'-7'20'0,"-6"2"679,4-6 1,-3 6-212,8-1 0,-2 4 1029,2 4 1,3 1-747,-3 3 0,2 1-177,2-5 1,0 6-562,0-2 1,0 1 24,0-1 0,0 2-981,0-6 1,-1 0 656,-3-4 0,2-2-2465,-2-2 1980,3-9 0,2-6 771,3-6 0,3-11 0,6-3 0</inkml:trace>
  <inkml:trace contextRef="#ctx0" brushRef="#br1">14204 7243 7783,'-7'-8'366,"3"-1"288,3 7-1,2-8-198,3 6 0,5 0 89,7 4 1,3-2-1005,6-2 1,1 1 308,3-5 0,3 1-816,5-1 0,-2-2 967,2 6 0,-8-5 0,7 2 0</inkml:trace>
  <inkml:trace contextRef="#ctx0" brushRef="#br1">14862 7107 7783,'8'4'878,"0"0"0,6 0-380,7-4 0,3 0 226,5 0 0,4 0-579,9 0 0,3 0-519,9 0 0,-3-4-1019,3 0 1,-5-6 707,-3 2 0,-9-3-327,-8-2 1012,-8 1 0,2-6 0,-3-1 0</inkml:trace>
  <inkml:trace contextRef="#ctx0" brushRef="#br1">15333 6858 7783,'0'-8'688,"0"0"-49,0 5 40,0-2 0,6 6 152,2 3 1,4 4-359,5 9 1,-3 2-6,2 6 0,-1 0-202,2 0 0,-5 0-314,1-1 97,-6 1 0,-7 5 1,0 4-454,0 1 273,-12-3 0,-1 2 0,-12-3-245,0 1 1,4-6-2063,1-2 1088,5-4-697,2-13 2047,13-13 0,13-8 0,6-10 0</inkml:trace>
  <inkml:trace contextRef="#ctx0" brushRef="#br1">15705 6772 7783,'8'-4'697,"1"-1"0,0 0-208,8 1 1,-1 2 304,9-2 1,-3 3-211,7 1 1,3 0-202,1 0 0,8 0-483,5 0 1,-3 0 113,-2 0 1,-2 0-859,-2 0 0,1-2 583,4-2 1,-9-1-2624,0-3 994,-11-3 1890,-4 4 0,-17-6 0,-2 1 0</inkml:trace>
  <inkml:trace contextRef="#ctx0" brushRef="#br1">16065 6710 7783,'-18'18'0,"4"-3"370,-2 5 0,2 1-23,2 4 1,3 2 846,1 7 1,5-1 585,-1 8 1,-3-2-943,-1-2 1,1 4-288,-1 0 1,4 1-188,-5-5 0,5 2-419,-4 2 1,4-4 87,-4 0 1,5-1-1996,-1-7 1574,-3 6 0,5-13 0,-2 1-3543,3-4 1898,6-8 0,1-7 686,2-8 1347,3-3 0,-4-16 0,5-3 0</inkml:trace>
  <inkml:trace contextRef="#ctx0" brushRef="#br1">15904 7243 7783,'0'-7'2689,"0"-4"0,1 10-2076,3-3 0,3-2-45,5 2 1,5 0-189,0 4 1,9 0-332,-1 0 0,4 0 129,-1 0 1,3-4-1190,2-1 0,3 1-1349,-3 4 1,-2 0 582,3 0 1777,-7 0 0,9-5 0,-4-2 0</inkml:trace>
  <inkml:trace contextRef="#ctx0" brushRef="#br1">16722 7392 7721,'0'12'0,"-1"1"1265,-3-1 1,1 5-594,-5-1 1,-2 2 594,-6-1 0,1 2-602,-6 6 1,0-5-536,-4 1 0,-1 4-1005,-3 4 1,2 1 605,-6-1 1,1-1 268,-1 5 0,3 0 0,5 4 0</inkml:trace>
  <inkml:trace contextRef="#ctx0" brushRef="#br1">17702 7181 7671,'13'-4'0,"-1"0"0,1 0 621,-1 4 1,5 0-40,-1 0 1,5 0 41,-5 0 0,5 0-220,-4 0 0,-1 4-100,-3 0 1,-5 5-256,0 0 1,-5-2 91,1 1 1,-3 0-232,-1 5 145,0-1 1,-5-1 47,-3-3 0,-8 2-24,0-6 0,-5 0-200,5-4 0,-5 0-118,4 0 0,0 0 108,0 0 0,3-5-4,-2-4 1,3-2 37,5-1 1,-2 4-41,6-1 0,0 1 94,4-4 0,1-1 2,4 1 1,1 4 19,7-1 0,1 5 10,2-4 0,-2 5-368,3-1 1,0 3 151,0 1 0,0 0-1187,-5 0 1,0 5 1413,1 4 0,5 7 0,1 3 0</inkml:trace>
  <inkml:trace contextRef="#ctx0" brushRef="#br1">18745 6945 7671,'12'0'1077,"0"0"-248,1 0 106,-1 0 0,1 4-413,-1 1 0,-1 4-69,-3-1 1,2 4-133,-6 0 0,0 2-791,-4 2 1,4-2-1068,0 3 0,1-2 960,-5 1 0,-6-2-1092,-2 3 1669,2-4 0,-10 5 0,2 2 0</inkml:trace>
  <inkml:trace contextRef="#ctx0" brushRef="#br1">18720 7243 7671,'0'12'1484,"0"1"0,0-1-627,0 1-743,5-1 0,2-1 50,6-3 0,-1 3-924,0-2 0,6-4 519,3-1 0,8-2 241,4-2 0,8 0 0,3 0 0</inkml:trace>
  <inkml:trace contextRef="#ctx0" brushRef="#br1">19315 6796 7671,'0'-8'1435,"0"0"1,6 5-993,2-1 1,8 7 595,5 1 0,8 6-498,4-2 0,4-1-211,5 1 1,2-5-113,5 1 0,5-3-577,0-1 0,-6-1 276,-6-3 0,-4-3-880,-1-6 0,-2 1-144,-6 0 1,-10 3-539,-11 1 0,-6 5 982,-2-1 0,-10 3 663,-6 1 0,-12 0 0,2 0 0,-11 0 0</inkml:trace>
  <inkml:trace contextRef="#ctx0" brushRef="#br1">19675 6796 7671,'-17'17'543,"1"0"1,-2 0-151,1 0 0,4 2 799,-4 6 0,3 4-578,2 0 0,4 7 78,-1 1 1,2 2-250,-1 6 1,-1-1 266,4 2 1,0 1-282,1-6 0,2 0-394,-2-4 0,-1 5-1152,1-1 1,-1-5 753,5-7 0,0-3-1608,0-1 1,0-2 891,0-2 1,0 1 536,0-5 1,2-6 541,2-7 0,3-14 0,5-4 0</inkml:trace>
  <inkml:trace contextRef="#ctx0" brushRef="#br1">19501 7342 7671,'-8'-19'576,"0"2"1,5 4 176,-1 0 1,2 5 216,2 0-226,0 5 0,2-3-291,2 6 1,8 0-33,9 0 0,8 0-373,4 0 0,3 0-295,1 0 1,6-5-1448,2-3 1,2 2 394,-1 2 1132,-4-3 1,-4 0 0,-1-5 0</inkml:trace>
  <inkml:trace contextRef="#ctx0" brushRef="#br1">20320 7156 7671,'12'-12'-848,"1"-1"1,-5 6 3532,0 3-1578,1 3 0,3 11-62,0 2 1,-3 9-514,-1-1 0,-4 4-187,4 1 0,-1-1-812,2 1 1,2 0 375,-3 0 0,3-5-854,1 1 848,1-6 0,-1 2-1615,0-9 0,5-2 1712,0-6 0,5-11 0,-3-3 0</inkml:trace>
  <inkml:trace contextRef="#ctx0" brushRef="#br1">20779 6983 7671,'-12'0'593,"-1"0"1,-5 6-363,-2 7 0,-9 6 503,-4 10 1,-10 10-273,-7 10 1,1 1-536,22-23 0,0 0 0,-19 22 279,5-3 0,7-4-715,0-4 1,14-12 439,3-6-941,9-4 359,8-9 0,5-7-1366,4-9 2017,2-2 0,7-12 0,1-3 0</inkml:trace>
  <inkml:trace contextRef="#ctx0" brushRef="#br1">20965 6871 7671,'21'-6'0,"-1"-2"0,0 1 952,0-1 1,4 5-396,-3-1 0,-2-1 562,1 0 0,5 1-585,4 4 0,0 0-345,-4 0 0,4-4-753,0 0 1,5-4 405,-1 4 1,-1-5-1299,1 5 1,-5-1 885,1 1 0,-7 2 570,-2-2 0,-10 3 0,1 1 0</inkml:trace>
  <inkml:trace contextRef="#ctx0" brushRef="#br1">21312 6858 7671,'-19'12'96,"1"-4"-96,6 8 0,-3 2 909,2-1 0,-2 6-372,7 2 1,1 1 838,-1 7 0,4-1-528,-5 1 1,6 1-190,-1-5 0,-1 0-1392,1-4 1,-5 4 475,5 0 0,-1-1-422,1-8 1,1 4 525,-5-4 1,5-2-3469,-1-1 2484,2-9 1,6-8 1136,1-8 0,10-14 0,-1-4 0</inkml:trace>
  <inkml:trace contextRef="#ctx0" brushRef="#br1">21151 7144 7671,'-7'-13'0,"3"1"427,3 5 1,1 0-54,0 3 1,1 3 395,3-3 0,9 4-184,7 4 0,4-3-6,1 3 1,6-2-700,7-2 0,0 0 129,8 0 1,-1-2-1655,5-2 0,-1 1 419,1-5 998,0 0 1,-6-5 0,-2 1-1</inkml:trace>
  <inkml:trace contextRef="#ctx0" brushRef="#br1">21933 7218 8450,'0'-7'3194,"0"2"-2648,0-1 0,7 5-183,5-3 1,7 2-57,10 2 0,4 0-67,9 0 0,3-1-431,9-3 0,2-3-418,6-5 1,0-1-231,1 1 0,-12-1-609,-6 1 0,-8 0 670,-8-1 1,-1 1-183,-12-1 960,-5 1 0,-5 0 0,-6-1 0</inkml:trace>
  <inkml:trace contextRef="#ctx0" brushRef="#br1">22392 6958 8536,'12'0'868,"1"0"0,4 0-234,4 0 0,8 0-206,4 0 0,3 7-194,1 5 1,-5 0-278,-3 5 0,-4 2 119,-5 2 0,-3 2-334,-9 2 1,-4 5 235,-8 4 0,-12 1-596,-9 3 1,-12 0 280,-1 3 1,0-6-156,5 2 0,0-4-84,8 0 0,0-8-955,13-8 791,2-9 740,21-8 0,8-18 0,13-8 0</inkml:trace>
  <inkml:trace contextRef="#ctx0" brushRef="#br1">23161 6784 7671,'-13'-5'384,"1"-4"0,4 2 564,-1-1 1,7 4-280,-2-4 1,4 5-275,4-1 1,8 2 317,9 2 1,8 0-267,4 0 0,7 0-374,1 0 0,1 0 60,-5 0 1,0 2-892,0 2 1,0-3-1002,1 3 0,-8-2 111,-5-2-303,0 0 1604,-17 0 0,-3 4 347,-13 0 0,-8 6 0,-4-3 0</inkml:trace>
  <inkml:trace contextRef="#ctx0" brushRef="#br1">23421 6784 7671,'-12'6'0,"2"0"491,-2 7 1,6 1-126,-6 2 1,4 3 652,-1 6 0,-2 6-463,3 2 1,3 4 65,0 4 0,4-2-222,1 2 1,0 2 323,0-2 1,-1 1-291,-3-5 0,2 0-198,-2 0 1,3-2-369,1-6 0,0-2-407,0-10 0,0-1-2703,0-3 1621,0-6-44,5-2 1,-2-5 837,5 0 1,-5-7 826,1-5 0,-2-6 0,-2-7 0</inkml:trace>
  <inkml:trace contextRef="#ctx0" brushRef="#br1">23260 7169 9450,'12'0'943,"1"0"0,2 0-496,6 0 0,1 4-295,11 0 1,5 0-314,8-4 0,-1 0-828,5 0 0,-3 0 638,7 0 1,-5-4 95,-3 0 0,-3-6 1,-6 3-1</inkml:trace>
  <inkml:trace contextRef="#ctx0" brushRef="#br1">24575 6648 7671,'35'20'847,"-7"1"0,1 1-331,-8 7 1,1-3 322,-1 3 0,-3-3-359,-6-1 1,5 1 41,-1 3 1,1-1-378,-5 5 0,1-4 61,-1 4 0,-4 0-207,1 4 0,-7 0 70,2 1 1,-9-1-732,-8 0 1,-10 0 374,-10 0 0,-8-1-748,-5-3 1,-3 2 42,-5-6 0,-4 4 657,25-18 1,0-1 0,-31 10-773,-2-3 0,1-10 401,-1 2 706,29-11 0,0 0 0,-1 1 0,0-1 0,-3-1 0,1-2 0,-1 1 0,0 0 0,0 0 0,0 0 0</inkml:trace>
  <inkml:trace contextRef="#ctx0" brushRef="#br1">11574 8558 7853,'-12'0'2,"-1"0"0,5 0 434,0 0 1,5-6 134,-1-2-307,-3 2 1,6-5 237,-3 3 0,-2-3-186,2-1 0,0-5 50,4 1 0,0-1-85,0 5 1,0-5-109,0 1 1,0-2-87,0 1 85,0 3 1,0-9 52,0 2 0,0 2-13,0-2 0,5 1-24,4-5 1,-3-1-1,3-2 86,0-1 0,4 4-66,3 5 1,-2-1-192,3-4 0,1 2-320,-2 2 0,5-1 176,-5 5 0,6 1 152,-1 4 0,-2 0-102,2 4 0,-4 1-64,3 3 1,0 3 66,0-3 0,4 4-182,-4 4 1,-2 4 125,-1 9 0,-3-2 0,-2 4-105,0-1 0,-1 4-32,-2-1 0,0 6 83,-5 2 1,5 0-214,-5-4 0,0 0 61,-4 0 1,4-1-62,0 1 1,0-1 60,-4-4 0,0-2-558,0-5 239,0 4 208,6 3 1,-5-5-406,3-3 852,-2-2 0,-2 2 0,0 1 0,-6-1 0,-1 1 0</inkml:trace>
  <inkml:trace contextRef="#ctx0" brushRef="#br1">12058 8000 7097,'0'-13'430,"6"6"-56,-5-4 0,9 8-28,-6-5 1,1 5 77,-1-1 158,-2 3-230,9 1-190,-4 0 0,4 5-40,-3 4 0,3-2 99,-3 1 1,-1 4-208,1 5 0,-3 3 51,3-3 0,-4 5-161,4-1 1,-5 2 45,1 2 0,-3 4-247,-1 0 212,0 0 0,0 1-366,0 3 1,-1-1 109,-3 1 0,3-6 0,-5 2-152,1-2 1,3-4-57,-2-2 280,3-3 1,1-10-300,0 0 568,0-5 0,5 2 0,2-5 0</inkml:trace>
  <inkml:trace contextRef="#ctx0" brushRef="#br1">12269 9103 7853,'0'-7'961,"0"-4"-352,0 5 1,1-1-186,3 2 1,-1 0 107,5 1 0,5 0-160,3 4 1,11 0-226,-3 0 0,5 4 78,0 0 0,3 4-305,5-4 1,0 1-201,1-5 0,-1 0-287,0 0 0,-5 0-104,-3 0 1,-3 0 307,-1 0 1,-6-5-2049,-2 1 1367,-9 0 1044,-3 4 0,-16-5 0,-2-2 0</inkml:trace>
  <inkml:trace contextRef="#ctx0" brushRef="#br1">12505 9066 7853,'-9'8'0,"1"1"0,1-5 339,-1 4 0,-2 0 147,6 5 1,0 5 40,4 2 0,0 4-175,0 1 1,0 5-80,0 3 0,0 7-144,0 1 0,0 6 83,0-1 0,0-2-371,0 1 1,0-1 171,0 2 0,-4-9-652,0-8 1,0-4-465,4-5 346,0-2 0,1-11-147,3-3 0,2-4 904,2-4 0,3-3 0,-4-11 0,5-1 0</inkml:trace>
  <inkml:trace contextRef="#ctx0" brushRef="#br1">12455 9513 7853,'-7'-13'976,"2"1"-337,5-1 0,0 5-213,0 0 0,9 4 91,4-5 0,7 7-164,1-2 1,2-2-59,2 2 1,4-2-290,0 2 0,6 3-318,-2-3 1,3-2-940,1 2 1,0 0 728,0 4 1,-5 0-1335,-3 0 1856,-9 0 0,4 0 0,-5 0 0</inkml:trace>
  <inkml:trace contextRef="#ctx0" brushRef="#br1">13162 9277 7853,'0'12'784,"0"1"-238,0-1 0,6 1-154,2-1 1,3 2 0,1 2 1,5 2-137,-1 3 1,6 2-448,-1-2 0,-2 2 81,2 2 0,-6-6-58,2-2 1,-3-3-781,-2-2 1,0-4 431,1 1 0,-2-8 515,-3-1 0,3-5 0,-4-8 0</inkml:trace>
  <inkml:trace contextRef="#ctx0" brushRef="#br1">13547 9178 7853,'-13'12'875,"-1"1"-657,-2-1 1,1 0 343,-6 1 1,5 5-180,-5 2 1,0 4 494,-4 1 0,2 5-483,2 3 0,-2-1-363,2 1 1,3-6-191,2 2 1,2-3 171,2-1 0,1-4-1186,2 0 1,0-6 225,4 1 946,1-7 0,4-4 0,0-5 0</inkml:trace>
  <inkml:trace contextRef="#ctx0" brushRef="#br1">13758 9128 8413,'8'0'2054,"0"0"0,-2 0-1376,6 0 0,-1 0-283,10 0 1,-1 0-158,5 0 1,6-5-346,2-4 1,-2 2 140,2-1 1,-4 4-1030,4-4 0,-6 5-1179,-3-1-865,-4 3 3039,-8 1 0,-5 5 0,-1 2 0</inkml:trace>
  <inkml:trace contextRef="#ctx0" brushRef="#br1">13956 9103 7853,'-12'9'-655,"-1"-1"1,5 0 782,0 5 0,1-1 855,-1 0 0,1 6 206,3 3 1,-2 8-582,-2 4 1,2 3 389,6 1 1,-4 4-445,0 1 0,-2 3-206,2-4 1,3-3-91,-3-5 1,2-6-305,2 2 0,0-8-747,0-5-761,0-7-195,6-4 0,1-6 784,5-3 0,-4-3-143,1-6 1,-2 0 1107,1-4 0,3-2 0,-4-6 0</inkml:trace>
  <inkml:trace contextRef="#ctx0" brushRef="#br1">13919 9451 7853,'7'0'-371,"0"0"2447,-3 0-1461,-3 0 0,10 0 172,-3 0 1,3-5-283,2 1 0,1-4-558,2 4 0,3-6-389,6 2 0,0 1 385,0-1 1,4 0-1452,0-5 0,0 6 1508,-4 3 0,-1-3 0,1 0 0</inkml:trace>
  <inkml:trace contextRef="#ctx0" brushRef="#br1">14601 9289 7853,'0'7'2391,"0"4"-995,0-2 1,4 2-684,0 1 1,10 6-106,-1 3 1,7 3-209,1 5 1,2-3-186,2 3 1,0-2 22,0-3 0,-2-3-945,-2 0 0,1-10-177,-5 1 1,0-8-688,0 0 0,-3-2-226,2-2 0,-6-2 1797,-2-2 0,-5-8 0,2-7 0</inkml:trace>
  <inkml:trace contextRef="#ctx0" brushRef="#br1">14973 9265 9212,'-12'0'970,"-1"5"119,1 3 1,-6 10-513,-3 7 0,-7 7 64,-6 9 0,-1 3-497,-3 6 1,5-6 350,0-3 0,7-8-443,1-4 0,2-3-481,6-1 0,5-5-2478,4-4 2329,5-8 0,-3-4-1313,6-8 0,6-4 1891,2-8 0,9-9 0,2-7 0</inkml:trace>
  <inkml:trace contextRef="#ctx0" brushRef="#br1">15073 9190 7750,'12'0'1450,"2"0"-955,2 0 0,-1-4-245,6 0 1,0 0 348,4 4 0,-1-2 481,1-2 0,6 3-670,2-3 0,-2-2-146,2 2 0,3-1-824,1 0 0,3 3 419,-7-7 0,-2 5-1051,-2-4 0,0 4 130,-4-4 1,-3 5-1883,-10-1 2944,0 2 0,1-3 0,-1-2 0</inkml:trace>
  <inkml:trace contextRef="#ctx0" brushRef="#br1">15482 9116 7750,'-19'25'-68,"-3"1"68,5 3 0,0-3 1324,5 3 1,0 2-571,-1 3 1,5 1 763,0 3 0,5-5-751,-1 0 1,2-2-309,2 2 1,0 3-458,0-3 1,0-2-378,0-2 1,0-7-769,0-2 0,2 0 371,2 0-234,-3-2 0,6-7-388,-3-2 1394,-2-4 0,3-10 0,-5-2 0</inkml:trace>
  <inkml:trace contextRef="#ctx0" brushRef="#br1">15333 9562 7722,'-7'0'2864,"2"0"0,7 0-2053,7 0 1,4 0-357,12 0 1,1-4-221,3 0 0,3-6-24,5 2 1,1-2-279,-1 2 0,0-2 119,0 6 0,5-5-1058,-1 0 0,-1 4-341,-7 1 0,3 2 1347,-3 2 0,-3-5 0,0-2 0</inkml:trace>
  <inkml:trace contextRef="#ctx0" brushRef="#br0">24587 8967 7677,'9'-11'610,"-1"3"1,-5 1 511,1 3-738,3 2 0,-2-2 18,4 8 1,0 10-139,-5 11 0,0 6-187,-4 11 0,0 3 74,0 9 1,0 5-402,0 12 1,0-31-1,-1 2 267,-1 7 0,0 1 1,-1 1-1,-1-1-441,-2 3 0,0 2 0,-1 1 0,1 2 359,0 3 0,0 2 1,-3 2-1,0 1 44,2-20 0,0 2 1,0-2-1,-2 22 1,0-1-346,4-20 1,-1 0-1,1 0 1,-4 21-1,0 0 338,3-20 1,1 1 0,-1-1 0,0 2 0,-2 1 0,2 0 4,0 2 1,1 1 0,-1 0 0,-1-2 0,0 1 0,0-1 14,2 2 1,-1-1 0,1 1 0,-1 1 0,0-1 0,0 1-253,0 1 1,1 1 0,-1 0 0,2 2 0,-1 1 0,1 0 261,-2 2 1,1 0 0,-1 0 0,1-1 0,1-1 0,-1 1-143,1 1 0,0 0 1,0 0-1,0 0 0,0 1 1,0-1 184,-1 1 0,1 1 0,0-1 0,0 4 0,0 1 0,0 0-28,-1 1 1,1 0 0,0 0-1,1-2 1,0 0 0,0 0 6,-1 2 1,-1 0 0,1 0 0,1-1 0,0 0 0,0 1-16,-1-16 1,0 1 0,-1 0 0,1 0 0,0 1-1,1 0 1,0 0 0,-1 0 7,1 1 1,0 0 0,0 0 0,0 0 0,0 0 0,-1 1 0,1-1 0,-1 1-95,0-2 0,0-1 1,0 1-1,0 0 1,0 0-1,1 0 1,-1 0-1,1 0 76,-1 0 0,-1 0 1,1-1-1,0 1 1,1 1-1,-1 1 1,1-1-1,-1 0 26,1-1 1,0 0 0,0-1 0,0 1 0,1-1 0,0 1 0,1-1 0,-1-1 47,1 18 0,-1-1 0,1 0 0,-1-2 1,0 0-1,1 0-92,-1 2 0,1 1 0,-1-1 1,1 0-1,-1-1 0,1 0 37,1-1 1,0-1-1,0 1 1,0-1-1,0 0 1,0-1 5,0-5 0,0-1 1,0 0-1,0 2 1,0-1-1,0 0 12,0 0 0,0-1 0,0 1 0,0-2 0,0 0 0,0-1 0,0-2 0,1-1 0,-2-1 0,0-1 0,0-1 0,-1-1 62,1-2 1,0-1-1,-1 0 1,-3 18-1,0 0 78,1-1 0,0-2 0,-1-3 0,0-3-840,1-4 1,0-2-1,-1-7 1,-1-3-884,3-17 984</inkml:trace>
  <inkml:trace contextRef="#ctx0" brushRef="#br0">25108 8806 7624,'-37'-31'900,"0"7"0,1 4-972,3 8-403,8-1 0,14 2 701,11 3 1,17 3-113,12 5 0,12 0 271,9 0 0,8-6-277,-24 2 0,2 0 0,2 0 1,3 1-478,5-1 0,3 0 1,-1 0-1,1-1 337,7-1 1,0 0 0,5 0-1,1 1-294,-16 2 0,1 1 0,0-1 1,4-1-1,-1 0 0,2 1 345,6 0 0,0 0 0,0 0 1,-2 0-1,0-1 0,0 0-330,4 0 1,1 0-1,0 0 1,-1 0 0,0 0-1,1 0 360,2-1 1,0 1-1,1 0 1,2 0 0,1-1-1,0 0-41,-15 1 0,1 0 0,0 0 0,0 0 0,15-1 0,1 1 0,-1-1 86,1 0 0,0-1 0,0 1 0,-16 0 0,0 1 0,0-1 0,0 1-219,1-1 0,-1 1 0,1 0 0,0 0 0,2 0 0,-1 0 0,1-1 0,0 2 165,2-1 1,0 1-1,0 0 1,0 0-1,-2 0 1,-1 0 0,0-1-1,1 0-143,1 0 0,-1 0 0,1 0 1,0 0-1,0 0 0,0 1 1,0 0-1,0-1 73,1 0 0,-1 0 0,1 0 0,0 0 1,0 0-1,-1 0 0,1 1 0,0 0-96,0 0 1,0-1 0,0 1 0,-1 0 0,-3 0-1,0 1 1,0-1 0,-1 0 20,0 1 1,0 0 0,0 0 0,-1 0-1,14-1 1,0-1 0,-1 1-160,-1 2 0,-1-1 0,0 1 0,-1 0 0,-2-1 0,0 1-50,-3 1 1,0 0 0,-1 0 313,-2 2 0,-1 0 0,-2 0 0,18-2 0,-3 1 0,1 1 0,-1 0 0</inkml:trace>
  <inkml:trace contextRef="#ctx0" brushRef="#br0">25431 9599 7639,'-8'0'-910,"-1"0"2765,7 0-1192,-4 6 1,9-3-94,5 5 1,6-4-167,11 4 1,1-5-56,3 1 1,1-2-355,3-2 0,3 0 83,-3 0 0,3-2-867,1-2 0,-1-4 529,-3-9 0,2 4-480,-6-4 0,-2-1 740,-6 2 0,2-7 0,-3 4 0</inkml:trace>
  <inkml:trace contextRef="#ctx0" brushRef="#br0">25766 9240 7639,'-12'-4'476,"-1"-1"1,1 0-186,-1 1 0,5 2-101,0-2 1,4 8 384,-5 5 0,5 3-186,-4 5 0,5 3-91,-1 9 0,3-1-96,1 5 1,5 5-173,4 8 1,-3 2-101,3 2 0,-1 4-236,4-1 0,1 7 176,-1-3 0,-4-1 72,1-3 0,-7-3-165,3-5 1,-3-2 68,2-6 1,-2-5 84,2-3 0,-4-8-14,-4-5 1,2-2 422,-2-2-173,-3 1 0,5-6-101,-7-3 1,5-3 105,-4-1-137,0 0 0,-5-5-258,1-4 1,-5-2 84,1-1 0,-1-6-726,5-3 1,0-2 350,-1-2 0,2-1-759,3-3 1272,2 3 0,1-5 0,-2 7 0</inkml:trace>
  <inkml:trace contextRef="#ctx0" brushRef="#br0">26064 9637 7639,'12'7'0,"0"4"849,1-3 0,-5-1-341,0 1 1,-1-4-93,2 4 0,2-4-170,-3 5 1,-1-6-1021,1 1 645,0 3 129,5-1 0,-6 7 0,-2-1 0</inkml:trace>
  <inkml:trace contextRef="#ctx0" brushRef="#br0">26051 9872 7639,'13'0'-307,"-1"0"1,-4 0 1596,1 0 1,3 0-836,5 0 0,0-4-217,0 0 1,2-4-1588,6 4 1,4-2 1348,0 2 0,5 3 0,-2-5 0</inkml:trace>
  <inkml:trace contextRef="#ctx0" brushRef="#br0">26870 9153 7639,'-7'-1'1258,"3"-4"111,3 4-519,1-4 1,-5 6-111,1 3 1,0 8-300,4 9 1,-4 14 41,0 6 1,-6 7-154,2 6 0,-4 9-514,4-26 0,-1 1 1,0 1-1,-1 2 224,-2 2 1,-1 0-1,1-2 1,-1 0-283,1-2 0,-1 0 0,1-2 0,0-1-534,-1-2 1,1-2 0,-6 30-246,5-16 226,7-12 0,7-23 278,3-11 1,8-6-198,9-11 1,3-6 279,0-6 1,-3-6 433,0 2 0,-5-4 0,5-4 0,0-4 0</inkml:trace>
  <inkml:trace contextRef="#ctx0" brushRef="#br0">26882 9364 7639,'13'-6'997,"-1"5"0,1 1 363,-1 8 1,-4 9-732,1 3 0,-3 5-231,3 4 1,0 4-132,-4 9 1,3 2-485,-4 5 0,0-3 204,-4-1 0,0-5-254,0 1 0,0-3 237,0-5 1,0-4-983,0-9 0,0-2-678,0-5-91,0-1 195,0-5 1226,0-2 0,-1-6 360,-3-3 0,-3-3 0,-6-5 0,1-1 0</inkml:trace>
  <inkml:trace contextRef="#ctx0" brushRef="#br0">26721 9823 7639,'-12'-6'1192,"1"3"-345,2-5 335,-2 5-801,10-2 0,1 1 142,8 0 0,9-1-162,4 5 1,3-5-726,5-3 1,0 1 71,8-1 0,-6-1-121,6-3 1,-7 4-2315,3-1 2727,-5 1 0,8-10 0,-4-1 0</inkml:trace>
  <inkml:trace contextRef="#ctx0" brushRef="#br0">27416 9637 10385,'14'-5'1828,"2"1"1,5-5-1372,8 0 0,4-2-451,8-1 1,7 0-331,6-1 0,4-3 83,-4-1 1,-3 1-1403,-10 3 0,-2 2 1665,-14 3 0,2-3 1,-7 4-1</inkml:trace>
  <inkml:trace contextRef="#ctx0" brushRef="#br0">27738 9351 7639,'9'0'1791,"-1"0"1,4 2-992,5 2 1,6 0-511,2 8 0,0-2-99,4 7-1,-3 2-254,-1 2 1,-2 2 124,-2 2 1,-3 5-642,-6 3 0,-6-1 386,-6 1 0,-11 4-356,-10 4 1,-4 1 67,-4-5 1,3 0-81,-3 0 0,4-6-1652,5-6 1355,2-1 859,11-15 0,7-9 0,7-14 0</inkml:trace>
  <inkml:trace contextRef="#ctx0" brushRef="#br0">28570 9116 7669,'0'18'1620,"-5"5"-1115,1 6 0,-1 5 1220,1 0 0,1 7-863,-5 4 0,-1 8 218,-3 0 1,-2 7-420,-2-2 0,2-5-1303,-3-3 0,4-3 83,0-10 0,2 2-771,3-10-1899,-3-6 2505,9-11 1,-3-8-774,5-8 0,1-8 777,3-9 0,2-8 443,2-4 1,2-4 276,-6-4 0,6-3 0,-2-6 0,3-1-4,1-3 0,2-2 289,3-6 1,-2 1 78,5 3 1,1 0-240,4 9 1,7 2 1428,5 10 0,0 8-724,4 8 1,-2 9 447,-2 12 0,-5 5-623,-3 3 0,-10 8 286,-6 0 1,-6 5-410,-7-5 0,-2 6-472,-2-1 1,-8 3 26,-9 0 0,-3 5 140,0 0 1,-7 4-628,-2-4 1,2 4 296,-3-4 0,8 0-164,1-4 1,3 0 61,10 0 1,2-6-664,10-3 1,3-2 150,5-1 1,10-1 81,11 0 1,6-3 498,-2-1 0,-3-1-46,-1 1 0,0 6 259,-4-6 1,1 6-109,-9-6 0,-5 3 485,-4 2 0,-5-1-273,1 0 1,-2 1 421,-2-1 1,-10 1-174,-3-1 0,-2 0-83,3 1 0,-7-1-686,-6 1 1,-1-1 240,-7 0 0,-1-1-1280,-3-2 1,-1 0 703,-4-4 0,-2 3-1588,-5-4 1973,-12 6 1,-3-9 0,27 2-1,0-1 1</inkml:trace>
  <inkml:trace contextRef="#ctx0" brushRef="#br0">25381 11522 7669,'-12'-7'-555,"5"1"2653,-4 6 133,10 0-1670,-5 0 0,13 0-87,5 0 0,2 5-132,7-1 1,0 0-25,3-4 1,3-2-72,2-2 0,0 2-445,8-7 1,-7 1-948,7-4 0,-2-5 717,2 0 0,0 0-1471,0 0 1,-5 3 264,-3-2 1634,-3-4 0,-1 1 0,0-6 0</inkml:trace>
  <inkml:trace contextRef="#ctx0" brushRef="#br0">25853 11113 7669,'-13'-13'1132,"1"1"-740,0-1 0,5 5 54,3 0-228,-3 5 0,4-3 1673,-5 6-1304,5 0 0,-3 2-137,6 2 0,0 4-329,0 9 0,-4-2 33,0 6 0,-6-1-287,2 5 1,-3 5 150,-1 3 0,-1-1-292,1 1 1,0 2 157,-1 6 1,1 2-50,-1 2 1,5-1 126,0-2 1,5-4-20,-1 4 1,3 0 100,1 0 0,5-1-73,3-4 0,2-5 144,-2-3 0,7 1-54,-2-1 1,2-1 200,-3-8 0,1 2-25,-1-5 0,1 4-51,-1-5-219,0 1 1,-1-5 88,-2 0 1,-4 1-346,-5-1 0,0-3 161,0-1 0,-5-4-287,-4 4 1,2-4 158,-1 5 0,-1-7 64,-8 3 1,3-4-75,-2-1 1,-2-6-127,1-2 0,-5-4-173,2-5 1,-4-2 198,-1-6 1,0 0-446,1 0 1,4 2 311,4 2 1,-2-2 498,1 2 0,-5 3 0,3 0 0</inkml:trace>
  <inkml:trace contextRef="#ctx0" brushRef="#br0">26932 11398 7669,'6'-13'0,"-4"1"-370,7 0 545,-7-1 1,8 1 333,-6-1 1,0 1 185,-4 0 0,0-1-280,0 1 0,0 3 21,0 1 0,-1 1-184,-3-1 0,-5-2-156,-7 6 0,1-1 122,-6 1 0,0 2-158,-3-2 0,0 7 11,4 1 1,-5 7-49,0 1 1,0 2-116,-4 7 0,3 1 36,1 7 1,0-3-12,1 3 1,0 1 16,3-1 1,3 0-12,6-4 0,5-2 82,3-2 1,3-3-36,1-6 1,11-3 89,5-1 1,8-5 117,5 1 0,-2-3-142,6-1 0,0-1-4,5-3 1,-5 2-328,0-2 0,-2-1 144,3 1 0,-4-2-705,-5 2 0,1 2 397,3-2 0,-9 3-953,1 1 1,-6 0 1395,-2 0 0,-6 5 0,-2 2 0</inkml:trace>
  <inkml:trace contextRef="#ctx0" brushRef="#br0">26597 11819 7669,'-7'0'4106,"2"0"-3467,5 0 1,5 0 219,3 0 0,10 0-386,7 0 1,1-4-248,7 0 1,-4-4-367,5 4 0,-1-6 191,4 2 0,4 2-1453,1 2 0,-1-1 861,-4 1 1,-4-1 540,0 5 0,0-5 0,5-2 0</inkml:trace>
  <inkml:trace contextRef="#ctx0" brushRef="#br0">28049 11038 7669,'0'-12'1067,"0"-1"0,-2 6-415,-2 3 0,1 4-50,-5 4 0,0 10-242,-5 11 0,1 5 144,0 8 0,-2 4-120,-3 4 1,-2 7-709,-6 5 0,-1 4 383,12-29 1,-1 0 0,-15 31-259,13-31 0,1 0 1,-2 0-1,1-1-198,-12 26 1,2-7-947,6-18 580,8-8 0,9-13 272,8-8 0,5-5 78,7-8 1,-1 0 412,6-12 0,-6 0 0,3-3 0</inkml:trace>
  <inkml:trace contextRef="#ctx0" brushRef="#br0">28024 11125 7669,'0'-17'169,"0"1"0,0 3-56,0 5 758,5 0 0,2 1-172,6 3 0,3 4 0,1 4 0,-1 4-104,-3 9 1,3 6-242,1 6 1,-5 6-129,-4-2 0,-4 3-9,5 1 1,-7 4-312,3 0 1,-4 2 114,-1-2 0,-1-1-577,-4 6 1,0-6-72,-3 1 0,-2-8-356,6-4 1,-4-8-940,4-5 1432,-1-7 0,7-4-194,2-5 1,-3-5 348,3-4 0,-2-3 335,-2-5 0,0 4 0,-6-11 0,-1 5 0</inkml:trace>
  <inkml:trace contextRef="#ctx0" brushRef="#br0">27912 11485 7669,'-7'-13'0,"0"5"466,3 0 1,3 3-101,-3-3 0,4 4 171,4-4 0,4 5-54,9-1 1,3-2-4,9 2 1,3-1-573,5 1 0,0 2 109,1-2 1,-1-1-1048,0 0 0,0 1 676,0 4 0,-1-4 354,-3 0 0,-2-6 0,-7 4 0</inkml:trace>
  <inkml:trace contextRef="#ctx0" brushRef="#br0">28619 11237 7669,'0'8'839,"0"0"0,6 0-614,2 5 1,3-1 1098,1 1 0,2-1-606,3 0 1,3 5-667,9-1 1,-1 5 7,5-4 0,0-1-1121,4-3 1,-5-1 284,-3 0 0,0-1-2059,-4-2 2835,2-4 0,-7 1 0,4 1 0</inkml:trace>
  <inkml:trace contextRef="#ctx0" brushRef="#br0">29004 11100 8359,'-20'13'1551,"-3"-1"-1890,2 0 1,2 6-24,-2 3 1,1 4 1816,-5 4 0,-4 6-661,0 7 0,0 3-190,4-3 1,5-1-215,-1-4 0,2 3-162,-2-3 0,7-2-1016,6-10 1,1-1-3407,-1 1 1893,2 0 2301,6-11 0,6-3 0,1-11 0</inkml:trace>
  <inkml:trace contextRef="#ctx0" brushRef="#br0">29450 10951 7683,'0'13'1605,"0"-1"1,-4 5-1026,0-1 1,-1 12 239,0 1 0,3 2 314,-7 7 0,3-3-535,-3 11 0,-2-5-946,3 5 0,1-6 243,-1 1 0,4-2-531,-5-2 0,7-6-278,-3-2 0,4-8-829,1-4 0,1-9 897,4-4 0,-3-10 845,7-6 0,-1-6 0,4-7 0</inkml:trace>
  <inkml:trace contextRef="#ctx0" brushRef="#br0">29525 11038 7683,'5'-37'0,"-2"7"340,5 5 1,-4 5 495,5 8 0,0 1 552,8 3 0,-2 2-664,6 6 1,-1-1 130,5-3 0,-1 2-358,-4-2 0,2 7-431,-5 1 0,-2 6-84,-7-2 1,2 9 1,-6 3 0,-2 4-270,-11 0 0,0 7 249,-12 2 1,4 3-400,-3 1 1,5-5 135,-2-3 1,3 1 77,2-1 0,1-4 13,3-5 0,2-3-76,6 3 0,6-3 97,2 4 0,8-6 53,5 1 1,2-3 94,2-5 0,4 3-67,0-3 0,-1 3 169,-8 2 1,-2-1-86,-5 1 0,-2 3-31,-3 1 1,-4-1-18,-8-3 1,-3 3-138,-5 1 0,-6 1 47,-3-2 0,-4-2-104,-4 2 0,-1-2 12,-3-1 1,-7-1-179,3 0 0,-9-5-337,1-3 0,-3-2-700,-2-2 1468,-5 0 0,-4 0 0,-6 0 0,-3 0 0,30 0 0,-1 0 0,-4 0 0,1 0 0</inkml:trace>
  <inkml:trace contextRef="#ctx0" brushRef="#br0">12666 7863 7874,'-7'-8'71,"3"0"0,2 3 143,2-3 0,0 4-134,0-4 249,0 5 16,0-3 1,10 6-27,3 0 0,7 0 52,1 0 0,6 0-115,2 0 1,6 5-17,-2-1 1,7 4-122,1-4 0,6 4 95,-1-3 0,3 3-368,5-4 1,3 0 214,5-4 1,1 0-615,3 0 1,3-5 463,-32 1 0,0-1 0,1 2 0,-1-1-114,0 0 1,0 0 0,32-3-42,-3-1 0,-2-3 72,-2 3 1,3 1-174,-3-1 1,-7 3 256,-10-3 1,-9 5-206,1-1 1,-8 1 55,0-1 0,-8 3-92,-5-3-442,-2 2 591,-7 2 180,-1 0 0,-12 6 0,-1 1 0</inkml:trace>
  <inkml:trace contextRef="#ctx0" brushRef="#br0">18633 8657 7820,'-7'-6'154,"-4"5"80,3-3 0,1 1 374,-1-1 0,1 1-213,-2-5 1,0 4-13,5-5 1,-1 1-104,5-4 1,0-1 100,0 1 0,0-6-56,0-3 1,6-3 22,2-5 0,7 1-99,2-5 1,-1 1-29,-3-1 1,3-3-190,1 3 1,-1 4 62,-3 5 0,3 0-120,1 8 0,1-2 49,-2 1 0,-2 9-23,3 0 0,-2 1-7,1 3 0,-2 1-79,3 7 1,1 4-13,-2 9 1,1 2 74,-5 6 0,1 5-147,-1 3 1,-5 3 114,-3 1 1,-3 5-505,-1-1 1,0 2 251,0-2 1,0-8-2,0 0 0,0-5 12,0-3 1,0-10-779,0-3 306,0-2 1,6-5 80,2-5 0,5-7 83,3-9 1,-2-3 602,2-6 0,4-5 0,-1-2 0</inkml:trace>
  <inkml:trace contextRef="#ctx0" brushRef="#br0">19117 8248 7820,'0'-13'-310,"0"1"1,0 3 1623,0 1-353,0 0-155,0 1 1,5 4-321,3 12 1,-1 0-39,2 12 0,-1 0-152,4 3 1,-3 3-576,-1 1 0,-5 3-258,1 2 1,-3 3 447,-1-3 0,-1 7-1270,-3 1 1,-3 2 209,-6-2 940,1-2 0,-6 9 1,-1-4-1</inkml:trace>
  <inkml:trace contextRef="#ctx0" brushRef="#br0">18558 9079 7823,'-19'0'2162,"1"0"-805,11 0 1,14 1-700,14 3 0,8-3-234,8 4 0,2 0-102,2-1 0,3 0-230,6-4 0,-1-4-23,1 0 1,0-10-724,-1 2 0,-1-3 39,-2 2 1,-6 1-2712,-11 0 3326,-6 5 0,-16-4 0,-1 4 0</inkml:trace>
  <inkml:trace contextRef="#ctx0" brushRef="#br0">18831 9041 7768,'-12'18'0,"0"-4"1052,-1 3 1,2 0-432,3 0 1,2 9 578,6-1 1,0 8-575,0 0 0,0 3-154,0 1 1,0 2-131,0 2 0,-4-2-421,0 2 0,-1-4-188,0-4 0,4 2-223,-3-6 1,3-6-490,1-6 1,0-8-43,0 0-421,5-7 1,1 2 672,2-8 0,-3-3-269,-5-5 1038,0-6 0,0-1 0,0-6 0</inkml:trace>
  <inkml:trace contextRef="#ctx0" brushRef="#br0">18745 9376 7768,'5'-12'1403,"-2"4"-447,5-1 56,-5 6 1,8-2-227,-3 5 1,3 0 72,2 0 0,0 0-510,4 0 0,2 0-146,6 0 1,1 0-965,3 0 1,-1-1 555,5-4 1,-2 4-1203,3-3 1,-4-2 639,-5 2 0,-6 0 767,-2 4 0,2-5 0,0-2 0</inkml:trace>
  <inkml:trace contextRef="#ctx0" brushRef="#br0">19253 9252 7768,'0'13'1547,"0"-1"1,0 0-742,0 1 0,4 1 161,0 2 1,6-1-456,-2 6 0,5-5-400,3 5 1,-1-2 57,6 2 0,0 1-1260,4-5 1,-2 3 723,-2-3 1,2-2-1296,-2-7 0,2 2 483,2-6 1,-4-5 1177,-1-8 0,1-2 0,4-1 0</inkml:trace>
  <inkml:trace contextRef="#ctx0" brushRef="#br0">19663 9153 8228,'-13'5'1484,"1"4"0,-6 3-964,-3 5 1,-6 7 169,-2 10 0,-7 7-269,-1 4 0,5-2-312,-1-2 1,7-6 61,5-2 0,3-6-1024,6 2 1,3-8-1109,1-4 321,5-4 0,3-7 1640,9-6 0,7-11 0,3-8 0</inkml:trace>
  <inkml:trace contextRef="#ctx0" brushRef="#br0">19873 9103 7780,'13'0'2441,"-1"0"0,2-4-1151,3 0 0,-2-1-600,5 0 0,1 3-489,4-7 1,0 5-502,-1-4 0,5 4-620,0-4 0,-1 5-1462,-7-1 0,-3-2 356,-6 2 2026,-5 0 0,-2 4 0,-5 0 0</inkml:trace>
  <inkml:trace contextRef="#ctx0" brushRef="#br0">20035 9141 7780,'-18'19'1430,"4"4"-1108,-3-2 0,9 2 868,4 2 0,-1 0-547,0 0 0,1 1 811,4 3 1,0-3-684,0 3 0,0-3-790,0-1 1,4-2-490,1-2 1,-1 1-483,-4-5 0,1-1-857,3-3 1566,-2-1 0,3-4-3737,-5 1 3577,0-7 1,0-7-1,0-9 1</inkml:trace>
  <inkml:trace contextRef="#ctx0" brushRef="#br0">19997 9351 7780,'-6'0'2547,"0"0"0,7 0-1789,4 0 1,6 0 78,5 0 1,8 0-748,0 0 1,3 0-650,6 0 1,-4 0-1473,4 0 0,0-4 1101,4 0 1,0-4-1023,0 4 1952,-5-6 0,-2 3 0,-5-5 0</inkml:trace>
  <inkml:trace contextRef="#ctx0" brushRef="#br0">20568 9215 7780,'6'12'0,"-4"1"1732,7-1 0,-2 1-818,1-1 1,1 2 328,-4 2 0,4 4-600,0 4 1,0 1 354,-1 0 0,2-4-890,-6-1 0,6 1-807,-2 4 0,-1-2-1603,1-2 0,-4 1 595,5-6 1707,-1 1 0,10 1 0,1 1 0</inkml:trace>
  <inkml:trace contextRef="#ctx0" brushRef="#br0">20977 9190 7766,'-17'6'1792,"3"-4"-1310,-3 7 1,-2 0 823,-2 8 0,-8 6-627,-4 6 0,-1 6 202,1-2 1,-2 3-362,6 1 0,-2-6-193,6-2 0,3-4-1623,9-4 1,2 1 403,3-6-2638,3 1 3530,5-10 0,5-2 0,2-5 0</inkml:trace>
  <inkml:trace contextRef="#ctx0" brushRef="#br0">21052 9141 7724,'12'-6'0,"5"3"1652,-1-5 0,6 4-543,-1-4 0,7 3-166,1-3 1,4 4-1146,-4-4 0,4 4 184,-4-5 1,-2 7-3765,-6-3 3782,2 4 0,-9-4 0,4-2 0</inkml:trace>
  <inkml:trace contextRef="#ctx0" brushRef="#br0">21250 9153 7724,'-6'18'0,"-6"-3"1154,4 6 0,-1-1-503,0 5 1,-2 1 1424,3 3 1,-3 3-763,-1 5 0,-1-1-269,1-3 0,1 3-1044,2-3 0,-2 4 28,3 5 0,1-9-1682,-1 0 0,5-6 1031,-1-2 0,3-6 622,1-2 0,5-3 0,2-2 0</inkml:trace>
  <inkml:trace contextRef="#ctx0" brushRef="#br0">21114 9389 11094,'12'-7'1855,"1"3"0,5-2-1035,2 2 1,9 0-445,4 4 0,3-4-1055,1 0 0,6-1 469,3 5 1,2-4 209,2 0 0,-1-6 0,1 4 0</inkml:trace>
  <inkml:trace contextRef="#ctx0" brushRef="#br0">4081 11385 8019,'-7'-1'-251,"3"-3"1,2 2 321,-3-2 295,4 3 9,-4-5 1,0 4 183,1-7-220,0 7 0,4-5-16,0 3 0,-1 2 604,-3-2-487,2 3 1,-3-1 107,5-2-295,0 3 4,0-5 0,1 6-64,3 0 0,5 0 149,7 0-219,-2 0 1,11 0-1,-2 0 29,5 0 0,6 0-213,-1 0-93,3 0 1,1-4 0,0 0-74,1 1 1,-5-2-793,0 1 772,-6-6 0,4 7 0,-8-4-1717,-2 2 840,2 1-1139,-9-2 1277,-2 5 986,-6-5 0,-17 6 0,-3 0 0</inkml:trace>
  <inkml:trace contextRef="#ctx0" brushRef="#br0">4181 11398 8019,'-13'0'0,"1"0"0,1 1 1176,3 3-330,-4-2-418,11 9 1,-4-4-119,5 5 1,0 4 48,0 1 0,0 6-170,0 2 1,0 6 28,0 6 0,0 4-171,0 0 1,0 6 72,0-1 0,0-2-41,0 1 1,0-5 25,0 2 1,0-5-256,0-4 0,0-4 104,0-8 1,0 1-252,0-6 1,0-3-250,0-5-238,0-5 92,0 2 0,4-6 277,0-3 1,1-3-624,0-6 1,-3 1 567,7-1 1,-5 1 469,4 0 0,0-6 0,5-2 0</inkml:trace>
  <inkml:trace contextRef="#ctx0" brushRef="#br0">4143 11819 8019,'-8'-4'0,"0"0"469,5-5 0,-4 7 0,4-3 1016,-1-1-719,0 5-532,4-5 1,0 5-1,2-2 146,2-1 1,-2 0-152,7 4-58,5 0 1,1 0 0,4 0-6,-1 0 0,4 0 97,-1 0-436,2 0 1,6 0-1,1 0-797,2 0 0,-4 0 212,1 0 150,2 0 0,-3-2 0,4 0-479,-2-2 0,-1-5 1087,-4 5 0,-1-5 0,1 2 0</inkml:trace>
  <inkml:trace contextRef="#ctx0" brushRef="#br0">6426 11695 8274,'-7'-6'1108,"-4"-6"0,10 10-158,-3-7-568,2 7 0,4-4-12,2 6 1,3 0-81,5 0 0,5 0-163,-1 0 1,6 0-37,-1 0 1,4 0-191,4 0 0,-2 0-738,6 0 0,-1-4 519,1 0-1,3-4-409,-3 4 1,-1-6-41,1 2 768,-6-3 0,-2-2 0,-7 1 0</inkml:trace>
  <inkml:trace contextRef="#ctx0" brushRef="#br0">6711 11410 7762,'-12'-4'536,"-1"0"1,5-2 108,0 2-418,5 3 1,-2-3 428,5 8 0,0 3-209,0 5 1,4 6-244,0 3 1,6 6 23,-2 2 1,-1 11-217,1 2 0,-4 0-177,4 4 1,-5 3-208,1 5 1,2 3-571,-2-8 0,0 2 485,-4-9 1,4-3-669,0-5 0,5-4 1125,-5-5 0,5-1 0,-2 1 0</inkml:trace>
  <inkml:trace contextRef="#ctx0" brushRef="#br0">8039 12030 7762,'7'-7'-298,"2"0"146,-5 3 522,0 3 1,-4-3-134,0 8 1,0-1 37,0 5 0,0-4-88,0 4-347,0 1-311,0 3 271,0 0-953,-5 1 533,4-6 620,-5-2 0,6-5 0,0 0 0</inkml:trace>
  <inkml:trace contextRef="#ctx0" brushRef="#br0">8969 11609 7717,'8'0'-35,"1"0"0,-2-2 280,1-2 0,-1 3-89,-3-3 0,-1 2 721,5 2-163,-5 0-486,8 0 0,-10 2-29,3 2 1,-2-2-2,-2 7 0,0-5-118,0 4 1,-5-4 83,1 5 1,-5-5-223,0 4 0,-2-5 81,-1 1 0,-1 1-10,1-1 0,0 5-79,-1-5 0,1 0-67,-1-4 1,1 0-38,0 0 1,3-1 67,1-4 1,5 3-489,-1-7 166,3 1-119,6-4 1,2 1 14,6 3 528,-1 2 0,0 6 0,1 0 0</inkml:trace>
  <inkml:trace contextRef="#ctx0" brushRef="#br0">10805 11485 7720,'7'-9'-10,"-3"1"0,-3 4 217,-1-4 11,0 5 0,-1-4-7,-3 3 1,-3 2-127,-5-2 1,-5 3 17,1 1 1,-5 0-74,4 0 1,-5 5 13,2 4 1,-4 2 129,-1 1 1,3 1-163,-2-1 1,3 0 15,-4 1 0,0 3-104,5 1 0,-2 5 75,1-1 1,3-2-88,6 2 1,0-5 25,4 5 0,3-5 37,5 5 1,1-6-32,3 2 0,4-4 60,9 0 1,2-5-19,6 0 1,4-5 3,0 1 1,0-2-93,-4-2 0,4 0 57,0 0 0,0-2-343,-5-2 1,-3 3-56,0-3 0,-10-2-576,1 2 1019,-8 0 0,2 4 0,-6 0 0</inkml:trace>
  <inkml:trace contextRef="#ctx0" brushRef="#br0">10458 11981 7720,'-7'5'878,"1"-3"0,8 4-343,2-1 1,4-4-34,9 3 0,2-3-62,6-1 0,5-1-622,3-3 1,3 1 190,1-5 0,5 5-1120,-1-1 1,6-1 701,-2 0 1,-1-3 408,2 4 0,5 0 0,5 4 0</inkml:trace>
  <inkml:trace contextRef="#ctx0" brushRef="#br0">11922 11323 8105,'-13'0'825,"1"0"-378,-1 0 889,6 0-470,-4-5-363,10-2 0,1 0-165,8 3 0,7-2-6,2 2 0,9 0-265,-1 4 1,8 0 11,0 0 0,3-4-503,1 0 1,-4-2 366,0 2 1,3 1-424,1-5 1,-2 4 209,-10-4 0,-2 5-2845,-2-1 3115,-3 3 0,-17 1 0,-2 0 0</inkml:trace>
  <inkml:trace contextRef="#ctx0" brushRef="#br0">12046 11348 7720,'-13'0'0,"1"2"1088,-1 2-686,1-3 1,1 6 253,3-3 0,2 3-236,6 5 1,2 2-99,2 3 0,1 3-160,3 9 1,4 3-60,-4 5 0,-1 6-266,1 2 1,-5 5 173,1 4 1,-4-3-234,-4 2 0,1-2 157,-5-1 0,-1-6-365,-3-3 0,4-7 182,-1-5 1,7-5-129,-2-3 1,2-3-579,2-6-500,0-5 824,0-1 1,6-12 629,2-2 0,-1-4 0,1-5 0,0-2 0,10-12 0,2 0 0</inkml:trace>
  <inkml:trace contextRef="#ctx0" brushRef="#br0">12033 11757 7914,'0'-12'1052,"0"0"0,0-1-336,0 1 0,7-1-113,6 1 1,0-5-419,8 1 0,1-1 13,7 5 1,1 0-549,3-1 1,3 2 261,-3 3 1,2 2-1149,-2 6 0,1 0 725,-5 0 0,-1 2 511,-8 2 0,4 8 0,-5 8 0</inkml:trace>
  <inkml:trace contextRef="#ctx0" brushRef="#br0">13075 11497 7720,'0'-12'542,"0"-1"1,0 5 170,0 0-211,0 5 95,0-3 1,4 8-206,1 2 0,4 4-44,-1 9 1,3 6-151,2 6 1,1 5 34,2 0 0,-2 6-84,3 1 1,-4 2-137,0-2 1,-5-2-478,0 2 0,1-7 359,3-1 0,-4-5-952,0 1 0,-1-8 491,2-5 1,2-8-516,-3-4 1,3-4 139,1-4 941,1-3 0,-1-10 0,1-3 0</inkml:trace>
  <inkml:trace contextRef="#ctx0" brushRef="#br0">13497 11447 7720,'-5'-7'307,"-2"-2"25,-6 5 0,5 0 7,0 4 1,-1 0-102,-3 0 1,0 1 529,-1 3 0,-1 7-270,-2 6 1,1 5-268,-6-2 0,0 9-33,-3 4 1,-1 3-244,0 1 1,-4 2-75,0 2 0,-4 2-141,4 3 0,-4-4 2,4-5 1,1-1 133,8-3 0,-2-4-489,5-8 1,2-3-156,7-6-522,-3-5 842,9-1 0,-2-8-51,8-2 1,3-3-105,6-5 603,5-1 0,1-4 0,6-3 0</inkml:trace>
  <inkml:trace contextRef="#ctx0" brushRef="#br0">13869 11472 7699,'-5'-7'605,"2"-2"-26,-5 4-115,5 1 1,-3 3-103,6-3 0,7 2 291,6-2 1,5 3-217,6 1 1,7 4-3,2 0 1,-1 0-278,1-4 0,0 0-281,4 0 1,2-1-242,2-3 0,-3-3 292,4-5 1,-5-1-1095,-4 1 1,-3-1 525,-5 1 0,-11 4-1266,-6-1 1906,-5 7 0,-8-9 0,-2 4 0</inkml:trace>
  <inkml:trace contextRef="#ctx0" brushRef="#br0">14130 11435 7699,'-11'10'0,"2"2"0,0-2 471,5 6 1,0 3 84,4 2 0,0 4 267,0 4 0,1 4-219,3 8 0,-1-2-244,5 2 0,-5 3-237,1 2 0,-3 3 85,-1 5 1,-4-8-458,0-1 0,-4-5 235,4-3 1,0-9-1253,4-3 615,0-9 1,1-3-365,3-9 0,2-4-90,2-4 0,3-3 357,-3-6 748,3-5 0,2-1 0,-1-6 0</inkml:trace>
  <inkml:trace contextRef="#ctx0" brushRef="#br0">14093 11807 8685,'0'-7'1930,"0"0"-1563,0 3 0,5 3 346,3-3 1,9 2-319,4 2 1,2-1-218,2-3 0,6 1-939,7-5 0,0 1 551,8-1 1,3-8-1368,5 4 0,-4-3 1334,-5 2 1,1 1 0,3 0 0</inkml:trace>
  <inkml:trace contextRef="#ctx0" brushRef="#br0">14849 11559 10123,'0'12'1823,"0"1"1,6 5-1292,2 2 1,7 9 342,2 4 1,6 3-377,2 1 1,1-4-773,7 1 1,-5-7 213,1 2 0,-3-4-1233,-1-4 1,1-5 290,3-8 1,-3-2-425,3-6 1,-7-7 533,-1-5 0,-5-8-565,5-9 1456,-6 3 0,3-10 0,-6 5 0</inkml:trace>
  <inkml:trace contextRef="#ctx0" brushRef="#br0">15259 11522 7227,'-18'-7'-1113,"0"1"2250,-3 6 1,-1 6-460,6 2 1,-5 9-82,4 3 1,-3 9-213,3 4 0,-5 5 255,1 3 1,-2-2-245,-2 2 1,6-7-147,2-1 1,2-4-40,-1 4 0,7-11-1355,1-1 0,5-6 142,3-2 1,2-6-1675,2-3 2676,8-8 0,2-14 0,4-9 0</inkml:trace>
  <inkml:trace contextRef="#ctx0" brushRef="#br0">15507 11410 7749,'8'0'0,"0"0"0,-4 0 1835,5 0 0,-1 0-577,4 0 1,5 0-173,-1 0 0,6 0-1266,-1 0 0,4 0 129,4 0 0,-3 0-1501,3 0 1,-3 0 824,-1 0 1,0 0-1043,0 0 0,-6 0 1769,-3 0 0,-2-5 0,-1-2 0</inkml:trace>
  <inkml:trace contextRef="#ctx0" brushRef="#br0">15693 11385 7749,'-13'13'1575,"1"-1"-1088,0 1 1,3 0 284,1 4 1,4 2-102,-4 6 0,4 5 123,-5 3 1,6 3 288,-1 1 1,3 5-527,1-1 1,0 0-1012,0-3 1,0-3 367,0-1 1,-1 0-1287,-4-5 1,4-2 892,-3-6 1,3-3-2870,1-6 2457,0-5 0,4-3 29,0-8 0,0-4 862,-4-8 0,5-4 0,2-5 0</inkml:trace>
  <inkml:trace contextRef="#ctx0" brushRef="#br0">15618 11733 7749,'7'5'1158,"0"-2"-130,-3 5 0,-2-4-25,2 5 0,3-5-487,1 4 0,3-5 3,1 1 0,2-3-143,3-1 0,6 0-1396,6 0 1,6-5 684,-2-4 0,7-6-2953,1-1 3288,0-6 0,-3 2 0,-1-4 0</inkml:trace>
  <inkml:trace contextRef="#ctx0" brushRef="#br0">16177 11559 7749,'1'12'1429,"3"1"1,-3-1 47,4 1 0,0 0-735,-1 4 1,5-2-25,-5 6 0,9-1-301,0 5 0,2 1-288,-3 3 1,5-1 97,0 5 0,-1-1-1249,-4 1 1,5-3-39,0-5 1,0-2-622,0-2 1,1-3 35,3-6 1,2-6 1644,-2-6 0,2-17 0,2-9 0</inkml:trace>
  <inkml:trace contextRef="#ctx0" brushRef="#br0">16611 11534 7749,'-13'6'574,"1"2"1,0 3-4,-1 1 0,4 1-154,-4-1 1,3 5 740,-6-1 0,1 6-491,-2-1 0,1 4-195,-9 4 1,1 2-874,-9 7 0,0-1 309,-4 0 0,-2 0-965,-2 0 1,3 3 701,-4-2 0,6-4-2029,7-9 1217,6-6 1167,16-6 0,2-8 0,5-5 0</inkml:trace>
  <inkml:trace contextRef="#ctx0" brushRef="#br0">16971 11522 7664,'-17'-2'2434,"0"-2"-1381,1 3-671,4-5 0,6 6-196,6 0 1,8 2 564,13 2 1,2-3-269,15 3 0,2-2-630,9-2 1,-3 0-349,-1 0 1,-3-6-570,3-2 0,-5-3 34,1-1 1,-8-1 510,-4 1 0,-8-2 519,-4-3 0,-4-2 0,0-6 0</inkml:trace>
  <inkml:trace contextRef="#ctx0" brushRef="#br0">17119 11485 7664,'-31'31'2011,"0"5"-1407,7-3 1,0 7-283,3 1 1,4 6-130,4-1 0,2-2 24,3 1 0,-2-5-24,6 2 0,0-9 0,4-4 0,5-5 24,4-3 1,2-3-25,1-6 0,1-3-792,-1-1-1732,0-5 2331,1 2 0,-1-10 0,1-2 0</inkml:trace>
  <inkml:trace contextRef="#ctx0" brushRef="#br0">17045 11844 7664,'0'7'2142,"0"-1"1,1-6-1812,3 0 0,5 0 567,7 0 1,4-4-659,4-1 0,7-4-633,2 0 0,3-2 393,1-1 0,11-6 0,3-1 0</inkml:trace>
  <inkml:trace contextRef="#ctx0" brushRef="#br0">14105 12440 9290,'5'12'1820,"2"4"-1554,6 1 1,-1 5-59,1-1 0,4 2-120,4 2 1,4-4 83,4-1 0,4-5-215,8 2 1,-1-9-204,6-4 1,-1-8 188,5-4 1,0-4-314,-1-5 1,-5 3 180,-2-2 0,-8 3 5,-1 5 1,-4 1 114,4 3 0,-5 3 108,1-3 0,-3 8-105,-1 4 0,-1-1 70,1 1 1,-4-1-65,0 1 0,-6 3 17,1-2 0,-6 2 69,-2 1 0,-5 0-42,1 1 0,-2-1 197,-2 1 0,0-1 32,0 0-42,0 1 1,1-1-39,3 1 0,3-7 102,5-1 0,5-4-2,-1-1 1,8 0-89,1 0 0,5-3-115,7-5 0,6-2 54,2-10 1,4 5-120,0-2 0,4 0 66,-4 5 1,1-2 202,-13 10 0,3 0-95,-7 4 0,-2 6 208,-3 2 1,-1 3-24,-3 1 0,5-4-104,0 1 1,6-7-124,-2 3 0,3-5 97,1-5 1,6-3-437,2-8 1,3-4 176,2-4 1,-6 0-672,-3 3 1,-6 4 373,-2 4 0,-7 2-894,-1 3 0,-6 2-234,-6 6 1,-2 2 280,-3 2 1209,-2 3 0,-6 11 0,0 1 0</inkml:trace>
  <inkml:trace contextRef="#ctx0" brushRef="#br0">14849 13345 7688,'9'0'-180,"-1"0"0,-4 0 588,4 0 1,0 0 715,5 0 1,6 1-85,6 3 1,5 2-499,8 2 0,3 3-646,0-2 0,5 0 124,-5-1 1,5-2-945,-5-6 0,0-1 331,-4-4 0,-1-1-65,-3-7 1,-4-5 657,-8-2 0,2-4 0,-3-1 0</inkml:trace>
  <inkml:trace contextRef="#ctx0" brushRef="#br0">15420 13146 7688,'-13'7'1626,"1"6"-1142,0-1 0,3 2 245,1 7 1,4 1-259,-4 7 0,1 2-172,-1 7 0,2-1-104,6 0 1,0 0-1048,0 0 1,0 1-144,0-1 1,10 0 994,2 0 0,3-5 0,-2-2 0</inkml:trace>
  <inkml:trace contextRef="#ctx0" brushRef="#br0">18124 11621 7688,'0'-7'1693,"0"2"1,6 11-1085,2 7 0,-1 1-36,1 6 0,5 5-472,3 4 0,-3 0 50,-5-4 0,0 4-891,4 0 1,1 4 502,-1-4 1,1-6-1072,-1-6 1,2-8 590,2 0 1,0-8 716,4-1 0,1-17 0,4-9 0</inkml:trace>
  <inkml:trace contextRef="#ctx0" brushRef="#br0">18521 11609 7688,'-16'1'0,"-1"3"0,-1-1 617,2 5 0,1 2-40,-6 6 0,-1 4 51,-7 4 0,-1 7-538,-4 2 1,-1-2 66,2 3 0,2-3-790,2 2 1,10-6 155,7-7-193,5-5 0,8-2 379,3-9 1,3-4 290,5-4 0,6-9 0,2-6 0</inkml:trace>
  <inkml:trace contextRef="#ctx0" brushRef="#br0">18782 11435 7755,'7'-6'954,"4"4"232,-3-7 1,3 7 104,1-2 1,6 2-648,3 2 1,2 0-180,2 0 0,1 4-200,3 0 0,3 5-384,5-5 0,0 0-271,1-4 1,3-1-508,0-4 0,-1-1-1008,-7-7 1,-2 5 457,-6 0 1447,-1 5 0,-4-8 0,-2 4 0</inkml:trace>
  <inkml:trace contextRef="#ctx0" brushRef="#br0">19079 11460 7755,'-24'18'0,"-1"0"982,0 2 0,7 5-406,6 0 0,1 5 807,7 7 0,-2 1-680,2-1 1,3 0-146,-4 0 0,4-1-372,1-3 0,4 6-483,0-6 1,0 4-1027,-4-8 0,0-2 854,0-6 1,0 1-2410,0-5 1383,6-6 1495,1-6 0,5-16 0,1-3 0</inkml:trace>
  <inkml:trace contextRef="#ctx0" brushRef="#br0">19017 11733 7767,'-8'0'2505,"0"0"-1496,5 0 1,5-5 157,10 1 1,7 0-809,10 4 0,0-4-143,8 0 0,-1 0-932,10 4 0,-5-4 501,4 0 0,0-2-1545,0 2 0,-2 3 242,-6-4 1420,-5 4 1,4-5-1,-5 0 1</inkml:trace>
  <inkml:trace contextRef="#ctx0" brushRef="#br0">19861 11485 9430,'7'1'613,"-3"3"1,3-1-517,1 5 0,-1 6 1243,1 7 0,2 3-495,7 5 0,-2 7-269,5 5 0,-3 5-843,4-5 1,-5 5 198,5-5 0,-6-5-1052,2-7 1,0-6 732,0-6 0,4-6-596,-5-11 1,2-3 30,-1-5 952,-4-6 0,5-16 0,-5-2 0</inkml:trace>
  <inkml:trace contextRef="#ctx0" brushRef="#br0">20295 11509 7704,'-12'-7'1178,"-1"3"1,1 3-935,0 1 0,-6 11 218,-3 6 0,-4 7 332,-4 9 0,-2 3 87,-7 14 0,1-2-756,0 10 1,5-6-252,3 2 0,3-8 156,1-5 1,3-5-1150,6-7 1,0-6 282,12-11-76,0-5 1,11-2 45,5-10 866,1-2 0,16-16 0,-3-3 0</inkml:trace>
  <inkml:trace contextRef="#ctx0" brushRef="#br0">20556 11497 7691,'12'-6'4073,"5"4"-2514,-1-7 1,8 7-753,0-2 0,3-2 140,6 2 0,1 0-431,8 4 1,-3-4-1018,7-1 1,-10 0-325,1 1 1,-4 2-658,0-2 1,-7-1-1458,-5 1 1614,-6 0 1325,-2 4 0,-19 5 0,-8 2 0</inkml:trace>
  <inkml:trace contextRef="#ctx0" brushRef="#br0">20767 11509 7691,'-11'13'0,"2"-1"0,-2 2 1052,3 2 0,-3 4-442,-1 5 0,-1 5 1003,1 3 1,-1-1-789,1 1 1,4 4 32,-1 4 1,3-1-590,-3-7 1,2 2-420,3-6 1,1 0-2301,-5-5 1588,5 1 142,-2-5 1,6-8 311,3-8 0,-1-4-1347,5-4 0,1-7 834,3-6 1,-4-5 508,1 2 0,-7-4 412,3-1 0,-4 1 0,-1-1 0,0 1 0,0 4 0,0-2 0,0 5 0,0 5 0,0 3 0,5 1 0,-2 0 0,5 0 0,1 5 0,3-1 0,6 2-85,3 2 0,4 0-1,4 0 1,2 0 1525,6 0 1,5-4-55,-1 0 0,0-5-1311,-3 0 0,-2 0-75,-3 0 0,2-7 0,-3 2 0</inkml:trace>
  <inkml:trace contextRef="#ctx0" brushRef="#br0">21585 11596 7679,'0'13'2144,"2"0"-1542,2 4 0,1 4 362,4 8 1,2 4-678,-3 8 0,3-2-556,1 2 1,5-4-82,-1-4 1,7-4 276,-3-8 1,4-7-987,0-6 0,5-7 546,0-1 1,4-11 512,-4-10 0,6-7 0,-3-4 0</inkml:trace>
  <inkml:trace contextRef="#ctx0" brushRef="#br0">22007 11683 7682,'-43'29'338,"-2"0"1,-3 5 508,-2-1 0,5 5-610,-1 3 1,1 0 529,-5 1 1,7-2-1049,6-11 1,8-1 353,13-3 1,5-5-503,11-4 1,2-8 401,7-3 1,10-10-2410,14-3 2436,3-8 0,6-9 0,3-7 0</inkml:trace>
  <inkml:trace contextRef="#ctx0" brushRef="#br0">22268 11559 7685,'8'0'2057,"0"0"0,5 0-1013,3 0 0,6 0 31,-1 0 1,2 0-503,2 0 0,4-4-1075,0 0 0,5-5 366,0 5 0,-3-4-414,2 4 0,-5-4-598,1 4 0,-4-1-2897,-5 5 4045,-7 0 0,-2 0 0,-4 0 0</inkml:trace>
  <inkml:trace contextRef="#ctx0" brushRef="#br0">22429 11621 7685,'-6'12'0,"4"1"580,-7-1 1,7 2-381,-3 3 0,3 2 1519,-2 6 1,2 5-815,-2 3 1,3-1-302,1 1 0,0-6-232,0 2 1,0 2-1131,0-2 0,0-2 295,0-6 0,0 1 88,0-6 1,0-3-937,0-5-1683,0 0 2994,-6-1 0,-1-1 0,-5-6 0</inkml:trace>
  <inkml:trace contextRef="#ctx0" brushRef="#br0">22392 11943 7685,'7'-5'3530,"4"2"-2600,-3-5 0,8 1 150,5-1 0,8-3-511,4 2 1,6-2-1338,6-1 0,1 0-572,7-1 1,-7 2 1339,-5 3 0,3-9 0,1 4 0</inkml:trace>
  <inkml:trace contextRef="#ctx0" brushRef="#br0">19017 12489 7698,'0'25'0,"-4"0"468,0 0 0,0 5-6,4 3 1,6 3 28,2 1 1,4-4-6,5 0 0,8-7-123,8-1 1,4-6-192,4-6 1,2-6 23,2-3 1,2-4-152,-5-4 0,-5-7 65,-4-6 0,-1-4-244,1 5 0,-3-6-29,-5 1 0,5-2-235,3-2 0,3 0 127,1 0 1,6 1-46,3-1 1,7 0 0,5 0 1,3 6-216,1 2 1,0 4 485,0 0 1,-3 6-62,-5 3 0,-7 4 195,-14 4 0,-10 3 140,-10 6 1,-6 4 178,-7 4 1,-2 3-11,-2 0 1,1 3 0,-5 2 0,1-2 24,-1 6 0,-2-5 204,6 1 1,1-7-818,8-2 1,7-4 169,9 0 0,6-8-228,2-4 1,4-4 113,-4-4 1,6-3-77,-2-5 1,3 0 147,1-1 1,0 2 5,0 3 0,0-2-39,1 6 1,-1 0 40,0 4 1,2 0-189,2 0 1,0 0 101,1 0 0,-1 0 97,-8 0 1,-1 0 79,1 0 1,-1 0 205,1 0 1,1 0 148,-5 0 0,4-1-190,-4-4 0,10-1-476,-2-7 0,4 5 143,1 0 1,2-1-320,5-3 1,0 0 144,-4-1 117,-2 1 0,-6-6 0,0-1 0</inkml:trace>
  <inkml:trace contextRef="#ctx0" brushRef="#br0">20394 13581 7681,'-6'-13'1822,"1"1"0,5-1-1626,5 1 0,7 1-142,9 3 1,2-3 1097,2 2 0,1 0-488,3 0 1,-3 4-275,3 5 1,-3 0 30,-1 0 1,-6 1-173,-2 3 1,-5 3-87,-3 6 1,-4-1 55,-5 1 0,0-5-166,0 0 1,-5-1 94,-4 1 0,-2-2-129,-1-6 1,-2 4-248,-2 0 0,2 0-352,-3-4 0,1-1-202,3-3 554,-7 2 1,11-7-288,-7 4 1,8-4 114,3 1 1,4 1-1158,1-2 0,0 5 1557,0-4 0,6 0 0,0-5 0</inkml:trace>
  <inkml:trace contextRef="#ctx0" brushRef="#br0">20419 13655 7679,'13'-12'0,"-1"1"0,0 2 0,-3 0 0,-1 5 0,-1-2 0,1 2 0,2 1 0,-6-5 0,6 5 0,-8-4 0,7 3 4463,-7 3-2284,4-5-1288,-6 6-761,5 0 0,-2 0 177,5 0-109,-5 0-27,8 0 0,-8 0 186,5 0-127,-5 0-14,3 0-327,-6 0 0,-2 0 103,-2 0 0,1 0-189,-5 0 0,4 0 84,-4 0 1,3 0-352,-3 0 126,5 0-127,-8 0-202,10 0 172,-5 0-94,6 0 1,0 2 163,0 2 0,-1-3-2506,-3 3 2931,3-2 0,-10 3 0,4 2 0</inkml:trace>
  <inkml:trace contextRef="#ctx0" brushRef="#br0">20618 13692 7782,'0'-12'-3,"0"-1"3,0 1 0,0 4 388,0-1 0,0 1-72,0-4 1,0 4-148,0-1 1,0 5 255,0-4-97,0 5 25,0-2-164,0 5 1,-2 0 6,-2 0 130,3 0 261,-5 0-415,6 0 1,-1 0-26,-3 0 1,2-2-121,-2-2 25,-3 3 1,5-5-32,-7 6 1,2-1 72,-1-3 1,-3 2-164,3-2 0,1 3 29,-1 1 0,4-4-11,-5-1 1,7 0-42,-3 1 0,4 1-53,1-5 0,1 4-540,4-5 0,1 3 342,7-3 0,-1 2-433,1 3 1,-1 3 775,1-3 0,-1 8 0,0 3 0</inkml:trace>
  <inkml:trace contextRef="#ctx0" brushRef="#br0">285 14635 7782,'-7'0'-331,"18"-6"0,12 3 433,18-5 0,10 4-111,11-4 0,-23 3 1,2 0-679,6-3 1,1 0-1,4 0 1,1 0 623,4-2 1,1 0-1,-1 2 1,0 1-182,0-2 1,1 1 0,1 1-1,-1 0 195,0 1 1,0 0 0,4 0-1,0 1 55,-2 1 0,0 0 1,3-2-1,0 1 170,-3 0 0,0 1 0,2 1 1,1-1-81,3 0 1,0 0 0,3 1 0,0-1 20,-20 2 1,1-1 0,0 0-1,0-1 1,-1 1 0,1-1-213,-1 1 1,1 1 0,0-1 0,1-1 0,1 1-1,1-1 138,0 0 1,1-1 0,0 1 0,2 0-1,0 0 1,1 0-27,1 0 0,0 0 0,0 0 0,1 0 0,1 0 0,-1 0-53,-1 2 1,-1-1-1,1 0 1,2 0 0,0-1-1,0 0-193,1 1 1,1 1 0,1-1-1,1 0 1,1-1 0,0 1 227,0 0 1,-1 1 0,1-1 0,2 0 0,0-1 0,-1 1-150,-1 2 0,0 0 0,0-1 0,1 0 0,0-1 0,0 0 150,1 1 0,1 1 0,0 0 0,1-1 0,0 1 0,1 0 27,0 1 1,0 0 0,1 0-1,-1-1 1,1-1 0,-1 1-26,-1-1 1,0 1-1,-1-1 1,1 1-1,0-1 1,0 1-76,-15 1 0,-1 0 0,1 0 0,0 0 0,1 0 0,-1 0 0,1 0 0,-1 0 60,16 0 0,0 0 0,1 0 0,-17 0 1,1 0-1,0 0 0,-1 0-41,15 0 0,-1 0 1,1 0-1,-15 0 1,-1 0-1,1 0 0,0 0 30,2 0 1,0 0 0,0 0 0,0 0 0,1 0 0,1 0 0,0 0 0,0 0-23,0 0 1,0 0-1,0 0 1,0 0-1,0 0 1,1 0-1,0 0 1,-1 0-26,0 0 0,0 1 0,0-1 1,0-1-1,0 1 0,-1-2 1,1 1-1,0 0 50,2 0 0,0 0 1,0 0-1,0 0 1,1 0-1,0 0 1,0 0-1,0 0 51,-1 1 1,0 0-1,0 0 1,0 0-1,1 0 1,0 0-1,-1 0 1,1 0-61,-3 0 0,0 0 1,-1 0-1,1 0 0,2 0 1,-1 0-1,1 0 1,0 0 88,0 0 1,-1 0 0,1 0-1,0 0 1,1 0 0,0 0-1,0 0 1,-1 0-25,-1 0 1,0 0 0,0 0 0,0 0 0,0 0 0,1 0 0,0 0 0,-1 0 2,-1 0 1,0 0 0,0 0-1,0 0 1,1 0 0,1 0-1,-1 0 1,1 0-39,0 0 1,0 0 0,0 0-1,0 0 1,2 0 0,0 0-1,0 0 1,0 0-48,-1 0 1,0 0-1,0 0 1,0 0 0,1 0-1,0 0 1,-1 0 0,1 0-39,-1 0 1,0 0-1,0 0 1,0 0-1,0 0 1,0 0-1,0 0 1,0 0 64,2 0 0,0 0 0,0 0 0,0 0 0,1 0 0,0-1 0,0 1 0,0 0 20,0-1 0,-1-1 0,0 1 0,0 0 0,0 1 0,1 0 0,0-1 0,0 1 0,-3-1 0,0 0 0,0 0 0,0 0 0,0 0 0,1 1 0,0 0 0,-1-1 0,1 1 0,0 0 0,0 0 0,1 0 0,-1 0 0,0 0 0,1 0 0,-1 0 2,-1 0 1,0 0-1,0 0 1,0 0-1,1 1 1,0-1 0,0 0-1,0 1 75,-3 0 0,0 0 0,0 0 1,0 0-1,2 0 0,0-1 0,1 1 1,-1 0-45,1 1 1,0 0-1,0 0 1,0 0-1,-2-1 1,0 0 0,0 0-1,0 0 25,1 1 1,0 0-1,0 1 1,0-2-1,-2 0 1,1 0-1,-1 0 1,0-1-37,2 1 1,0 0 0,0 0 0,0 0 0,0 0 0,0-1 0,0 1 0,0-1-8,1 0 1,0 0 0,0 0 0,0 0 0,-2 0 0,0 0-1,-1 0 1,1 0-19,-1 0 1,0 0 0,-1 0 0,1 0 0,1 0-1,-1 0 1,0 0 0,0 0 25,1 0 0,0 0 0,0 0 0,0 0 0,0-1 1,0 0-1,0 0 0,0 0-35,-1 0 0,0 0 0,0 0 0,0-1 0,-3 1 0,1-2 0,-1 1 0,-1 0 24,1 1 0,-2 0 0,1 0 1,0 0-1,-2-1 0,0 0 0,0 0 1,0 0 90,16 0 0,0 1 1,0 0-1,-2-1 0,1 1 1,-1-1-57,-1 2 1,-1 0-1,-1 0 1,-3 0-1,-1 0 1,-1 0 59,-2 0 1,0 0 0,-1 0 0,-2 0 0,0 0-1,0 0-40,-1 0 1,-1 0 0,1 0 0,-2 0 0,0 0-1,0 0 110,-3 0 0,1 0 0,-2 0 0,19 2 0,-2 1-256,-6-2 0,0 2 0,-5 1 0,0 0 330,-5-2 0,-1 0 1,-6 2-1,-2 0-533,27 1 0,-19 3 2034,-14-4-1752,-17 0 0,1 2 0,-10 1 0</inkml:trace>
  <inkml:trace contextRef="#ctx0" brushRef="#br0">1054 15032 7762,'7'-31'0,"-1"5"834,-6-3 1,0 3-318,0 1 0,4 6 604,0 2-341,0 9-513,-4 3 0,0 7-65,0 7 1,2 0 182,2 12 1,-3 1-131,3 7 1,-2-2-179,-2 7 0,0-1-31,0 4 1,-2 4 109,-2 1 0,-1 4-295,-4 0 1,-2-2 115,3 1 1,-2 4-187,2 0 1,-1 2 116,4-9 1,1-1 66,4-4 0,0-5 185,0-3 113,0-9 0,6-7 5,2-9 0,3-3-139,1-1 0,5 0 242,0 0 0,0 0-61,0 0 0,-2-4-54,6 0 0,-6-4-38,2 4 1,0-5-590,0 5 0,1-4-149,-2 4 0,-2-6-547,3 2 1,1 1-797,-2-1 1,2 0 947,-1-5 1,-4 1-818,4-1 1722,-3 1 0,-2 0 0,1-1 0</inkml:trace>
  <inkml:trace contextRef="#ctx0" brushRef="#br0">1451 15553 7782,'0'8'1480,"0"0"-970,0-5 1,0 4 1735,0-3-1683,0-3 1,7 3-326,6-8 0,1-3-248,6-5 0,1-6-297,4-3 1,-1-3-425,1-5 1,1-2 497,3-2 1,-8 2 166,0 2 1,-6 7-193,-3-3 1,-5 8-617,-3 1 1,-4 7 452,-4 5 0,-4 3 375,-9 1 0,2 0 416,-5 0 0,4 5-253,0 4 1,2 7 501,2 5 1,-1 2-295,1 2 1,-1 1 475,1 3 0,4-1-292,0 5 0,3 0-129,-3 4 1,5-5-249,-1-3 0,7-4-583,1-5 1,7-3-490,2-9 0,0-4 556,8-8 0,4-8-895,4-9 0,4-8 543,-4-4 1,4-7 735,-4-1 0,5-12 0,-2 2 0</inkml:trace>
  <inkml:trace contextRef="#ctx0" brushRef="#br0">2109 14957 12286,'0'13'1319,"0"-1"-644,0 0 0,0 8-72,0 5 0,0 1-224,0 7 1,0 4-388,0 4 0,-1 10 48,-4-1 1,4 2-1007,-3-2 1,3 0 729,1-1 1,-5-2-909,1-6 0,0-6-913,4-15-5,0-2 1296,0-11 1,-4-8 80,0-12 685,0-4 0,-2-8 0,-1 0 0</inkml:trace>
  <inkml:trace contextRef="#ctx0" brushRef="#br0">1923 15354 7782,'-13'13'1256,"7"-5"-743,1 0 0,5-5-139,5 1 1,1-3 656,7-1 0,5 0-429,2 0 1,9-5-468,4-3 0,5-3-793,3-2 1,-1-3-2363,5-1 3020,1 0 0,-2 0 0,-1-3 0</inkml:trace>
  <inkml:trace contextRef="#ctx0" brushRef="#br0">3523 14908 7762,'0'-13'148,"0"1"1,0-1 298,0 1 0,0 0 294,0-1 0,0 5 204,0 0-435,0 5 0,0-1-152,0 8 0,0 12 231,0 9 0,0 14-206,0 2 0,0 12 129,0 4 1,0 4-417,0 1 1,0 6-37,0 2 0,6-8-172,2-4 1,3-13 150,1-8 1,2-12-100,3-12 1,2-9 75,6-12 1,0-12-629,-1-13 1,5-8 275,0-5 0,4-2-807,-4-2 1,0 1 487,-4-1 1,-4 1 164,-1-1 1,-4 2 344,0 2 1,-6 1-84,-2 8 0,-5-2 381,1 10 252,-3 6 131,-1 10 0,0 9-271,0 8 0,0 9 509,0 7 1,0 5 125,0 4 0,0 4-142,0 9 1,-4-4-370,0 3 0,0 5-137,4 4 0,0-1-606,0 5 0,0-3 361,0-1 1,1-1-1506,3 1 0,3-8 771,6-4 1,3-7-2682,1-6 3408,5-6 0,-3-2 0,3-9 0,-5-4 0,-6-2 0</inkml:trace>
  <inkml:trace contextRef="#ctx0" brushRef="#br0">5334 14796 7762,'7'-23'0,"-3"2"0,-1 4 2292,1 9-1617,-2-3 1,7 11 230,-5 0 0,2 12-409,-2 13 0,-3 7-66,4 9 1,-5 9-152,-5 8 0,3-2-367,-7 2 0,0 0-235,-8 4 0,3 3 249,-2-3 1,2-3-611,2-9 0,5-13 66,3-8 276,2-8 0,2-16 23,0-5 1,7-11-60,6-10 0,0 2 137,8-2 0,0 6 54,4-1 1,-1 6 521,1 2 1,0 5-312,0-1 0,-6 3 168,-2 1 0,-4 5-104,0 3 0,-2 3 282,-3 2 0,-2-1-158,-6 1 1,-2 4 348,-2 4 1,-7-2-210,-5 2 1,-5-4-141,4 3 0,-5-5-223,2 2 0,0-5 100,0-3 0,3-4-702,-4-5 1,5 0 343,-5 0 1,6-5-744,-2-4 0,4-6 402,0-1 0,6-2-444,3 1 1,3 3 108,1-2 944,5 2 0,8 2 0,6-1 0</inkml:trace>
  <inkml:trace contextRef="#ctx0" brushRef="#br0">5694 15404 7762,'0'12'677,"0"1"185,0-1 0,0 0 1334,0 1-1628,6-1 0,-4-1-379,7-3 1,-5-2 25,4-6 1,4-1-305,5-4 1,5-3 129,-1-8 0,2-8-514,2-5 1,0-4-405,0 4 1,-6 0 509,-3 4 1,-3 2-85,-5 2 1,-2 3 105,-6 6 1,-6 5 393,-2 3 1,-9 3-76,-3 1 0,-4 7 213,-1 5 0,1 10-152,-1 7 1,1 4 605,4-4 0,2 4-184,5-4 1,2 4-131,3-4 1,2 4-636,6-4 1,11 3 205,6-7 1,6 1-243,6-10 1,3-1 184,5-6 1,6-4-892,3-5 0,2-7-695,1-5 1745,7-1 0,-3-6 0,7 3 0,-1-5 0,-1-2 0</inkml:trace>
  <inkml:trace contextRef="#ctx0" brushRef="#br0">7406 15429 7762,'-4'-24'-231,"0"3"1,-6-1 385,2 6 1,1-5 594,-1 5 0,-1-1-5,-3 5 0,0 5-315,-1 3 1,1 4-79,-1 4 1,1 8-125,0 9 1,-1 6 16,1 2 1,-1 6-44,1-2 1,1 1-117,3-1 1,-2-2-94,6-6 0,0-6-159,4-3 0,5-3 59,3-5 1,5-5-223,3-11 0,5-8-221,8-13 0,-3 2 252,3-6 1,0 2 156,-4 3 1,3 0-6,-8 11 0,-2 2 214,-1 7 1,-4 3-50,0 5 1,-6 6 42,-3 7 1,-3 5 285,-1 7 0,0-1-147,0 1 0,0-1-398,0-4 0,4 2 97,1-5 0,6-1-843,1-3 1,2-6 430,6-3 0,1-4 512,4-4 0,5-3 0,2-6 0</inkml:trace>
  <inkml:trace contextRef="#ctx0" brushRef="#br0">8820 15081 7762,'-8'4'461,"0"1"1,4 4-89,-5-1 0,7 3 6,-3 2 0,4 5-45,1 2 0,0 9 511,0 4 1,0 7-306,0 2 0,0 3-112,0-3 0,0-2-444,0-7 1,4-4 63,0-9 0,7-7-36,2-9 0,0-4 61,8-4 1,0-10-501,4-11 0,-1-5 243,1-7 1,0-2-137,0-2 1,-2 1 38,-2-6 0,1 6-53,-5-1 1,-1 4 64,-3 4 0,-5 4-127,0 8 497,-5 9 0,2 7-81,-5 10 0,0 7 513,0 9 1,-1 3-282,-3 5 0,1 6 139,-5 2 0,5 3-120,-1-7 1,-2 2 65,2-2 1,0 1-1335,4-5 1,0-1 138,0-8-1690,0 4 1837,0-11 1,0-3 710,0-14 0,6-8 0,1-13 0</inkml:trace>
  <inkml:trace contextRef="#ctx0" brushRef="#br0">9279 15094 7762,'0'8'1359,"0"0"-886,0 0 0,0 5 575,0-1 1,0 2-273,0 3 0,-1 2-16,-3 6 0,2-1-559,-2 1 0,-1 4 14,1 0 1,-1 0-566,5-4 1,0 0 269,0 0 0,0-6-1173,0-3 864,0-7-51,0-4 0,6-16 52,2-5 1,3-12 69,2-5 0,3 1 260,1-1 1,3 1-96,-3-1 1,5 3 501,-1 5 0,1 2-152,-2 2 1,2 5 270,-5 7 0,0 4-178,-5 5 0,-1 5 152,-3 4 0,-2 9-135,-6 6 0,0 3-83,0 6 1,-4-6-975,-1 2 1,0-3 474,1-1 1,2-1-529,-2-4 1,-1-2-55,1-5-2419,0-1 3276,4-5 0,5-13 0,2-7 0</inkml:trace>
  <inkml:trace contextRef="#ctx0" brushRef="#br0">9713 15118 7762,'7'2'1048,"-3"2"1,-2-1-454,-2 5 0,0-2 551,0 6 0,0-1-232,0 10 1,0-1 21,0 5 1,-2 4-904,-2 0 1,3 0 43,-3-4 1,2 0-1406,2-1 1,0-3 841,0 0 0,0-6-1608,0 1 1060,0 4 1034,0-12 0,-5 3 0,-2-11 0</inkml:trace>
  <inkml:trace contextRef="#ctx0" brushRef="#br0">9813 15007 7762,'-7'0'3307,"0"-4"-391,3 0-1463,2-1-1718,-3 0 1,9 2 217,0-5 0,2 5-3003,-2-1 2004,3 3 1046,0 1 0,4 5 0,-5 2 0</inkml:trace>
  <inkml:trace contextRef="#ctx0" brushRef="#br0">10110 15205 7762,'0'-25'350,"0"1"1,0 4 1140,0 4-567,0 2 104,0 7 0,5 4-452,-1 12 0,1 2 262,-1 14 1,-2-2-338,2 10 0,-1 1 208,1 8 0,-3-4-425,3 4 0,-2-5-299,-2-4 0,1 0-25,3-8 0,-3 1 176,4-9 32,2-1 0,-1-10 41,7-6 0,-1-13-552,1-12 0,3-5 156,1-7 0,1-2-534,-2-2 1,-2 4-110,2 0 0,-3 2-383,-5 10 0,-1-1-257,-3 10 1,-1-1 760,5 5 0,-4 5-286,5 3 0,-1 2 627,4 2 0,1 0 368,-1 0 0,6 0 0,1 6 0,6 1 0</inkml:trace>
  <inkml:trace contextRef="#ctx0" brushRef="#br0">10495 15193 7762,'0'12'291,"0"1"0,0 0 767,0 4 1,0-3-478,0 2 0,0 2 343,0-1-1,0 3-389,0-3 0,1 0-314,3-5 0,3-5-5,6-3 1,-1-4-337,1-4 0,4-9-122,4-7 1,3-5-243,0-4 1,-3 1 43,0-5 1,-10 10 183,1-2 0,-8 4 165,0 1 1,-4 2-84,-4 5 1,-7 7 407,-5 1 0,-8 7-123,0 6 1,-1 7 237,-4 14 0,-2 3 31,2 5 1,5 4 199,3 1 1,2 5-596,-2-2 0,3-2 63,6-2 1,5-2-1360,3-2 1,2-5 677,2-3 1,6-14-293,2-7 0,4-7 365,5-5 1,-2-8 9,6-9 1,-2-8 550,2-4 0,2-3 0,-3-1 0</inkml:trace>
  <inkml:trace contextRef="#ctx0" brushRef="#br0">10706 15168 7762,'12'-7'1117,"1"3"0,-5 3-468,0 1 1,-4 0 242,5 0 0,-7 7-334,2 5 1,-2 6-83,-2 7 0,0 6 65,0 7 1,4-1-175,0 4 1,0-2-488,-4-2 1,0 0 167,0 0 1,0-5-553,0-3 1,0-4 428,0-5 1,-1-3 23,-3-9 0,2-4 14,-2-8 1,3-5 242,1-12 0,0-1-192,0-11 0,7-2-23,5-6 1,2 1-150,7-5 0,-5 5 189,5-2 1,-2 9-658,2 4 0,-2 4 329,-2 5 1,-2-1-1165,5 9 0,-4 2 282,0 10 1,-2 0-853,-2 0 2031,1 6 0,-1 6 0,1 7 0</inkml:trace>
  <inkml:trace contextRef="#ctx0" brushRef="#br0">11425 15205 7762,'0'-12'526,"0"-1"1,4 1-131,1 0 1,-1 3 216,-4 1 0,-2 5-211,-2-1 1,0 4 210,-8 4 1,2 3-231,-6 6 0,0-1-80,0 0 1,3 5-140,1 0 1,1-1-117,7-4 0,0 1-104,4-1 1,7 1 108,5-1 0,2-1-132,6-3 0,1 3 19,4-2 0,-4-2 150,-1 1 1,0-4-70,0 4 1,-2-1 121,-5 1 1,-2 3-47,-3-2 1,2 3 143,-6 5 0,0-4 25,-4 4 0,-6-2-112,-2 2 1,-7-4-103,-2 4 0,-5-3 124,2-2 0,0 1-593,0-1 1,3-5 219,-4-3 0,6 1-784,-1 0 0,3-3 466,5-6 0,3-3-831,5-5 0,2-2 447,7-2 1,2 0 195,13-4 1,4 3 343,9-3 1,0 3 358,1-4 0,3 2 0,0-2 0,6 4 0,-1 4 0,-4 1 218,0-1 0,-5 6 445,-4 3 0,-4 3 889,-8 1 0,-8 0-667,-4 0 0,-5 0 772,4 0-1346,-5 0 1,8-6-84,-3-2 0,3-8-630,2-5 0,-1-3 302,0 0 1,1-1-291,-1 0 1,-1 2 167,-2 2 1,-5 0-194,-8 9 1,-9-2 212,-8 10 1,-3 0 40,-5 4 1,1 7 541,-5 5 1,1 7-222,-1 10 1,-1-1 37,5 5 0,4 0-49,4 4 0,8 0 420,0 1 0,2-1-210,7 0 1,3 0-160,9 1 1,6-3-817,10-2 0,1 2 393,0-6 1,5 0-1710,4-4 0,1-1 216,3 1 1716,-1 0 0,6 5 0,1 2 0</inkml:trace>
  <inkml:trace contextRef="#ctx0" brushRef="#br0">12554 15714 7762,'13'-8'3525,"-1"-1"777,-5 6-2127,-2-8-1410,-5 5 1,-1-5-1297,-3 2 0,-3 0-2842,-5 4 3373,-1 1 0,-10 4 0,-3 0 0</inkml:trace>
  <inkml:trace contextRef="#ctx0" brushRef="#br0">13447 15094 7762,'-5'-13'-398,"4"6"930,-5 2 0,6 12-190,0 5 1,1 5 135,4 3 0,-3 4-130,7-4 0,-7 4-65,2 1 0,2-1-80,-2 1 0,0 0-208,-4 0 1,4-2-154,1-2 0,-1 1 161,-4-5 1,0-1-1437,0-3 1045,0-1 1,-2-5-1466,-2-3 1034,3-3 819,-10-1 0,4-11 0,-6-2 0</inkml:trace>
  <inkml:trace contextRef="#ctx0" brushRef="#br0">13460 14883 7773,'0'-13'10,"1"0"455,3-4 1,-2 7-75,2-2 0,-1 4-65,1 0 1,-1 1-75,5 2 1,-4 4-815,4-3 1,0 7 346,5 1 1,1 6 214,2-2 0,3 3 0,6 1 0</inkml:trace>
  <inkml:trace contextRef="#ctx0" brushRef="#br0">13857 14982 8975,'-13'7'1262,"5"0"-872,0-3 0,0 3-298,-5 5 0,1 6 53,-1 3 0,5-2-102,0 2 0,5-5 132,-1 5 0,4-6-342,4 2 0,4-4 28,9 0 1,2-5-94,6 0 1,4-1 2,0 2 0,0 0 51,-4-5 1,-1 6 38,1-2 0,-1 3 84,-4 2 0,-3-1 69,-9 0 0,-2 1-70,-6-1 1,-2 5 23,-2-1 1,-3 1-167,-5-5 1,-6-1-209,-3-2 1,2 0-1013,-2-5 1418,1 1 0,-5-5 0,0 0 0</inkml:trace>
  <inkml:trace contextRef="#ctx0" brushRef="#br0">13472 14709 7762,'0'-19'636,"-4"1"-334,0 6 0,0 3 1037,4 1-916,0 0 1,0 2 415,0 6 1,0 11-264,0 10 1,0 9-237,0 7 1,0 12-157,0 9 1,0 4-311,0 4 1,-2-1 87,0-31 0,0 2 1,1-1-1,0 0 70,-3 2 1,-1 0-1,1 32-272,-4-2 1,5-21 160,-1-8 1,8-20-167,4-10 0,5-8 51,3-8 1,4-12-18,4-13 0,1-8-29,0-5 0,0-3-91,0-5 1,-6 3 290,-2-3 1,-4 5-34,0 3 1,-1 3 829,1 6-812,-7 6 162,0 11 1,-6 16 78,0 17 1,0 9 198,0 6 0,0 8-74,0 2 0,0-1 136,0 4 0,-4-2-125,0-2 0,-5-5-1,5-3 0,0-5-204,4-3 55,0-3 1,2-11-356,2-3 1,4-14-131,8-6 1,0-12-326,4-5 1,1-4-588,4-4 0,0-2 566,-1-3 0,0 4-348,-3 4 0,1 3 97,-6 2 910,1 2 0,-5 1 0,0-2 0</inkml:trace>
  <inkml:trace contextRef="#ctx0" brushRef="#br0">14179 14399 7762,'-12'0'728,"0"0"1,3-4-56,1 0 492,0 0 1,-5 9-536,1 4 0,5 8 55,3 8 0,-2 6-239,2 6 0,-1 11-66,1 6 1,-2 10-488,2-29 1,0 1-1,-2 3 1,1 0 170,1 2 1,0 1 0,-4 3 0,0 0-78,0 0 0,0 1 0,-1-4 0,1 0-196,2-5 1,0 0 0,-5 29-215,3-12 1,2-13 37,6-16-80,0-11 1,6-10 170,2-8 1,3-4-66,1-9 0,5-6-14,-1-6 0,5-6 359,-4 2 1,3-7-261,-3-1 0,3 4 225,-3 4 0,0 9 223,-5-1 0,0 6-151,1 2 529,-1 6 0,-1 13-329,-3 2 1,-2 6 303,-6 10 0,0 2-200,0 11 0,-4-4 56,0 4 0,-2-5-227,2 1 0,3-3-377,-3-1 1,2-6-2252,2-2 1883,0-3 0,6-8-987,2-1 0,7-11 161,2-6 1415,5-12 0,-3-8 0,6-5 0</inkml:trace>
  <inkml:trace contextRef="#ctx0" brushRef="#br0">14527 15094 7762,'0'18'0,"0"-3"916,0 5 1,0-3-364,0 4 1,0-1 568,0 5 1,-6 0-511,-2 0 1,-2-1 58,2 1 0,-2-1-686,6-4 1,-1-6 86,1-6-1774,2-5 1,-3-4 1013,5-12 0,0-6 688,0-10 0,-6-3 0,-1-5 0</inkml:trace>
  <inkml:trace contextRef="#ctx0" brushRef="#br0">14539 14846 7762,'13'5'-1268,"-1"-2"1014,0 5 1,1-4 1969,-1 5 0,6-5-764,3 4 0,-2-4-502,2 4 0,4-5-124,3 1 0,7 2-1909,-2-2 1,-1 0 1582,1-4 0,0 0 0,4 0 0</inkml:trace>
  <inkml:trace contextRef="#ctx0" brushRef="#br0">15035 14994 7762,'-7'21'0,"-5"0"0,-5-1 592,-3 5 1,1-4 368,2 0 0,-1-1 783,-3 5 1,-1 4-920,6 0 1,5 0-396,7-4 0,2-2-337,2-2 1,7-1 49,6-7 0,4 1-949,8-10 1,0 0 579,0-4 1,4 0-1187,0 0 0,0-10 65,-4-2 1,5-13-1501,3 0 2847,3-8 0,1-4 0,0-7 0</inkml:trace>
  <inkml:trace contextRef="#ctx0" brushRef="#br0">15457 14598 7762,'-5'24'1858,"-4"1"-1182,-2 0 0,0 5 0,2 3 572,0 3 0,7 6 1503,-3-1-2052,4 6 1,1-5 0,0 4-53,0-5 1,0-1-103,0 2-934,0-4 1,0 3 0,1-7-471,4-5 0,-3-10 426,7-7 213,-1-5 0,4-12 1,1-6-320,-1-9 1,6-2-750,3-11 876,-3 6 0,4-4 0,-6 8 169,-1 2 0,-1 9 7,-1 8 367,-1 2 1,-1 4 0,-1 3 730,-2 8 0,-5 0-193,1 8-339,-3 0 1,-1 3 0,0 0 284,0-3 1,0 1-2571,0-6-668,0-5-2376,6 0 4999,1-9 0,5 9 0,0-5 0</inkml:trace>
  <inkml:trace contextRef="#ctx0" brushRef="#br0">16512 14982 7762,'6'0'2628,"4"1"-1379,-6 4 0,2 3-692,-2 8 1,-3 9 53,3 8 0,-8 7-199,-4 2 1,-3 4-817,-1 0 1,-1-5 316,1-4 0,1-1-529,2-7 0,-2-1-1495,3-8-1455,3-2 3566,-1-11 0,1-12 0,-2-9 0</inkml:trace>
  <inkml:trace contextRef="#ctx0" brushRef="#br0">16474 14784 7762,'13'-7'-474,"-1"3"1,-4 2 2077,1 2-1121,-1 0 0,9 2 1,-1 0-284,-1 2 0,3 6-9,-1-2-738,5 3 0,-2-2 0,8-2 547,1-2 0,5 5 0,-2-3 0</inkml:trace>
  <inkml:trace contextRef="#ctx0" brushRef="#br0">17119 14945 7762,'0'19'460,"0"-1"1,0-6 241,0 1 0,-5-2-433,-3-3 0,-5 3 1141,-3-3 1,1 3-671,-6 2 1,6 3-329,-2 1 1,5-1-143,3-3 0,0-1-518,5 1 0,0-5 238,4 0 0,5-4-54,3 5 0,7-5 31,2 4 1,4-4-213,-5 4 0,2-5-47,-1 1 1,-4 2 43,4-2 1,-5 1-341,-3 0 449,2-4 1,-10 10-373,3-3 0,-12 3 148,-4 2 0,-10 5-617,-3 2 0,-1 0 152,-8 0 1,5-5-702,-4 2 1529,6 2 0,-9-5 0,4 4 0</inkml:trace>
  <inkml:trace contextRef="#ctx0" brushRef="#br0">18211 15131 7762,'-12'-14'0,"-1"3"577,1 11 0,-2 3-156,-2 5 1,2 9 142,-3 16 1,3 5-40,2 12 1,0 1 98,-1 3 1,2-5-645,3 1 0,5-13 74,11-12 1,2-11-275,11-10 0,4-6 205,4-6 0,5-11-456,-1-14 0,3-4 248,1-5 1,-5 4 45,-3-4 0,-4 5 64,-5 4 1,-2 1 265,-5 3 1,-7 13 257,-1-1-278,-4 12 0,-1 6 443,0 12 0,-6 4-237,-2 8 0,3 6-189,1 2 1,2-2 53,2 2 1,0-5-699,0 1 0,0-3-36,0-1 0,10 0-283,2 0 1,5-6 812,-1-3 0,4-2 0,4-1 0</inkml:trace>
  <inkml:trace contextRef="#ctx0" brushRef="#br0">19204 15007 10642,'-9'0'1849,"1"0"0,4 5-1256,-4 4 1,-1 3 411,-3 5 0,-5-1-463,1 9 1,-1-3-280,5 7 0,-3-3-832,2-1 1,0-2 423,8-2 1,1-3-460,4-6 0,7 1 449,6-1 1,0-1-652,8-3 0,-4 3 267,3-2 0,0 6 441,0 1 1,-2 2 669,-5-1 0,-2 1-416,-3 2 0,1 4 314,-4-3 1,-1 1-186,-4-2 1,-2 4 297,-2-4 1,-3-2-135,-5-1 0,-5-5-964,1-4 0,-5-1-326,5-3 1,-2-2-864,1 2 1,3-8-466,-2-4 1,6-5 2168,2-3 0,5-9 0,-2-7 0</inkml:trace>
  <inkml:trace contextRef="#ctx0" brushRef="#br0">19476 15367 7762,'0'20'1169,"0"1"1,0-6-497,0 2 1,0-4 951,0 0-1150,0-6 1,7-3 87,6-8 1,6-13-609,10-8 1,3-9-734,5-3 0,-4-1-505,0-3 0,-1 2 714,1 2 0,-10 4-20,-10 0 0,-6 7 204,-7 1 1,-11 7 475,-6 10 0,-12 5-119,-8 11 1,-2 12 343,-6 13 0,1 4-62,-2 4 0,5-2 736,8 2 1,2-1-94,7 2 1,4 2-415,4 5 1,7-6-529,5-6 0,6-2 91,6-10 1,2 1-739,10-10 1,2-5 451,7-7 0,-1-5-292,5-7 0,0-7-324,4-14 1,0 1-1619,1-5 2474,-7 5 0,8-10 0,-6 2 0,-3-3 0,-2-2 0</inkml:trace>
  <inkml:trace contextRef="#ctx0" brushRef="#br0">20270 14821 7728,'7'5'-12,"-1"-2"939,-6 5 0,0 2-512,0 7 0,0 3 1479,0 9 1,-2 8-908,-2 9 1,2 8 233,-7 3 1,6 0-820,-1 1 0,3-2-312,1 2 1,1-4-408,3-9 0,2-3-403,2-9 1,3-4-707,-2-9 1248,2-2 0,0-12-1730,-3-6 1,-3-7 838,-5-10 0,-1 4-327,-3-4 0,-9-1 937,-7 2 0,-4-5 459,0 4 0,-7-5 0,-2 2 0,1-8 0,-1-1 0,2-4 143,-2 4 0,2 0-159,6 4 1,10 6 1206,3 3-786,8 7 1,9 4 335,12 5 0,12 5-250,8 4 0,6 0 241,6 0 1,6 0-597,3-5 0,-3 0 15,-1-4 0,-1 0-2105,0 0 0,-7-4 357,-1 0 1597,-10-5 0,-1 3 0,-8-5 0,-6-1 0,-8-4 0</inkml:trace>
  <inkml:trace contextRef="#ctx0" brushRef="#br0">18472 15218 7654,'-20'-18'0,"2"4"-471,6-3 0,0 2 219,-1-1 1,5 2 48,0-3 1,5 4 202,-1 0 0,-3 6 0,4 2 0,-5 5 0,4 7 0,-5 5 0,1 6 0,-15 12 0,-3 2 0</inkml:trace>
  <inkml:trace contextRef="#ctx0" brushRef="#br0">21499 15466 7654,'13'-21'0,"4"0"0,-3 1 197,2-5 0,-6 4-5,-2 1 0,-4 0 34,4 0 1,-5-2-35,1 5 0,-4 0 178,-4 5 0,1 4 304,-5 0-327,0 5 0,-4-3 144,-1 6 1,1 0-115,-1 0 1,0 6-250,-4 2 0,-2 7 64,-6 2 0,-1 3-196,-3-3 1,1 5 63,-5-1 1,6-2-406,-2 2 0,8-2 147,4 2 0,5 1-13,4-6 1,4 1 305,8-5 0,9 1-168,12-1 0,7 0 426,9 1 1,-1-5-163,6 0 1,-10-1 58,1 1 1,-8 3-24,0-2 1,-13-2 37,-3 1 1,-9 0-120,0 5 1,-4-1-242,-4 0 1,-9 1-133,-7-1 1,-4 1 151,0-1 1,3 0-928,0 1 1,6-6 461,-2-3 1,4-3-2004,0-1 1879,1 0 0,5-7-2,3-5 1,8-7 665,4-10 0,9-3 0,2-5 0</inkml:trace>
  <inkml:trace contextRef="#ctx0" brushRef="#br0">21771 15367 7654,'2'-7'483,"2"2"1,-1 4 677,5 1-207,-5 0 1,2 6-187,-5 2 1,-5 10-325,-4 7 0,-2 1-102,-1 7 0,1-1-138,3 1 0,-2 1-589,6-5 1,0 0 282,4-4 0,1-7-547,3-6 1,3-5 122,6-7 0,5-3-230,2-5 0,4-7 24,0-14 0,1 1 299,0-5 1,0 2 377,0-3 0,-2-1-50,-2 2 0,-3 2 68,-6 2 1,-4 9-160,1 3 918,-7 3 0,3 9-15,-10 5 1,0 11 266,-3 9 0,-3 5-382,2 4 0,-2 2-240,-1 2 1,4-2-582,-1-2 1,7-3 234,-3 3 0,4-4-1181,1-4 0,1-3 657,4-6 1,2-1-409,5-3 1,0 2 925,1-6 0,5-5 0,1-6 0</inkml:trace>
  <inkml:trace contextRef="#ctx0" brushRef="#br0">22330 15391 7654,'-13'0'0,"-1"4"1148,-2 1 1,2 4-528,-2-1 1,-2 5 803,1 3 0,-4 5-674,5 8 0,1 3-388,7 5 1,2 0-160,6 0 0,1-5-897,4-3 0,7-8 291,9-5 1,2-8 69,2-3 1,4-5-840,0-5 0,1-8 559,-1-12 0,-3-5-809,3-8 0,-1 0 206,1-4 931,-9-2 1,15-5-1,-9-1 1</inkml:trace>
  <inkml:trace contextRef="#ctx0" brushRef="#br0">22702 14920 7654,'-2'-7'2532,"-2"3"-1828,3 3 0,-6 8 596,3 5 0,1 7-623,-5 10 1,0 6 200,-5 10 1,1 7-459,-1 15 0,1-3-463,6-29 0,0 1 0,-3 28-297,1 3 0,1-11 260,-1-6 0,-2-8-2332,6-9 1905,0-8 1,5-12-341,3-9 1,3-14 257,6-6 1,5-8 166,2-5 0,0-1 344,0-3 1,-4 4 502,0 8 1,-2 3 879,-2 6-830,1 5 93,-6 2 1,-2 16-176,-5 5 0,-5 6 179,-4 3 0,-2 5-150,-1 3 0,-1-2-463,1-2 1,5-3-526,3-1 1,3-6-647,1-3 0,5-3-856,3-5 0,3-2 2068,2-6 0,5-6 0,1-1 0</inkml:trace>
  <inkml:trace contextRef="#ctx0" brushRef="#br0">2618 16570 7654,'-25'-6'381,"1"-1"131,4-5 1,3 3 607,9 1-738,2 5 0,8-1 389,2 8 1,10 3-307,10 6 0,8-1-313,9 1 1,-1-5 0,6 0 0,-5-5-154,5 1 1,-5-3-332,5-1 1,-6-5-418,1-3 1,-2-9-933,-2-4 1,-1-3 1680,-3-5 0,-9-3 0,-6-5 0</inkml:trace>
  <inkml:trace contextRef="#ctx0" brushRef="#br0">2915 16160 7654,'-14'22'974,"-2"3"0,2 0-397,-2 12 0,2 4 47,1 13 1,5 3-772,0 5 1,5 0 388,-1 0 0,3-6-38,1-2 0,5-14 157,3-7 1,13-12-158,4-9 0,9-12 0,4-12 0,0-9-12,8-12 0,-6-7-110,1-14 1,-4 2-3220,-4-6 0,-4 1 1698,-8 0 1,-3 1 1118,-6 7 0,1-6 320,-1-3 0,-4 4 0,1 5 0,-7 2 349,2 9 1,-2 10-88,-2 11 1154,0 9 0,0 10-678,0 15 1,0 4 189,0 12 1,-2 1-441,-2 8 0,2-2 352,-7 5 1,5 0-857,-4 5 1,1-4 44,-1-1 1,-2-5-398,6 1 1,0 1 504,4-5 0,0-4-717,0-12 0,1-9 293,3-8 0,-1-2-456,5-2 1,1-10 155,3-3 1,0-6 169,1 3 1,-1-1 380,1 5 0,-1 1-39,0 2 1,1 4 406,-1 5 0,-5 1-203,-3 3 1,2 9 211,-2 8 0,0 2-157,-4 2 1,-1 1 662,-3 3 1,1-3-344,-5 3 1,5-7 167,-1-1-1231,2-6 515,2-3 1,7-12-881,6-8 1,3-10 493,5-7 0,2 0-198,-2-3 0,6-3 149,2 2 1,0 2 19,-4 6 1,-1 3 157,-4 6 1,2 1 341,-5 2 1373,-1-2-1206,-3 10 1,-6-3 1244,-3 8-617,-3-3-856,-1 5 0,2-6 136,2 0 1,3-11-457,5-6 1,2-6-119,2-6 0,0-5-420,4-12 1,-5 1 503,2-9 1,-3 0 37,-2 4 1,-1 5 1429,-3 12-953,3 8 0,-8 16 786,5 13 1,-5 8-452,1 13 0,2 9 153,-2 3 1,6 13-105,-2 0 1,3 3-276,1 1 0,-3-3 373,-1 3 1,0-7-227,5-2 1,-1-8-1209,0 5 1,-1-16 246,-2 3-359,-4-11 0,-5-4 465,0-6 0,-7-5-709,-5 1 1,-2-8 421,-7-5 0,1-2 409,-5-1 1,0 0 261,0-1 0,0-5-20,1-2 1,3-5 710,0-4 1,2 3-469,-2-3 0,8 7 836,4 1 1,7 6-383,-3-2 0,11 4 458,6 0 1,8 5-482,9 0 1,4 3-568,8-3 0,-1 1-335,5-1 0,-3 2-888,3 6 1100,-5 0 1,9 0 0,-5 0 0</inkml:trace>
  <inkml:trace contextRef="#ctx0" brushRef="#br0">5955 16780 7654,'0'-12'85,"0"0"1,0-1 1189,0 1-836,5-1 0,2 6 174,5 3 1,-3 3-236,-1 1 1,0 1-96,5 3 0,-7 3 20,-1 6 1,-3 1-67,3 2 0,-4-2-43,3 2 0,-8-2 10,-4-1 0,1-1-210,-2 0 0,1-3 72,-4-1 1,-1-5-117,1 1 1,0-3-84,-1-1 0,2-1-119,3-3 1,-2-3 113,6-6 0,0 5-113,4 0 0,5 0 131,4-5 1,2 6 42,1 3 1,1-1 165,-1 1 1,0-1-111,1 5 0,-5 2 249,0 2-67,-5-3-561,3 10 0,-6-8-1698,0 5 1223,0-5 875,-6 8 0,-1-4 0,-5 5 0</inkml:trace>
  <inkml:trace contextRef="#ctx0" brushRef="#br0">7232 16768 7654,'-5'-7'-69,"3"-4"69,-2 3 0,3-3 469,1-2 1,4 0-136,0-4 1,7 3 19,2-2 0,0 1-109,8-2 0,-4 3-108,3-2 1,-3 2-11,4 2 1,-1 5 76,5 3 0,-4 2-141,-1 2 0,-3 2 99,4 2 0,-6 4-21,1 8 0,-2 4 8,-2 5 1,-1 1-95,-2 3 1,-2 1 85,-3 3 0,-3 2-365,3-7 1,-2 1-200,-2-4 1,1-1-1233,3-4 577,-2-2 1,9-11 476,-3-3 1,3-13 600,1-8 0,6-5 0,2-3 0</inkml:trace>
  <inkml:trace contextRef="#ctx0" brushRef="#br0">7753 16520 7654,'-19'8'460,"3"0"0,2 1 235,1 3 1,-5 2-256,-2 2 1,-4 4-232,-1 5 1,-5 5-128,-3 3 0,-1 1-195,1-1 0,-2 3-786,6-3 1,4-2 489,5-2 1,4-3-550,0-1 1,8-6 957,4-3 0,2-2 0,2-1 0</inkml:trace>
  <inkml:trace contextRef="#ctx0" brushRef="#br0">8212 16421 7654,'-8'0'1261,"0"0"0,-2 1-920,-6 3 1,0 4-110,-4 9 0,-1 8 454,-4 8 0,0 3-259,1 1 0,4 0-19,4 0 1,6 1-317,2-1 1,5 3-306,-1-3 0,8-3-343,4-9 1,5-6 428,3-2 1,4-9-269,4-4 0,0-2 134,-3-2 0,2-7-731,-2-5 0,1-1 383,-2-3 1,-2-2 608,-5 1 0,-6-5 0,-2 3 0</inkml:trace>
  <inkml:trace contextRef="#ctx0" brushRef="#br0">7989 16706 7654,'-7'8'658,"3"0"166,3-5 0,2 3 67,3-6 1,9 0-410,7 0 0,9-2-728,4-2 1,3-3 215,1-5 0,6-5-400,3 1 0,0-6-284,0 1 1,1-2 464,-6-2 1,0-5 0,-3-2 0</inkml:trace>
  <inkml:trace contextRef="#ctx0" brushRef="#br0">8733 16235 9422,'-1'-7'1272,"-3"3"1,2 4-834,-2 4 1,-3 8 351,-1 9 1,1 9-301,-1 7 0,1 7 66,-1 10 0,2 3-538,6 5 1,0 0 254,0 0 0,2-6-245,2-2 1,3-14-119,5-7 1,5-11 182,-1-5 0,5-9 98,-5-4 0,5-8-1223,-4-4 1,3-10 461,-3-7 1,4-5-290,-5-8 0,5 3 600,-5 1 0,1-1-108,-5 2 1,1-3 176,-1-1 0,0-1 0,1 1 1,-5 0 157,0 0 1,-1 1-51,2 3 1,0 4 1041,-5 8-614,1 3 520,-5 11 1,0 9-218,0 10 0,0 6-4,0 7 1,0 0-260,0-1 1,0 1-101,0 0 0,0 4-272,0 0 1,0 0 55,0-4 1,0 0-738,0-1 0,0 5 419,0 0 1,0 0-1160,0-4 1,0-2 76,0-2 1,0 1-1377,0-5 2705,-6-1 0,5-3 0,-5-1 0</inkml:trace>
  <inkml:trace contextRef="#ctx0" brushRef="#br0">9440 16743 7654,'-6'13'0,"-4"-5"793,6 0 1,-4 2 927,3 6 1,-4-2-1156,0 3 0,3-4-212,-3 0 1,2 1-1867,-1 2 0,-3-2 752,3 2 1,-5 4 759,-3 0 0,-3 4 0,-6 1 0</inkml:trace>
  <inkml:trace contextRef="#ctx0" brushRef="#br0">10358 16532 7654,'-12'-8'293,"0"0"1,3 5 309,1-1 0,5 4-170,-1 4 1,-1 8 353,1 9 0,-1 8-326,5 4 0,0 7-73,0 1 1,0 5-285,0-5 1,2-5-132,2-7 1,3-8-207,5-5 0,5-3 222,-1-5 1,2-8-421,-1-8 1,2-10 264,6-7 1,-2-1-292,-2-7 0,2 0 158,-2-5 1,-2 3 19,2 1 0,-6 1 182,2 9 0,-8 2 194,0 9 290,-7 6 1,4 9-241,-6 10 1,0 7 107,0 10 1,0 4-45,0 9 0,0-2-18,0 5 1,0-5-52,0 1 1,0 4 131,0 0 0,0 2-82,0-2 0,0-1-38,0-2 1,-4-8-104,0 3 0,-6-4 63,2 1 0,-3-8-15,-2-6 1,1-6 53,0-1 0,-1-2-213,1-7 0,-2-1 99,-3-8 0,2-3-437,-5-8 0,4-4-119,0-5 1,2-1-316,2-3 0,5 0 14,3-8 1,2 4 349,2-4 1,3 1-351,5 7 1,2 0 412,11 4 1,1 1 404,7-1 0,2 6 0,7 1 0</inkml:trace>
  <inkml:trace contextRef="#ctx0" brushRef="#br0">11289 16470 7654,'0'9'0,"0"-1"0,0-4 1312,0 4 0,-6 1-269,-2 3 1,0 6 24,-5 3 1,4 3-429,-8 5 1,2 3-279,-1 5 1,3 4-129,1 1 0,5 1-30,7-2 0,0-4-477,0 0 1,5-5 243,4-7 1,2-6-467,1-2 0,5-9-21,-1-4 1,5-3-403,-5-1 1,1-5-376,-5-3 0,1-5 657,-1-3 0,-1 1-509,-3-6 1,2 4 1144,-6-3 0,0-1 0,-4-4 0</inkml:trace>
  <inkml:trace contextRef="#ctx0" brushRef="#br0">11177 16768 7654,'-12'12'1532,"-1"-1"-550,1-2-705,0 2-99,5-4 0,3-1 450,8-1 1,4-4-329,9-1 0,3-6-250,9-2 1,1-7-1093,4-1 1,0-1 681,-5 5 0,0-1 360,-4 1 0,0-6 0,-1-1 0</inkml:trace>
  <inkml:trace contextRef="#ctx0" brushRef="#br0">11798 16446 7654,'-13'0'2593,"1"0"-2155,5 0 0,3 5 38,8 3 0,3-1-141,5 1 1,6 6-60,3 7 0,2 2-84,2 2 0,-2 5-122,-2 4 1,1 1-46,-5 3 1,-1 2-190,-3-3 0,-1 1-860,0-9 0,1-1 539,-1-8 1,1-3-745,-1-9 0,6-2 554,3-6 0,-2-11 675,2-6 0,-1-10 0,5-5 0</inkml:trace>
  <inkml:trace contextRef="#ctx0" brushRef="#br0">12294 16421 8449,'-18'0'398,"3"0"288,-6 0 0,0 5-255,-4 3 1,-1 9 79,-3 4 1,-1 3-65,-3 5 0,-7 7-87,3 6 1,-2 0-707,6 0 1,-1-4 355,5 4 1,5-5-1131,8-4 0,3-4 670,5-9 1,-2 3 449,6-7 0,-11 12 0,1-2 0</inkml:trace>
  <inkml:trace contextRef="#ctx0" brushRef="#br0">13237 16582 7654,'0'-7'1508,"5"-3"-1284,3 6 0,9 0 65,4 4 0,3 0 169,5 0 0,9 6-345,7 2 0,-1-1-209,2 1 1,-1-5-584,5 1 0,-2-3 454,-3-1 1,-6 0-1595,-6 0 1819,-11-5 0,7-2 0,-10-5 0</inkml:trace>
  <inkml:trace contextRef="#ctx0" brushRef="#br0">13410 16669 7654,'-14'12'0,"-2"1"0,8-5 522,-1 0 0,8-1-129,5 1 0,10 3 270,11-2 1,2-4-262,10-1 1,-1-2-336,10-2 0,-5 0 29,5 0 1,-1-10-683,5-2 0,-6-5-128,-3 0 1,-2-2-1469,-2-6 2055,-11 1 0,-2-7 1,-12 0-1</inkml:trace>
  <inkml:trace contextRef="#ctx0" brushRef="#br0">13646 16371 8431,'-7'6'-70,"8"-4"935,12 7 1,6-1-342,10 4 1,-1 1-103,5-1 0,4 5-151,4-1 1,1 6-217,-5-1 1,-5 2-52,-4 2 1,-7 0-223,-4 0 1,-9 1-139,-4 3 1,-9-2 222,-8 6 0,-5-4-789,-7 5 0,-5 1 360,-3 3 0,1 0-64,-1-9 1,6 0-28,-2-4 538,3 0 1,1-1 0,0 1 0</inkml:trace>
  <inkml:trace contextRef="#ctx0" brushRef="#br0">15035 16396 7654,'-5'-7'923,"-3"3"-566,-3 2 0,-2 4 205,1 2 1,3 10-190,1 11 1,4 5 113,-4 7 1,1 4-147,-1 1 1,-2 3-250,6-3 0,0-1-89,4-4 0,1-11-179,3-5 1,3-7 158,5-6 0,1-4 107,-1-8 1,5-8-461,-1-9 0,6-2 137,-1-2 0,3-6-105,0-2 1,1 2 86,0-2 0,-2 5 60,-2-1 0,1 7 170,-5 1 1,-1 10 184,-3-1 0,-2 11 119,-3 5 0,-3 8-168,-5 13 1,0 7-34,0 5 1,0 6-32,0 6 0,0-1 17,0-2 0,-4 2 18,0-2 0,0-2 162,4 1 0,-4-2 25,0-2 0,-6-1 22,2-11 0,1 0-35,-1-4 1,-1 0-125,-3-1 0,0-6-84,-1-5 1,1-2 150,-1-7 1,1 0-477,0-4 1,-5-7 187,0-5 0,0-6-403,0-7 0,2-4-20,-6 0 1,5-7-221,-5-1 1,2 0-80,-2-4 0,4 3 344,9 5 1,-1 3-281,4 5 1,7 6 742,6 2 0,9 9 0,7-3 0,8 4 0</inkml:trace>
  <inkml:trace contextRef="#ctx0" brushRef="#br0">15928 16421 7654,'5'-9'1060,"-1"1"-795,5 5 1,-9-2-213,0 5 0,-5 5 1043,-8 4 1,-4 9-477,-4 6 1,-3 3-173,0 6 0,-1 0-127,0 4 1,0 4-217,0 1 0,6 3 99,3-4 0,7 5-219,5-5 0,4-6-150,4-10 1,9-8-178,7-8 0,9-4-252,4-5 0,-1-5 275,1-4 1,-1-6-766,1-1 0,-3-6 455,-5 1 0,-6-1-1030,-2 1 1659,-9-2 0,-8 4 0,-7-6 0</inkml:trace>
  <inkml:trace contextRef="#ctx0" brushRef="#br0">15767 16669 7654,'-19'11'0,"2"-3"1659,4 3-872,6-10 0,8 5 139,11-6 1,8 0-478,9 0 1,2-6-159,7-2 0,-1-3-764,0-1 0,0-1 372,1 1 1,-1-5-1508,0 1 1,-5-1 1607,-3 5 0,-3-6 0,-1-1 0</inkml:trace>
  <inkml:trace contextRef="#ctx0" brushRef="#br0">16710 16197 7654,'0'-31'0,"-4"2"685,0 8 0,0 3-223,4 6 1,4 6 264,0 6 0,0 7-307,-4 10 0,0 12-41,0 8 1,-1 10-133,-3 2 1,-3 6 324,-6 7 0,-1 1-267,-2-1 1,2 0 270,-2 0 0,2-3-521,1-5 0,7-8 42,1-13 0,11-8-293,6-8 1,8-10 187,9-7 1,4-11-407,8-10 1,-2-9 244,2-8 1,-3 0-393,0-8 1,-2 5 204,-3-4 0,2-1-67,-1-3 1,-6 3 109,-3 1 1,0 0 74,-4 0 1,-3 2 274,-2 6 1,-3 7-88,-5 5 471,-3 11 0,0 20-316,-1 10 0,0 12 285,-4 5 0,0 7-141,0 1 1,0 10 48,0-1 0,0 2-266,0-2 0,0 3 57,0 1 0,4 5-1771,0-1 1,4 2 1681,-3-3 0,1 7 0,0-6 0,2 0 0,-2 2 0,-4 4 0</inkml:trace>
  <inkml:trace contextRef="#ctx0" brushRef="#br0">6091 17847 7654,'0'-8'1293,"0"-1"-421,0 7-224,0-4 224,0 6-67,-5 0-180,3 0-634,-9 0 107,10 0 1,-5-1-761,6-3 524,0 2-2099,0-9 1023,0 10 1214,0-5 0,-5 12 0,-2 1 0</inkml:trace>
  <inkml:trace contextRef="#ctx0" brushRef="#br0">6128 17785 7654,'0'-12'-1200,"4"-1"720,1 1 1734,-1-1-256,-4 1-745,5 5 72,-3 2-254,3 10 0,-5 6 54,0 6 0,-1-1-1,-3-3 0,2 3 220,-2 1-32,-3-1-85,6-3 86,-10-1-377,9-5 232,-9-2-509,10-5-272,-10 0 364,10-5-245,-10-2 1,9-1-84,-2-1-388,3 7 454,1-4 511,0 6 0,0 0 0,0 0 0</inkml:trace>
  <inkml:trace contextRef="#ctx0" brushRef="#br0">7356 17748 7654,'-7'5'971,"2"-3"59,-1 3-754,5-5 1,-4-1-85,5-3 0,1 1-146,3-5 1,0-1 43,9-3 1,-4-2-181,8-2 0,-2 2 120,2-3 0,-4 4-23,4 0 1,-2 2-75,2 3 1,-4 2-54,4 6 0,-3 0 138,-2 0 0,-1 7-10,-3 6 1,3 0 173,-2 8 0,0 0-89,0 4 0,2-1 49,-3 1 1,-1 1-63,1 3 0,-5-1-65,1 5 0,-3-6-97,-1 2 0,0-1-236,0 1 1,0-4-813,0 0 522,0-6-120,0-7 1,6-6 272,2-6 1,3-11 454,2-10 0,-1-2 0,0-2 0</inkml:trace>
  <inkml:trace contextRef="#ctx0" brushRef="#br0">7865 17624 6537,'-1'-9'742,"-4"1"263,4 5-618,-10-2 1,8 5-125,-5 0 1,0 0 44,-5 0 1,1 5-38,0 4 1,-2 6-80,-3 1 0,2 6-115,-6-1 1,-1 4 84,-7 4 0,3-2-168,-3 7 1,3-7 77,1 2 0,0 1-75,1-1 0,0 0-216,4-4 1,2-6-219,5-2 1,2-3-979,3-2 699,2-5 23,6-2 0,2-5 221,2 0 1,-1-1 471,5-3 0,0 1 0,5-5 0,-1 0 0,0-5 0</inkml:trace>
  <inkml:trace contextRef="#ctx0" brushRef="#br0">8063 17673 7654,'20'-11'0,"-4"3"0,-3-3 845,-5 3-156,3 2-224,-10 1 0,4 5-82,-10 0 1,-1 7-188,-7 5 0,-1 2 53,-2 6 1,2 1 24,-3 4 0,0 4-42,0 0 0,0 4-40,5-4 0,4 5-178,0-1 0,3-1 57,-3 1 0,5-5-314,-1 1 0,8-9 151,5-3 1,3-5-119,5-3 1,-2-4-349,5-5 0,5-5 244,4-4 1,0-3-434,-4-5 1,-4-1 313,-1-2 1,-5-2-246,2 5 0,-3 1 678,-2 3 0,-5 1 0,-1-1 0</inkml:trace>
  <inkml:trace contextRef="#ctx0" brushRef="#br0">8001 17921 7654,'-12'0'0,"4"0"1232,0 0 48,5 0 237,-3 0-1136,23-5 0,-1-2-22,17-5 0,0-1-638,5 1 0,0-1 248,4 1 0,-2-5-1299,5 1 1,-1-1 766,2 5 0,-4 0-743,-4-1 1229,-1 1 1,0-6 0,0-1 0</inkml:trace>
  <inkml:trace contextRef="#ctx0" brushRef="#br0">8696 17525 8293,'-8'0'2639,"0"0"-1921,5 0 1,-7 5-286,6 3 0,-1 5 36,0 3 0,3 5-99,-7 8 1,3 4-142,-3 8 1,0 3-131,4 6 0,1 0 105,4-1 0,0-1-355,0-2 1,2-9 194,2-8 1,3-4-326,5-4 0,2-9 149,2-8 1,0-8-174,4-4 0,-3-9-29,4-4 1,-5-3-136,5-5 0,-2-2 133,2-2 1,2-7 72,-2 3 1,-2 1 12,2 3 1,-6 0 22,1-4 0,2-3 214,-1 3 1,-5 2-131,-3 11 0,-7 4 1035,3 4-482,-4 7 0,-1 5 157,0 8 1,0 3-102,0 6 1,-1 5-166,-4 2 1,3 5-11,-7 4 1,7-3-35,-3 3 0,0 3-193,1 1 0,-4-1 85,3 1 0,1-4-786,4 4 0,-4-6-26,0 2 0,0-4-1261,4-4 1260,0 2 1,1-10-159,3-1 0,-1-5 217,5-7 1,-3-6 217,3-2 0,0-7 387,4-2 0,6-5 0,2 3 0</inkml:trace>
  <inkml:trace contextRef="#ctx0" brushRef="#br0">9180 17897 7654,'12'0'1994,"1"0"-1603,-1 0 0,-5 1-135,-3 3 1,-2-1 985,-2 5 0,0 0-560,0 5 0,0-1-291,0 1 1,-5-1-831,1 0 1,-5 5 324,0-1 0,3 5-1388,-3-4 1,0 5 475,-8-2 1026,3-2 0,-15 6 0,3-5 0</inkml:trace>
  <inkml:trace contextRef="#ctx0" brushRef="#br0">10520 17797 7654,'0'-8'784,"0"0"399,0 5-798,0-2 1,4 11-1,0 7 0,4 6-134,-4 10 1,5 8-159,-5 9 1,0 2 36,-4 2 1,0 5-269,0 3 1,0-7-320,0-2 0,0-7 350,0-1 0,0-8-845,0-4 1,0-8-93,0-5-629,0-8 1673,0-2 0,0-6 0</inkml:trace>
  <inkml:trace contextRef="#ctx0" brushRef="#br0">10495 17847 7654,'8'-11'323,"0"3"0,-3-3 0,3 2 1,4 3 186,5-3 0,5 1-159,-1-4 0,3 3 41,5 1 1,2 5-153,2-1 1,3 3-249,-3 1 1,-3 0 21,-1 0 1,-4 9-28,-5 4 0,-7 6-258,-9-2 0,-3 6 192,-1 2 1,-9 0-217,-4 4 0,-7 1 83,-1-1 0,-3 0-113,0-4 1,-1-2 103,0-2 0,4-3-226,1-6 0,5-5-415,-2-3 344,-2 3 0,5-7 518,-3 0 0,8-4 0,0-4 0,7-9 0,-4 3 0</inkml:trace>
  <inkml:trace contextRef="#ctx0" brushRef="#br0">11227 17735 7654,'-13'0'165,"1"0"0,4 0 633,0 0 0,-1 4-302,-3 1 1,4 4-172,-1 0 0,2 7-121,-1 5 0,-3 4 88,3 3 1,2 4-101,2 5 0,3 1-119,1-1 0,0 4-128,0 0 0,5-1-250,4-6 1,2-4-572,1-5 0,2-6 444,2-3 0,0-7-675,4-5 0,1-3 58,4-1 1049,-6-5 0,10-8 0,-3-6 0</inkml:trace>
  <inkml:trace contextRef="#ctx0" brushRef="#br0">11537 17959 7654,'-8'-5'410,"-1"1"1,7-5 264,-2 0 11,2-2 0,4-5-223,2-1 0,0 1-53,8 3 0,-2-3-200,6-1 1,0 2-34,0 7 1,-2-3-32,2 3 1,0 2-93,0 2 0,-2 3 56,2 1 1,-2 5 81,-1 3 0,-2 5-161,-3 3 0,-1 4 8,-3 4 0,-3 1-55,4 0 0,-3 0 61,2 0 0,-2-1-564,2 1 1,-1-4-59,1 0 0,-1-6-321,5 1 1,-1-6-90,1-2 0,4-5 478,1 1 0,-1-9 50,5-8 1,2-5 170,2-7 1,-2-1 287,2-3 0,-6 2 0,1-6 0,2 1 0,-1-1 0,-5-2 69,-3 7 1,-7-1-34,2 4 0,-2 5 896,-2 4 0,-6 8-424,-2 4 0,-4 4 242,-5 4 0,2 8-259,-6 9 1,1 2 75,-5 2 0,0 0-192,0 0 1,0 4-15,1-1 0,-1 6-313,0-6 0,0 6-260,0-6 1,0 7-1012,1-2 0,0-3 661,4-1 1,2-7-2327,5-1 1791,6-11 1097,2 1 0,10-17 0,2-1 0</inkml:trace>
  <inkml:trace contextRef="#ctx0" brushRef="#br0">12021 17723 7654,'11'-1'183,"-3"-4"1,3 4 313,-3-3 1,8-2 13,0 2 1,1 0 194,-5 4 0,5 0-21,-1 0 1,1 0-275,-5 0 1,0 6-329,1 2 0,-1 3 2,1 1 1,-6 2-591,-3 3 1,-3 1 178,-1 2 0,-1 8-119,-3-3 1,-5 4-120,-7-1 0,-5 4-749,-8 5 1,-3 5 62,-5-1 903,-5 6 1,-3-8 0,-4 3-1</inkml:trace>
  <inkml:trace contextRef="#ctx0" brushRef="#br0">13162 17661 7654,'-12'0'-370,"-1"-6"1,1 5 711,-1-3 0,1-2 2,0 2 0,-5 2-66,1 6 0,-2 3-93,1 5 0,3 2 88,-2 2 1,-2 8-56,1 5 0,1 5 2,3-1 0,1 3-43,0 1 1,5 5-24,3-1 0,2 0 20,2-4 1,10-5 41,2-3 0,9-4-238,0-4 0,2-5 66,2-8 1,0-2-402,-1-6 0,1 0-105,0 0 1,0 0-292,0 0 1,-6-6-122,-2-2 0,-1-3 312,-4-1 0,2-1 562,-10 1 0,1-1 0,-5 1 0</inkml:trace>
  <inkml:trace contextRef="#ctx0" brushRef="#br0">13001 17921 7728,'-7'0'1065,"3"2"-815,8 2 0,4-1 190,9 5 1,2-1-260,6 1 0,5-2-322,3-6 1,4 0-565,5 0 0,-2-2 449,5-2 1,-5-3-1078,2-5 1214,-4-6 0,5-1 1,1-6-1</inkml:trace>
  <inkml:trace contextRef="#ctx0" brushRef="#br0">13820 17537 7820,'0'8'1114,"0"0"1,-5 1-599,1 3 0,0 6 182,4 3 1,-4 8-266,0 4 0,0 4-89,4 4 1,-4 2-94,0 2 1,-1 8-163,5-4 0,0-2-136,0-5 1,6-5-196,2-4 0,3-6 128,2-10 0,5-6-106,2-11 0,1-3-455,4-5 0,-3-6 296,7-11 0,-3-1-396,-1-3 0,4-4 271,0-8 1,0 2 136,-5-2 0,1 2 128,0 2 0,-4-1 128,-1-4 1,-6 4 345,-2-4 1,-3 9-227,-5 4 455,-3 9 0,3 3-243,-8 9 0,2 8 356,-7 8 1,6 9-200,-1 3 1,3 5 63,1 4 1,0 3-79,0 5 0,0-4-97,0 0 1,0 0-405,0 4 0,0 1 164,0-1 1,0 0-1173,0 0 1,0 3 588,0-3 0,4 3 556,0-7 0,11-2 0,-1-1 0</inkml:trace>
  <inkml:trace contextRef="#ctx0" brushRef="#br0">14663 18169 7654,'-12'0'3011,"-1"0"-2785,1 0-633,0 0 0,3 0 407,1 0 0,5 0 0,-2 0 0</inkml:trace>
  <inkml:trace contextRef="#ctx0" brushRef="#br0">6190 18666 7654,'-8'-2'612,"0"-2"-104,5 3-1038,-3-10 0,6 8 149,0-5 381,6 5 0,1-8 0,5 4 0</inkml:trace>
  <inkml:trace contextRef="#ctx0" brushRef="#br0">6364 18566 6565,'8'-7'1246,"0"3"-551,-5 3-428,3-5 1,-5 5-102,3-3 145,-2 3-315,3 1-104,-5 0-108,0 0 129,-5 0 1,-1 1 118,-2 3-49,-3-3 0,4 5 16,-5-6 0,-1 0 22,1 0-7,-1 0 1,1 0-19,0 0 0,3-4-6,1 0 0,4 0-161,-4 4 49,-1 0 1,1 0 19,0 0-136,5 0 180,-3 0 1,8 4-318,2 0 1,-1 4 374,5-4 0,6 6 0,5-3 0</inkml:trace>
  <inkml:trace contextRef="#ctx0" brushRef="#br0">6227 18554 7654,'9'0'604,"-1"0"-415,0 0 0,5 0 27,-1 0 0,-4-1 151,1-4-78,-7 4 49,4-10-251,-1 10 0,-5-5 70,0 6 0,-1 0-32,-7 0 1,0 0 25,-5 0 1,1 4-34,-1 0 0,1 5 21,-1-5 1,1 0-28,0-4 1,-1 0-27,1 0 0,-1 0-119,1 0-54,0 0 0,3 0 71,1 0-62,5 0 0,-2-1 68,5-4 0,5 4-30,4-3 1,2 3-6,1 1 1,0 0-132,1 0 1,-1 4 49,1 0-41,-1 5 1,0-3-91,1 2 0,-5-1 53,0-3 1,-3-2-829,3 2 680,-5-3 0,6 0 26,-5 4 326,1-4 0,0 5 0,2-6 0</inkml:trace>
  <inkml:trace contextRef="#ctx0" brushRef="#br0">7431 18504 7654,'0'-7'-1680,"1"1"3066,3 1-124,-2 4-794,3-10 1,-5 8-219,0-5-46,6 5 0,-4-6-47,7 4 9,-1 1 1,4 4-179,1 0 0,-1 0 18,1 0 1,3 2-48,1 2 0,-1 3 61,-3 5 0,3 2 15,1 2 0,-2 2-54,-7 3 1,3 2 89,-3-2 0,-1 3-377,2 0 1,-7-3 160,3 0 1,0-6-129,-1 1 1,4-6 70,-3-2 0,4-5-580,0 1 1,2-9 247,1-8 0,0-1 534,1-6 0,5-6 0,1-6 0</inkml:trace>
  <inkml:trace contextRef="#ctx0" brushRef="#br0">7840 18393 7654,'-11'-9'467,"3"1"1,1 5 391,3-1-520,-3 3 1,-5 6-54,-1 4 0,1 6-82,-1 1 0,0 8-345,-4 1 0,-1-1 160,-3 5 1,-2 3-250,2 1 0,-1 3-289,2 1 0,-4-1-1462,3-3 1854,4-3 0,-7 1 0,5 0 0</inkml:trace>
  <inkml:trace contextRef="#ctx0" brushRef="#br0">7468 18504 8542,'-7'0'3592,"2"0"-3004,16 6 1,-3-5-83,8 3 1,4 2-159,0-2 1,4 0-231,1-4 1,4-4 85,0 0 0,5-6-659,-1 2 1,2-7 367,-2-2 0,-2-1-1056,-2 2 1,-8 3 70,0 1 1,-6 1-1550,-3 7 1938,-5-6 1,-3 9 682,-8-3 0,-3 2 0,-5 2 0,-2 4 0,-3 1 0,4-1 0,-4-4 0,-1 4 0,2 0 0,-2 0 0,1-4 0,3 1 109,-2 4 1,6-4 279,2 3 1,4-1 734,-4 1 0,3-1-496,-3 5 0,5 2 33,-1 6 1,3-1-258,1 6 1,0 1-93,0 7 1,0-1-109,0 5 0,4 0-198,0 4 1,0-5 66,-4-3 1,4 0-657,1-5 1,-1 4-687,-4-7-913,5-4-8,-3 1 1123,3-11 1067,-5-1 0,-1-6 0,-3 0 0,-3-2 0,-6-2 0,0 3 0,-4-3 0,2 2 0,-6 2 0,2-1 7,-2-3 1,-2 2 54,2-2 0,-1 3 732,1 1 1,-1 0-334,6 0 0,-1 0 1332,5 0-769,-1 5-331,7 2 0,1 2-201,10-1 0,7-5 6,9 1 0,3-3 48,5-1 1,-1 0-176,5 0 0,-1 0-528,1 0 0,3-4 163,-3 0 0,-2-4-786,2 4 0,-5-5 541,1 5 0,1-4-1483,-1 4 1,-4-2 472,-4 2 0,-2 3 1249,2-3 0,2-9 0,-4-1 0</inkml:trace>
  <inkml:trace contextRef="#ctx0" brushRef="#br0">8572 18442 7654,'4'-12'-840,"0"-1"0,1 5 1938,-5 0-619,0 0 1,-6-3-127,-2 2 0,-3 4 68,-2 5 0,1 0-68,-1 0 1,-4 0-37,-4 0 1,2 5-84,-2 4 0,-1 2-129,-7 1 1,3 5 49,-3-1 1,3 2-86,1-1 1,3-4 79,5 4 0,1-2 16,7 2 0,5-4-53,4 4 1,6-3 37,6-2 0,10 1-176,3-1 0,8-1 52,0-3 1,3-1-445,1-3 0,-4-2 214,0 2 1,-5-3-608,1-1 1,-7 0 7,-1 0 0,-6 0-1283,1 0 1752,-7 0 1,-5 0 332,-8 0 0,-9-5 0,-6-2 0</inkml:trace>
  <inkml:trace contextRef="#ctx0" brushRef="#br0">8398 18690 7654,'-19'4'59,"3"1"0,6 3 301,2-4-156,-1 6 0,-2-3 340,3 5 1,3-4-165,5 0 1,6 1 9,7 3 1,1-4-109,6 1 1,1-7-209,4 3 1,1-4-197,3-1 0,-3 0-322,3 0 1,1 0-805,-1 0 1,2-6 654,-2-2 0,-3-3 593,3-1 0,2-6 0,1-1 0</inkml:trace>
  <inkml:trace contextRef="#ctx0" brushRef="#br0">8994 18492 7762,'-6'-7'1269,"5"1"-945,-10 1 1,8 4 201,-5-4 1,4 5-144,-4 5 1,5 7 11,-1 9 0,-3 2-147,-2 2 1,4 5 84,1 3 1,-2-1-223,2 1 0,0-4-122,4 4 1,4-7-305,0-1 1,10-3 271,-1-9 0,6-4-464,-3-9 1,6-1 253,-1-3 1,3-9-135,0-7 1,1-4 125,0-1 1,-4-4 0,-1 0 1,0-4 137,0 4 1,-2 1 124,-5 3 0,-2-1 271,-3-3 0,2 7-42,-6-3 838,0 8-786,-4 5 0,0 8 121,0 8 0,0 4-91,0 9 1,0 6 44,0 6 0,-4 4-124,0-4 0,-1 4-61,5-4 1,0 5-409,0 0 1,0 0-628,0-1 1,0 1-2650,0-5 3510,0 6 0,11-3 0,3 5 0</inkml:trace>
  <inkml:trace contextRef="#ctx0" brushRef="#br0">12108 18442 7654,'0'-12'511,"0"-1"0,-4 5 176,-1 0-400,-4 5 1,2 3-59,-6 8 0,2 9 93,3 4 0,-2 8-118,6 4 0,-4 3 2,4 1 1,0 4-3,4 0 0,0 5-150,0-5 0,7 1 44,5-5 1,2-7-26,7-5 1,-5-3 32,5-10 1,-1-2-102,5-10 0,0-1-28,0-4 1,0-3 45,0-8 1,-5-4-370,1-4 1,-2-5 164,2 0 0,0-4-180,-9 4 1,2 0 62,-10 4 1,1 0-76,-1 0 1,-2 2-67,2 2 0,-8-1-135,-4 6 1,-3-1 61,-2 5 1,-3-1 168,-1 1 1,5 4 342,3-1 0,1 7 0,1-4 0,2 6 0</inkml:trace>
  <inkml:trace contextRef="#ctx0" brushRef="#br0">12653 18579 9799,'20'0'1127,"5"0"-1160,-1 0 1,3-2 58,6-2 1,0 1-683,4-5 1,0 0 443,0-4 0,-1-1-872,-3 1 0,-2 1 1084,-7 2 0,1-7 0,0 2 0</inkml:trace>
  <inkml:trace contextRef="#ctx0" brushRef="#br0">12889 18529 7654,'-5'21'440,"-4"-1"0,3-3-320,-3 4 1,6-2 83,-1 2 0,2 2 441,-3-2 0,4 1-232,-3-2 0,4 2-531,4-5 1,-3 4 138,4-5 1,-3 1-950,2-5 1,-2 1 239,2-1 1,-4 0 687,-4 1 0,-3 5 0,-5 1 0</inkml:trace>
  <inkml:trace contextRef="#ctx0" brushRef="#br0">12716 18889 7654,'-13'0'1275,"1"0"-823,5 0 1,3 0 143,8 0 0,8 1-340,9 3 1,2-2-65,2 2 0,5 1-732,4-1 1,1 5 391,3-5 0,3 1 148,0-1 0,6 3 0,-3 6 0</inkml:trace>
  <inkml:trace contextRef="#ctx0" brushRef="#br0">13882 18467 7654,'-6'-12'0,"-5"1"164,-5 2 0,-1 0 46,5 5 1,-5-1 11,1 5 1,-8 12-17,-1 4 0,0 7-12,-3 6 0,-3 3 49,2 5 0,-1 2 0,1 2 0,8-6-143,1 2 1,10-4 72,6 0 1,2-7-78,2-5 0,11-6 59,6 2 0,9-4-96,3 0 0,6-1-97,-2 1 0,3-7-194,1-1 1,-4-4-509,0-1 1,-6 0 381,2 0 0,-4 0-1434,-4 0 1252,-3 0 0,-7-6 540,-3-2 0,-2 3 0,-17-12 0,-3 3 0</inkml:trace>
  <inkml:trace contextRef="#ctx0" brushRef="#br0">13720 18728 7654,'-24'0'0,"-1"0"0,5 0 237,4 0 155,8 0 0,2 5-66,6 3 1,7 2 113,5-2 0,6 3-367,7-2 0,8-4 3,0-1 0,10-2-616,-6-2 0,7 0 395,-2 0 1,9-6-755,-2-2 1,4-5 580,-4-3 0,6-9 0,2-7 0</inkml:trace>
  <inkml:trace contextRef="#ctx0" brushRef="#br0">14676 18331 7654,'-13'0'238,"5"0"-238,0 0 232,5 0 1,-3 1 58,6 3-340,0-2 1,2 3-5,2-5 1,3 0-93,5 0 0,1 4 115,-1 0 1,0 0 22,1-4 1,-5 5 126,0-1 1,-1 1-113,1-1 1,-2-1 466,-6 5 1,0 1-190,0 3 0,-10 2 406,-2 2 1,-5 5-195,1 8 1,-3 3-65,-6 5 0,-3 4-179,3 1 0,-1-1-34,10-4 0,0 0-266,8 1 1,3-8 87,5-5 0,7-6 42,5-7 1,2-5 39,6-3 0,5-2-519,4-2 1,0-6-62,-4-2 0,4-4-268,0-5 0,0-2 299,-4-6 1,-5 0-114,1 0 1,-2-1 246,2-3 0,-2 2 98,-2-6 0,-3 4-30,2-4 0,-2 0 18,-2-5 0,1 1 112,-1 0 0,-4 0 52,1-1 1,-7 7 154,3 2 0,-4 8 438,-1 5 28,0 7 1,0 11 175,0 10 0,-4 6-343,0 7 0,-2 1 22,2 3 1,3 3-93,-4 5 0,4 0-182,1 0 1,-4-4-85,0 0 0,0-4-158,4 4 1,4-6-104,0-3 1,7 0-312,1-8 0,1 1-284,3-5 0,2-1 359,-1-2 1,3-4-593,-3-5 1,0 0 93,-5 0 917,0 0 0,6 0 0,2 0 0</inkml:trace>
  <inkml:trace contextRef="#ctx0" brushRef="#br0">3982 13109 7749,'-4'-8'376,"0"0"1,-4 4-28,3-5 1,-3 5 134,4-4 1,0 4 242,4-4-61,0 5 0,5-3-226,4 6 0,7 0-6,5 0 1,2 4-165,2 1 1,5 0-225,4-1 0,1-2-340,3 2 0,-1-3 260,0-1 1,2 0-317,2 0 1,-4 0 191,0 0 0,-5 0-1301,-7 0 1,-2 0-273,-2 0 1731,-9 0 0,-6-5 0,-6-2 0</inkml:trace>
  <inkml:trace contextRef="#ctx0" brushRef="#br0">4143 13159 7472,'-12'19'-621,"5"-1"1388,3-6 1,3 2-249,1 3 1,1-2 270,3 6 1,-1-1-337,5 5 0,-4 0-138,5 0 1,-7 4-116,2 0 1,-2 5-159,-2-1 1,4-1-148,0 1 1,0-1-227,-4 1 1,0 0-462,0-8 0,0 1 409,0-10 1,0 5-572,0-5 1,0-3 372,0-5 0,2-5 580,2 1 0,-3-8 0,5-3 0</inkml:trace>
  <inkml:trace contextRef="#ctx0" brushRef="#br0">4094 13618 7749,'-7'-2'1470,"3"-2"-517,2 3 1,8-6-448,2 3 0,5 1 122,3-5 0,9 4-238,8-5 1,3 1-434,1-4 0,2-1 89,2 1 0,-2 1-839,2 3 0,-9-2 541,-8 6 0,-1 1-2834,-11 7 3086,-2 3 0,-5 11 0,2 1 0</inkml:trace>
  <inkml:trace contextRef="#ctx0" brushRef="#br0">4193 13829 7899,'-5'7'1642,"3"4"-1213,-3-10 0,7 4-184,7-5 0,0 0-31,12 0 0,5-1 0,7-3 0,4-3-13,5-5 1,7-1 12,9 1 0,3-1-234,1 1 1,-5 0 19,-4-1 0,-2 6 0,-1 2 0</inkml:trace>
  <inkml:trace contextRef="#ctx0" brushRef="#br0">6364 13531 7749,'12'-4'853,"1"0"0,-5-5-317,0 5 1,2 0-143,6 4 0,4 0 37,5 0 0,1 0-112,3 0 1,0 4-273,8 0 0,-1 2 94,9-2 1,-3-3-508,3 4 0,1-5-976,3-5 1,-2 0 751,-6-3 0,-1-7 590,-11 2 0,0-8 0,-4 2 0</inkml:trace>
  <inkml:trace contextRef="#ctx0" brushRef="#br0">6823 13308 7749,'-12'8'290,"-1"0"0,2-4-61,3 5 1,2-1 349,6 4 0,0 1 15,0-1 1,6 5 151,2-1 0,3 6-400,2-1 0,3 6-145,1 2 1,-2 2-733,-7-2 1,2-2 427,-6 6 0,0 0-978,-4 5 0,0-5 598,0 0 1,0-6-296,0 2 1,0-4-106,0-4 883,0-9 0,5-1 0,2-4 0</inkml:trace>
  <inkml:trace contextRef="#ctx0" brushRef="#br0">7480 13742 7749,'-5'8'277,"-3"0"0,1-1-203,-2 1 0,1 4 38,-4-4 0,-5 3-372,1 1 1,-2 1 149,1-1 0,3 0 110,-2 1 0,-3-1 0,-1 1 0</inkml:trace>
  <inkml:trace contextRef="#ctx0" brushRef="#br0">8597 13729 7749,'0'-6'1201,"0"-1"-373,0 2 1094,5 4-823,-3-10-45,3 10-774,1-10 0,-3 9-335,5-2 1,-5 1-1155,1-1 0,-1 3 412,1-3 797,-3 2 0,10 2 0,-4 0 0</inkml:trace>
  <inkml:trace contextRef="#ctx0" brushRef="#br0">10991 13395 7749,'6'-20'0,"-5"2"633,3 6 0,-2 0-165,-2-1 0,0 1 309,0-1 1,-7 1-313,-6 0 1,-6 3-285,-10 1 0,-4 5-38,-8-1 1,-4 3-54,-4 1 1,-1 5-158,1 3 1,-4 5 113,4 3 1,3 4-28,13 5 0,3-1 18,5 1 0,7 4 14,6 0 0,5-4-13,7-5 1,7 1-20,5 4 1,7-2 11,10-2 1,3-3 13,5-6 0,2-3-177,2-1 1,-2-5-300,2 1 1,-2-3-545,-2-1 0,-1 0 448,-3 0 1,-8 0 525,-9 0 0,-8 6 0,-2 1 0</inkml:trace>
  <inkml:trace contextRef="#ctx0" brushRef="#br0">10408 13853 7749,'-7'9'966,"3"-1"221,3-5 1,3 2-123,7-5 0,6 0-530,14 0 1,5-1-387,12-3 0,6-3 31,14-6 0,3 1-782,-32 6 1,1 0 0,-1-1 0,0 1 489,0 0 0,1 0 0,-3 1 0,0 2 112,0-2 0,0 1 0,24 2 0,2-4 0</inkml:trace>
  <inkml:trace contextRef="#ctx0" brushRef="#br0">11723 13295 7750,'7'2'1690,"-3"2"-1001,3-3 1,0 6-32,5-3 0,1-2 53,-1 2 1,6-3-268,3-1 1,4 0-364,3 0 0,10 0 13,7 0 1,1-5-675,3-4 1,-2-2 436,7-1 0,-9-2-1235,-3-2 1,-9 6 209,-4-2 1168,-14 7 0,1-6 0,-9 4 0</inkml:trace>
  <inkml:trace contextRef="#ctx0" brushRef="#br0">11909 13382 7749,'-4'13'671,"0"-1"1,-4 0-211,3 1 1,1 1 363,4 2 0,0-1-332,0 6 1,0 0-39,0 3 0,0 1-349,0 0 0,0 0-402,0 0 0,2-2-1009,2-2 1,-3 2 840,3-2 1,2 1-378,-2-2 1,6-3 218,-2-9 1,-1 2 621,1-6 0,-5 0 0,2-4 0</inkml:trace>
  <inkml:trace contextRef="#ctx0" brushRef="#br0">11860 13717 7749,'6'-7'1718,"5"0"-1173,-2 3 1,3 3-174,5-3 1,-1 1 289,9-1 0,-2 1-411,11-5 0,1 4-408,3-5 0,0 6-1038,-9-1 1,-1 3 294,-8 1-329,-2 0 0,-11 5 692,-3 4 0,-9 3 537,-8 5 0,-5-4 0,-6 4 0,-5 1 0,0-2 0,-6 1 0,2-5 0,-3 5 0,-1-1 0,7 2 583,5-1 1,2-3 45,6 2 495,6-2 0,7-3-474,8-3 0,14 2-92,11-6 0,11 0-190,5-4 1,5-5-209,4-4 1,2-3-394,6-4 0,3 0-122,-3-4 1,2 3-1374,-11-4 1,-2 5 1727,-1-5 0,-7 3 0,6-1 0,-1 3 0,1-1 0</inkml:trace>
  <inkml:trace contextRef="#ctx0" brushRef="#br0">12778 13568 7749,'4'21'882,"0"0"0,0-5-352,-4 5 0,4-5 848,0 5 0,6-5-818,-2 5 0,3-6-622,2 2 1,3-3-324,1-2 0,5-4 325,-2 1 1,0-7-1355,0 2 0,0-2 857,0-2 1,4-3 556,-4-5 0,4-6 0,1-11 0</inkml:trace>
  <inkml:trace contextRef="#ctx0" brushRef="#br0">13175 13469 7749,'-20'5'883,"-2"-2"-663,6 5 1,-5 1 601,4 3 1,-6 6-308,-2 3 0,-1 8 161,-7 4 0,0 4-262,-4 4 1,-1-2-250,1 2 1,1-2-959,3-2 1,3-1 535,5-3 0,7-3-845,6-5 0,1 0 1102,7 0 0,-6-6 0,3-1 0</inkml:trace>
  <inkml:trace contextRef="#ctx0" brushRef="#br0">13683 13618 8417,'-7'1'1390,"3"3"1,4-1-549,4 5 1,5-5-122,7 1 1,9 2-351,8-2 0,8 0-136,5-4 0,2 0-816,2 0 0,3-6 437,1-2 0,-1-1-1259,-8 0 1,-8-2 810,-8 3 0,-8 2 592,-5 2 0,-7-3 0,-4 1 0</inkml:trace>
  <inkml:trace contextRef="#ctx0" brushRef="#br0">13894 13618 7749,'-12'23'0,"-1"-2"0,2 2 741,3-2 0,2 7 632,6 0 1,0 3-673,0-2 0,0-3-397,0 3 1,0-3-104,0-1 1,2-4 252,2-1-253,3 1 1,4-2-1,-3-2 1,3-9 251,-3-4-453,3-3 0,2-12 0,-1-2 0</inkml:trace>
  <inkml:trace contextRef="#ctx0" brushRef="#br0">13894 13891 8125,'1'7'1227,"4"-3"1,6-3-488,5-1 0,8 0-214,0 0 1,5-5-994,4-4 0,2 4 353,-6 1 0,-2-2-3138,-6 2 2481,2 0 1,-14 5 770,-1 3 0,-22 3 0,-6 6 0</inkml:trace>
  <inkml:trace contextRef="#ctx0" brushRef="#br0">13733 14139 7749,'-6'7'917,"5"4"-175,-3-3 108,2-3 0,8 5-350,2-6 1,10 0-25,7-4 1,7-1-177,9-3 1,9-7-267,7-6 1,4-3-1210,1 3 0,-4-5 900,0 1 1,-4 2-2528,4-2 2802,-17 1 0,6-5 0,-16 0 0</inkml:trace>
  <inkml:trace contextRef="#ctx0" brushRef="#br0">14465 13767 7749,'0'8'669,"0"0"0,1-4-202,3 5 0,-2-1 976,2 4 0,1 1-560,-1-1 1,6 6-237,-2 3 1,3-2-708,2 2 0,5-2 88,2 2 1,0 2-1259,0-2 0,-3-3 782,3-2 0,-3-6-2992,4-2 3440,-6-5 0,8-3 0,-3-7 0</inkml:trace>
  <inkml:trace contextRef="#ctx0" brushRef="#br0">14713 13779 7749,'-25'-7'0,"2"2"387,2 5 1,-7 5-180,3 3 0,-3 9 565,-1 4 1,-3 9-157,-5 7 0,1 4-60,3 5 1,2-3-815,7-6 0,10-1 234,6-3 1,6-4-761,6-9 1,10-3 519,11-9 0,1-2 263,7-6 0,0-11 0,4-3 0</inkml:trace>
  <inkml:trace contextRef="#ctx0" brushRef="#br0">15023 13791 7701,'0'9'1380,"0"-1"1,1-4-605,3 4 0,3-4 18,6 5 0,1-6-330,2 1 1,9-3-404,8-1 0,7 0 7,1 0 1,5-4-838,-5 0 0,3-6-203,-7 2 1,2-2-2088,-10 2 3059,-6-3 0,-10 4 0,-8-5 0</inkml:trace>
  <inkml:trace contextRef="#ctx0" brushRef="#br0">15172 13816 7701,'-6'13'1000,"1"0"-621,-4 4 0,0-3 997,5 2 1,-5 4-652,5 0 0,-4 0 295,4 0 0,-4 1-602,3 4 0,1-5-409,4 1 1,0-2-306,0 2 0,0 1-553,0-5 0,0-1-970,0-4 1,4 1 995,1-1 0,0-5-323,-1-3 0,-1-4 761,5-4 0,-4-3 385,5-5 0,-7-5 0,3 1 0,0-2 208,-1 1 1,0 4-72,-4-4 1,5 3 117,-1 2 1,5-1 884,0 1 0,-3 4-276,3 0 1,0 1-343,8-2 0,-2 2-171,6 3 1,-5 3-297,5-3 1,-2 1 89,2-1 1,1 3-942,-5-4 1,3 4-1134,-3 1 1,-6 6 1928,-7 2 0,-3 3 0,-1 1 0</inkml:trace>
  <inkml:trace contextRef="#ctx0" brushRef="#br0">15085 14238 7701,'-7'0'2476,"2"0"-2185,16 0 1,4-6 103,14-2 1,2-4-56,7-5 1,4-1-480,4-2 0,6-4-457,2 3 1,-2 4-2475,-6 0 3070,2-2 0,-4 5 0,6-4 0</inkml:trace>
  <inkml:trace contextRef="#ctx0" brushRef="#br0">16090 13729 7701,'9'13'1257,"4"-1"0,-8 1-536,8-1 0,-8 2 436,4 2 0,-5-1-541,4 6 0,2-4 689,6 3 1,-2 0-932,2 0 1,0 2-166,0-5 0,3 1-1283,6-2 0,4-6 693,0 2 1,6-7-1796,-2-1 0,3-3 1097,1-1 0,-1-11 1079,-3-6 0,-3-10 0,-5-5 0</inkml:trace>
  <inkml:trace contextRef="#ctx0" brushRef="#br0">16623 13680 7701,'-9'1'1014,"-4"3"1,2 3-422,-10 6 1,-5 5 229,-7 2 1,-10 13-212,-6 4 1,-2 10-530,22-22 1,0 0-1,-22 19 642,1 1 1,8-6-274,8-6 0,10-3-1367,7-5 0,5-5 151,3-4-1204,4-2 1,12-3 221,5-3 1746,1-2 0,16-17 0,-3-3 0</inkml:trace>
  <inkml:trace contextRef="#ctx0" brushRef="#br0">16747 13767 7673,'13'0'1348,"-1"0"0,0 0-24,1 0 0,3 0-622,1 0 0,9-2-176,-1-2 0,8 3-165,0-3 0,8 1-882,5-1 0,2 2 382,2-2 1,-2-1-1392,-2 1 1,-9-5-977,-8 5 1092,-3 0 0,-14 3 1414,-8-4 0,-13 4 0,-12-3 0,-8-2 0,-4 2 0,-3 0 0,-1 4 0,4 2 0,0 2 0,7 3 0,1 5 0,1 0 750,8 1 0,-1 1 624,5 2 0,-5-1 599,1 6 0,1 4-456,6 4 0,0 5-793,5-1 1,0 7-979,4 2 0,0-3 196,0-5 0,0 0-497,0-5 0,-2 0 424,-2-4 0,3-2-3498,-4-2 1909,-1-3 1720,4-11 0,-9-2 0,4-5 0</inkml:trace>
  <inkml:trace contextRef="#ctx0" brushRef="#br0">16859 14101 11699,'12'-1'1447,"1"-3"0,6 1-917,6-5 1,2 1-604,11-1 0,-4-3 97,7 2 1,-2 0-1312,-2 1 1,-6-2 727,-7 6 0,-4-4-423,-8 3 0,-6 1 198,-6 4 1,-13 7-165,-12 6 1,-9 0 878,-7 8 1,-6-4-5,1 3 0,3 1 1031,2 4 0,4-5-646,4 1 1,2-6 2704,7 2-2134,10-9 1,10-3-214,16-5 0,12 0-290,9 0 0,8-5-47,5-3 0,2 2-1001,1 2 0,7-1 228,1 0 1,4 1 439,1 4 0,-1 0 0,-1 0 0,2 0 0,3 0 0</inkml:trace>
  <inkml:trace contextRef="#ctx0" brushRef="#br0">17827 13717 7648,'5'18'0,"-2"-3"507,5 6 1,-5-5 729,1 5 0,1 5-126,0 7 1,3-1-564,-4 1 0,7-1-1256,1 1 0,2-2 483,7-2 1,1-8-942,7 0 1,3-6 712,5-3 1,7-5-273,6-3 0,1-9 725,6-8 0,-4-16 0,2-9 0</inkml:trace>
  <inkml:trace contextRef="#ctx0" brushRef="#br0">18348 13804 7648,'-38'16'472,"1"1"1,-1 4-126,-4-5 0,2 10-196,-5-1 1,2 10 336,-7 2 1,5 0-135,-5 4 1,12-4-1064,9-3 1,14-4 500,6-5 0,11-7-1936,10-6 2144,9-5 0,27-13 0,3-1 0</inkml:trace>
  <inkml:trace contextRef="#ctx0" brushRef="#br0">19017 13717 7648,'13'0'861,"-5"0"216,0 0 0,5 0-117,3 0 0,2 0-466,-1 0 1,2 0-255,6 0 1,5 0-50,3 0 1,7 0-1233,2 0 1,-1 0 650,-4 0 0,3-4 390,-3 0 0,3-6 0,-8 3 0</inkml:trace>
  <inkml:trace contextRef="#ctx0" brushRef="#br0">19278 13717 7648,'-12'19'-1180,"3"3"1509,1-5 0,1 5 1049,-1-1 1,-2 6 277,6 2 0,-1 6-864,0-2 1,4-2-355,-3 2 1,3 0-196,1 5 1,4-8-992,0-5 0,4-2 540,-4-6 1,6-1-1056,-2-3 1,3-6 703,2-3 1,-5-4 558,0-4 0,0-9 0,5-6 0</inkml:trace>
  <inkml:trace contextRef="#ctx0" brushRef="#br0">19266 13977 7648,'-6'-12'1466,"5"5"0,-3-2-529,8 4 0,4 1-199,8 4 1,5 0-303,8 0 1,3 0-916,5 0 1,0 0 342,0 0 0,1 0-1101,-1 0 0,-7 0 363,-5 0 874,-6 0 0,-17 6 0,-4 1 0</inkml:trace>
  <inkml:trace contextRef="#ctx0" brushRef="#br0">19179 14225 7648,'-13'13'-890,"1"-1"0,5-3 2137,3-1 1,9-5-410,8 1 0,10-4-254,10-4 0,9-7-379,3-6 0,8-5-2,0 1 1,8-2-1118,1-2 0,-1 0 746,1 0 1,-6 5 167,-6-1 0,-1 6 0,1-3 0</inkml:trace>
  <inkml:trace contextRef="#ctx0" brushRef="#br0">20295 13829 7648,'8'0'0,"1"0"0,-5 1 0,4 3 0,0 4 0,5 9 0,3 8 583,1 8 0,4 4 725,-5 4 0,5-2-814,-5 2 0,6-6-787,-1-2 1,-2-11 206,2-1 1,5-12-1940,7-5 2025,3-2 0,1-19 0,1-4 0</inkml:trace>
  <inkml:trace contextRef="#ctx0" brushRef="#br0">20866 13866 7648,'-43'12'664,"5"-4"166,-4 1 1,-1 0-128,2 8 0,-7-1-285,-2 9 0,1-3-675,-5 7 0,4-3 460,5-1 1,3 1-891,9 3 1,10-4 598,10 0 0,7-2-580,6-6 1,1-1 58,3-3 1,7-6 608,6-3 0,10-8 0,-1-3 0</inkml:trace>
  <inkml:trace contextRef="#ctx0" brushRef="#br0">21151 13779 7648,'13'-11'1279,"-1"3"0,6-2-410,3 6 0,9-4-298,7 4 0,7-2-83,10 2 0,1-2-915,3-2 0,-3-3 92,-5 3 0,-6-3-258,-3-2 1,-4 1 421,-3 0-2599,-10-1 2770,-11 6 0,-8-4 0,-5 4 0</inkml:trace>
  <inkml:trace contextRef="#ctx0" brushRef="#br0">21499 13705 7648,'-25'24'217,"0"1"-217,0 0 0,6 0 962,2 0 0,-2 5-379,-2 3 1,3 3 875,2 1 0,8-1-673,3-3 1,4-1-311,1-3 1,1-5-742,4 1 0,3-6-688,8-6 0,0-6-553,4-3 1,-1-3 932,2-1 0,-2-5-695,-2-3 0,-7-4 1268,2 0 0,-2-6 0,2-1 0</inkml:trace>
  <inkml:trace contextRef="#ctx0" brushRef="#br0">21350 13965 7648,'-13'7'312,"1"-3"420,5 3 1,3-6-242,8 3 1,12-2 258,9-2 0,8 0-281,0 0 0,5-2-102,3-2 0,3-3-497,6-5 1,-2 0-463,-3-1 0,-2 4-727,-6-4 0,-6 8 756,-6-8 1,-12 8 562,-9-4 0,-8 7 0,-3-4 0</inkml:trace>
  <inkml:trace contextRef="#ctx0" brushRef="#br0">21350 14163 7648,'-20'0'0,"4"0"0,-2 0 1131,1 0 0,2-1 118,7-3 41,2 3 0,13-5-552,6 6 0,6 0-291,10 0 1,7-4-375,5 0 0,6-4 40,-2 3 1,6-4-718,-1 0 0,2 3 437,-6-3 1,-3 5-1616,-2-4 0,0 1 77,-3-1 1705,-4-3 0,-9 4 0,0-6 0</inkml:trace>
  <inkml:trace contextRef="#ctx0" brushRef="#br0">22330 13767 8478,'0'8'1538,"0"0"-1159,0-5 1,1 8 830,3-3 0,-1 5-567,5 3 0,0-1-296,5 6 0,5 0-704,2 3 1,5 1 280,4 0 0,-1-6-1216,5-2 1,-1-3 785,1-2 1,-2-1-612,-2-3 1,-2-4 1116,1-8 0,-1-8 0,-3-7 0</inkml:trace>
  <inkml:trace contextRef="#ctx0" brushRef="#br0">22801 13804 7648,'-26'0'640,"-3"0"1,1 0-72,-5 0 1,-4 11-187,-4 5 0,-10 8 424,1 5 1,-8 4-588,29-13 1,0 1-1,-24 16 652,3 1 0,11-3-940,10-6 0,13-4 195,3-4 1,11-6-1739,2 2 0,7-5 1014,9-4 0,8-2 597,5-6 0,-1-11 0,-3-3 0</inkml:trace>
  <inkml:trace contextRef="#ctx0" brushRef="#br0">22826 13841 7709,'12'0'2044,"-2"0"-1350,2 0 0,-1-4 35,10 0 0,0-2 657,4 2 1,5 3-692,3-3 0,3-2-332,1 2 1,4-4-142,1 4 0,3-6-25,-3 2 1,-1 1-1,-4-2 1,-7 3-198,-5-3 0,0-7 0,-6 2 0</inkml:trace>
  <inkml:trace contextRef="#ctx0" brushRef="#br0">23074 13804 7709,'-26'19'-1226,"-2"-1"919,12-6 1,-1 5 2083,5-1 0,3 7-444,1-3 1,7 4-79,1 0 0,3 1-868,9 0 0,-1-2-190,10-2 1,-5-3-433,5-6 0,-7 5 241,-2 0 0,-1-1-2524,-7-4 2091,0 1 1,-5-2-1575,-3-3 1,-3-2 2000,-5-6 0,-1-6 0,1-1 0</inkml:trace>
  <inkml:trace contextRef="#ctx0" brushRef="#br0">23024 14101 8235,'-12'0'2358,"5"0"-1756,-4 0 1,11 0 729,0 0 0,6 0-515,6 0 1,10 0-184,3 0 1,8-1-1209,0-3 1,3-2 397,1-2 0,0-3-1369,0 3 1,1 1 941,-1-1 1,-5 5-1938,-3-1 1682,-14 2 0,-11 4 243,-17 2 0,-7 4 615,-13 9 0,-3-2 0,-14 6 0,1-5-237,-13 5 1,8-2 236,-4 2 0,7 1 779,5-6 1,9 1-400,8-5 1,10-3 612,7-1 0,12-5-382,12 1 0,11-3-238,11-1 0,5 0-296,3 0 1,3-4-169,-3 0 1,3-4-688,-3 3 1,-1 1 777,-4 4 0,-5-4 0,-1 0 0,4 1 0,4 2 0</inkml:trace>
  <inkml:trace contextRef="#ctx0" brushRef="#br0">4193 12787 7709,'-12'0'93,"-1"0"0,1-4 211,-1 0 1,5-5 117,0 5 1,1-5-79,-1 0 1,1-2-19,3-1 1,2-2-91,-2-3 1,3 4 150,1-4 0,1-1-118,3 2 0,-1-5-32,5 5 0,1-2-27,3 1 0,0 2-119,1-6 1,-1 6-26,1-1 0,-1 0-86,0 0 1,2 2-311,3-2 285,-3 2 0,3 1-197,-4 1 166,-1 5 1,1 2 18,-1 5 1,-4 0 36,1 0 0,-2 5-21,1 3 0,3 3-24,-3 2 1,-1 5-2,1 2 1,-4 4-186,5 1 0,-7 4 73,3-1 1,-4 1-204,-1-4 0,0 4 90,0 0 1,4-1-117,0-8 1,0 2-2,-4-5 1,0-1-311,0-3-360,0-6 923,0-2 1,6-21-1,1-5 1</inkml:trace>
  <inkml:trace contextRef="#ctx0" brushRef="#br0">4528 12402 7952,'0'-7'1206,"1"-2"-232,3 5-166,-2 0-903,9 4 0,-6 5 153,4 3 0,0 9-318,-5 4 1,5 3 206,-5 5 1,0-1-800,-4 5 1,0 0 466,0 4 0,0 0 385,0 1 0,6-1 0,0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2593 4242 7879,'0'-9'-2,"0"1"453,0 5-97,-6-8 1,5 9 703,-3-7 180,2 7-466,2-4 126,0 6-537,0 0 0,0 6 29,0 2 0,0 8-117,0 5 0,0 8-78,0 4 1,0 8-24,0 5 1,0 5-86,0 7 0,-4 1-363,2-24 1,0 0 0,0 3-1,0 0 244,2 3 0,0 1 0,-2-4 0,0-1-241,0 1 1,0-1 0,-1-2-1,0 0 102,1 0 0,0 0 1,1 32-527,-4-10 0,4-7 300,1-9 1,0-9-549,0-7 442,0 0 1,1-17-126,4 0 1,-3-5-726,7-3 1373,-1 0-20,4-11 0,1-3 0,-1-11 0</inkml:trace>
  <inkml:trace contextRef="#ctx0" brushRef="#br0">2593 4291 7879,'-7'-19'224,"3"2"1,2-1 383,2 2 1,2-5-171,2 5 1,3 3-31,5 5 0,6 4-135,3-4 0,4 5-192,3-1 1,-1 9 151,2 8-318,-3 5 1,1 6-98,-2 1 1,-4 1-166,-13 3 0,-2-1 190,-6 5 0,-2 3-97,-2 1 1,-3 3 76,-5-7 1,-6 1-139,-3 0 1,-2 1 75,-2-2 0,0-2-194,0-2 1,2-7-148,2-2 0,-2 0 288,2 0 1,5-6 291,3-6 0,1-5 0,10 8 0,-3-4 0</inkml:trace>
  <inkml:trace contextRef="#ctx0" brushRef="#br0">3275 4576 7879,'6'-6'0,"-5"-1"1294,3 3-810,-3 2 1,-2-3 18,-3 5 0,-7 0 68,-6 0 1,-1 4-146,2 0 1,-3 6-490,-6-2 0,0 7 111,0 2 0,0 5-56,1-2 1,-1 4 72,0 0 0,6 5-227,2 0 0,5 0 105,3-4 0,0-1-701,5-4 448,-1-2 1,11-11 84,2-3 1,5-2 52,3-2 0,-2-6 51,3-2 0,2-5-192,2-3 0,-2-2 112,1-3 0,-3-2 61,4 2 1,-6 3 151,1 2 0,-2-2 258,-1 1 1,-1 5 449,0 4-561,1 5 1,-2 3 628,-3 8 1,-2 4-327,-6 5 1,1-2 165,3 6 0,-2-5-219,2 5 1,-3-6-797,-1 2 0,0 1-270,0-2 0,0 1-1905,0-5-710,0 1 2061,6-1 1211,-5-5 0,10-7 0,-4-7 0</inkml:trace>
  <inkml:trace contextRef="#ctx0" brushRef="#br0">3424 4502 7879,'8'-11'888,"0"3"0,-3 2 164,3 6-659,0-5 1,5 3 459,-1-2 1,-4 3-314,0 1 1,1 4-267,3 0 1,-4 7-603,1 2 1,-5 0 277,4 8 0,-5 1-544,1 7 1,-4 1 413,-4 3 1,1 2-80,-5-6 0,1 0-12,-1-4 0,1-6 121,3-3-34,2-7 1,-3-5 571,5-8 0,5-5-220,4-7 0,6-5-108,1-8 1,6 2-880,-1-6 1,7-1 410,0-3 1,3 1-926,-2 3 1,-3 2 1332,3 2 0,-3-3 0,-1-5 0</inkml:trace>
  <inkml:trace contextRef="#ctx0" brushRef="#br0">4069 4105 7879,'-7'6'1461,"0"-5"-486,3 3-594,3 3 0,-6 0 1015,3 5 1,2 6-663,-2 3 1,3 2 52,1 2 1,0 6-290,0 2 1,4 7-560,0 1 1,4 4 78,-4-3 1,1 3-933,-5-3 0,0 3 608,0-4 1,4-1 346,0-7 0,0-4-1515,-4-8 0,1-3-1689,3-6 1886,-2-5 0,5-3 393,-3-8 884,-3-3 0,5-11 0,-6-1 0</inkml:trace>
  <inkml:trace contextRef="#ctx0" brushRef="#br0">3920 4490 7879,'-12'0'2044,"-1"-6"-47,6 5-1435,2-5 0,12 5 381,5-3 1,6 2-515,7-2 0,1-3-373,3-1 0,-1 1-1324,5-1 1,0 1 808,4-1 1,0-3-510,0 2 0,-3 0 2,-1 1 966,-6-3 0,3 4 0,-5-6 0</inkml:trace>
  <inkml:trace contextRef="#ctx0" brushRef="#br0">4441 4415 7879,'0'13'624,"0"-1"1,0 5-172,0-1 0,-1 1 1042,-3-5 1,2 5-712,-2-1 0,-1 1 235,0-5 1,1 2-826,4 2 1,0-2-669,0 3 0,-4-4-1273,0 0 0,0-1 1107,4 1 1,0-1-2901,0 0 2075,-6 1 1465,0-6 0,-7 4 0,1-4 0</inkml:trace>
  <inkml:trace contextRef="#ctx0" brushRef="#br0">4354 4366 7879,'9'-11'813,"-1"2"0,-4-2-286,4 3 1,-4 1-68,5-1 1,-7 4-109,3-5 0,1 7 310,3-2 0,2 2-440,1 2 0,1 0-368,-1 0 1,0 2 231,1 2 0,-1 3 128,1 5 1,-1 0-215,0 1 0,1-1 0,-1 1 0</inkml:trace>
  <inkml:trace contextRef="#ctx0" brushRef="#br0">4913 4490 7879,'0'-13'-939,"0"1"1,0-1 2664,0 1-544,0 0-395,-6-1 0,-1 6-321,-5 3 1,-1 8-73,1 5 0,-2 7-147,-2 5 1,2 8-28,-3 4 1,-1-1-231,2 1 0,1-4 95,6 4 1,0-7-177,5-1 1,-5-6 115,5-7 1,1-5-453,8-3 0,1-2 206,7-2 1,3-11-240,1-6 0,5-5 22,-1-3-120,-3 0 1,4 1 248,-6-1 0,1 4-23,-5 1 259,1 4 625,-7-2-530,0 12 0,-6 6 623,0 8 1,0 8 167,0 5 1,-4 2-420,0 2 1,-5 1-226,5 3 1,-4-2 57,4 2 0,0-5-373,4-3 1,0-2 211,0-2-767,0-3 0,5-2 1,4-8-1148,2-2 1,1-2 1847,0 0 0,6-6 0,2-1 0</inkml:trace>
  <inkml:trace contextRef="#ctx0" brushRef="#br0">5297 3981 7738,'0'-19'241,"0"0"134,0 2 0,0 3 460,0-2-330,0 2 107,0 7-387,6 2 1,-5 14 95,3 4 1,-2 13-81,-2 3 0,0 7-62,0 5 1,-5 7-147,1 6 1,-4 5-203,4-1 1,-6 3-93,2 1 0,-3 4 187,-2 0 1,5 0-494,0-4 1,1-5 296,-1-4 0,2-9-626,6-6 1,2-12 355,2-10 0,4-3 540,9-5 0,-6-2 0,5-6 0,1 0 0</inkml:trace>
  <inkml:trace contextRef="#ctx0" brushRef="#br0">6302 4564 7738,'-12'-8'305,"-1"0"1,1 1-62,-1-2 0,1 0 138,-1 5 0,5-5-96,0 5 0,0 0 478,-5 4 1,5 10-283,0 2 1,4 10 50,-5 3 0,7 4-182,-3 4 1,4-1-68,1-3 1,0-5-271,0 1 0,0-1 59,0-8 1,6-5-272,2-7 0,8-5 211,5-7 1,4-3-463,4-14 1,-2-3-69,6-9 1,-5-4-309,1-1 1,-4 1 392,-5 4 0,-2 5 108,-5 3 0,-6 4 331,-3 5 0,-10 3-68,-6 9 0,-6 2 125,-7 6 1,0 7-90,1 6 1,-5 1 208,0 6 0,1 1-73,7 4 0,-2-1 16,2 1 1,8-5-1055,0-4 1,5 2 444,0-1 1,2-1 481,6-4 0,6 6 0,0 2 0</inkml:trace>
  <inkml:trace contextRef="#ctx0" brushRef="#br0">6451 4428 7738,'12'-13'0,"2"2"558,3 3 1,-4-2-155,4 6 0,-3 0 296,-2 4 0,0 1-264,1 4 1,-5 3-70,0 8 0,-5 0-141,1 4 1,-2 2-14,-2 7 0,0-3-199,0 3 0,0-1 87,0 1 0,-4-3-418,-1 3 0,0-4 226,1-5 1,1-3-502,-5-9 364,5 3 1,-3-11 249,6 0 1,2-9-29,2-8 0,3-5 90,5 1 1,5-2-310,-1-2 1,5 0 97,-4 0 1,5 5-263,-2-1 1,2 6 172,-1-2 0,2 4-903,-2 0 1,3 1 1118,0-1 0,1 1 0,0 0 0</inkml:trace>
  <inkml:trace contextRef="#ctx0" brushRef="#br0">7071 4552 7738,'0'-7'1187,"0"1"1,-1 2-812,-3 0 0,1 0-311,-5 4 1,3 0 89,-3 0 1,4 1-1,-4 3 0,-5 5 45,-3 7 1,-2 3-77,1 6 0,4 6 7,-4 2 0,0 2-195,5 3 1,-2-7-80,10-2 1,0-8 112,4-4 0,1-9-73,3-4 1,9-5 43,8-8 1,3-6-484,5-14 0,-1-7 255,5-5 1,-4-2-47,4 2 1,-4-3-224,4-6 1,-1-5 270,1-3 0,-7 2 262,-5-2 1,-6 0-85,1-4 0,-3 12 836,-5 9-506,3 8 633,-10 19 1,5 6-392,-6 16 0,-4 7 143,0 14 0,-7 4 193,-2 9 1,1-2-353,-5 5 1,2-4-60,-1 5 1,5-5-135,-6 5 0,10-6-1115,-5 1 1,8-2 594,-1-2 1,4 0-1221,1 0 1,0-9 943,0-3 1,7-10-1725,5-3 2264,1-5 0,16-7 0,-3 0 0</inkml:trace>
  <inkml:trace contextRef="#ctx0" brushRef="#br0">7480 4601 7738,'0'13'696,"0"-1"0,0-4 907,0 1 487,0-1-1202,0 4-630,0 1 1,2-6-251,2-3 0,3-4 89,5-4 1,5-5-560,-1-7 1,6-4 358,-1-4 0,-2-1-615,2 0 0,-6 0 37,2 0 1,-5 6 300,-4 3 1,-2 2-223,-6 1 389,0 7 0,-10 1 519,-2 10 1,-9 8-247,1 12 0,-4 1 696,-1 7 1,5 0-252,-1 5 1,6-1-47,-2 0 1,3-5-805,2-3 0,5-3 239,3-1 0,3-10-393,1-3 1,1-8 265,3 1 1,4-11-360,9-6 0,2-6 132,6-7 0,4-4-494,0 0 0,0-5 954,-4 1 0,5-3 0,2-2 0</inkml:trace>
  <inkml:trace contextRef="#ctx0" brushRef="#br0">7840 4552 7738,'8'5'191,"1"3"0,-7 5 344,3 3 0,-3 0-117,3 4 0,-4 0 328,3 0 0,-7 4-293,-1-4 1,-4 0 56,4 0 1,-5-5-432,5 2 72,0-9-86,4-2 0,2-8 82,2-2 0,3-8-372,5-9 1,5-2 189,-1-2 0,6 0-242,-1 0 1,2 0-176,2 1 1,0 3-293,0 0 1,-1 6-888,1-1 1,-5 3 1630,-4 5 0,3-3 0,1 4 0</inkml:trace>
  <inkml:trace contextRef="#ctx0" brushRef="#br0">9316 4638 7738,'-5'-24'0,"4"3"306,-4 0 1,0 6 181,1-1-48,-6 7 1,3 4 36,-5 5 0,-1 7-8,1 5 1,1 7-19,3 10 1,-3-1-108,2 5 0,4-1-234,1 1 0,2-3 90,2-5 1,2-2-263,2-2 0,3 0 90,5-9 0,1-2-219,-1-10 0,6-3-549,3-5 0,2-3 414,2-14 1,-2 3-148,-2-7 1,1 3 127,-5 1 1,-2 0 34,-7 0 1,-3 6 61,-5 2 1,-2 9 127,-7 4 0,0 3-46,-12 1 0,2 5 433,-2 3 0,-1 8-223,6 0 0,-4 1-97,8-5 1,-2 0 32,10 1 0,0-5 33,4 0 1,3-5-14,5 1 0,6-2 0,10-2 0</inkml:trace>
  <inkml:trace contextRef="#ctx0" brushRef="#br0">9540 4589 7738,'19'-7'209,"-1"1"153,-6 6 1,1 0 334,-1 0 1,-4 7-243,1 6 1,-7 5 124,3 6 1,-4 1-202,-1 0 0,0 4-40,0 0 0,-4-1-139,0-8 1,0 2-277,4-5 1,0-5-55,0-4 0,1-5-53,3 1 1,3-9-493,5-8 1,5-4 334,-1-8 0,7 0-124,-3 0 0,-1-4 134,2 0 1,0 4 247,4 5 0,-2 5-75,-2-2 1,1 5 380,-6 3 1,5 4-7,-4 5 0,-1 7-122,-3 5 0,-5 2 8,0 7 1,-4-1 6,4 5 0,-5-4-772,1-1 0,2 0 116,-2 0 545,0 4 0,2-5 0,1 6 0</inkml:trace>
  <inkml:trace contextRef="#ctx0" brushRef="#br0">11152 4093 7738,'6'-7'773,"-5"-4"0,6 9-386,-3-2 0,-1 6 47,5 6 1,-3 13 173,3 16 0,-4 12-283,4 13 0,-6-27 0,-1 1-492,2 5 1,-2 0 0,-4 3-1,-2 1 170,-1 4 1,-1 1 0,-2-2 0,-2-1 40,0 1 1,1-1 0,1-5 0,0-1-326,1-2 0,0 0 0,-1-4 1,1-1 307,-4 24 0,-2-14-761,10-11 0,0-11-388,4-5 499,0-9 0,5-5-438,3-11 0,2-3 1061,-2-14 0,3-3 0,-4-9 0</inkml:trace>
  <inkml:trace contextRef="#ctx0" brushRef="#br0">11152 4167 7738,'5'-16'0,"-1"-1"0,7 1 747,1 3 0,3 1-224,10-1 1,1 1 405,7 0 0,5 1-373,-1 2 0,1 0-197,8 4 0,-2 1-260,1 4 0,-2 0 67,-6 0 1,-1 10-437,-3 2 0,-5 13 222,-12 0 1,0 7-265,-12-3 0,-7 6 181,-9 3 1,-8 0-255,-9 8 0,-4-6-120,-8 1 0,-3-2 356,-6-2 1,1 3-676,-1-3 0,4-3 350,1-9 0,1-1-826,-2-4 1300,-2 4 0,4-8 0,-6 4 0,1-7 0,-1-2 0,1-2 0</inkml:trace>
  <inkml:trace contextRef="#ctx0" brushRef="#br0">2047 6338 7738,'5'-7'1929,"2"-4"-1546,11 9 1,-4 1-108,3 5 0,-4 6-51,0-2 1,-2-1 82,-3 1 0,-1 0-108,-3 5 1,-3 3-91,4 1 0,-8-1 1,-1-3 0,-10 3-237,1 1 0,-3-1-117,-1-3 1,2-2 155,-5-3 1,4-2-110,0-6 1,-2 0 81,1 0 0,1-6-10,3-2 0,7-9-15,1-3 1,4 0-19,1 0 0,0-1 90,0-4 1,6 5 182,2-1 0,3 6 183,1-2 1,5 8-152,-1 0 1,1 7 1,-5-3 0,1 5-52,-1 5 0,1 0-5,-1 3 1,-5 5 46,-3-1 0,-3 0-167,-1 5 1,0-3-141,0-2 0,-4-4-242,0 1 1,-6-2-570,2 1 1,1-1 448,-1-3 1,4-3-935,-4 3 1463,5-2 0,-8 3 0,4 2 0</inkml:trace>
  <inkml:trace contextRef="#ctx0" brushRef="#br0">13447 4428 7738,'0'-7'2226,"2"1"-1797,2 6 1,-3 2-130,3 2 0,-2 8 93,-2 9 1,-6 4-73,-2 4 0,1 1-264,-1 3 0,0 3-112,-5-3 0,5-1-228,0 1 1,1-7-721,-1-1 0,1-6 123,2-7-1131,4-5 2011,-10-1 0,4-23 0,-5-3 0</inkml:trace>
  <inkml:trace contextRef="#ctx0" brushRef="#br0">13509 4180 7738,'7'-2'1366,"-3"-2"-1076,3 3 1,0-6 656,6 3 1,-1 2-539,0-2 0,1 3-522,-1 1 0,5 0-1589,-1 0 0,6 0 157,-1 0 1545,3 5 0,6 2 0,2 6 0</inkml:trace>
  <inkml:trace contextRef="#ctx0" brushRef="#br0">13968 4390 8248,'0'13'1146,"-5"-1"-630,-3 1 1,1-1-110,-1 0 0,1 1 482,-2-1 0,0-3-379,5-1 1,-5 0-24,5 4-287,0 1 1,4-1-462,0 1 0,1-5 98,4 0 0,6-1-111,5 1 1,2 3 77,-1-2 1,-2-2 103,5 1 1,-4-4 30,0 4 1,-2-4-99,-2 5 0,1-5 480,-1 4-204,-5 0 1,-1 5-310,-6-1 1,-2 0-236,-2 1 0,-4 1-396,-9 2 0,2-6-678,-6 2 0,-1-2 1501,-7 2 0,-2 1 0,-7-1 0</inkml:trace>
  <inkml:trace contextRef="#ctx0" brushRef="#br0">15259 4539 7738,'7'-26'445,"-3"-3"1,-3 4-258,-1 1 1,0 0 11,0 8 1,-1-1 284,-3 5 1,1 1-90,-6 2 1,1 4-92,-4 5 0,-2 7-92,-3 5 0,2 6 53,-5 7 0,0 9-75,0 3 0,-2 3 12,5-2 1,1-1-176,3 0 0,5-5 111,0-3 0,5-9-402,-1-3 1,4-5 143,4-3 0,8-5-181,9-8 0,6-14 151,2-11 0,7-6-319,1-2 0,-3 0 196,3 0 0,-8 5 128,0 3 0,-7 8 270,-2 5-176,-4 2 0,-4 14 187,-8 8 1,-3 9-71,-1 8 0,0 4 368,0 0 0,0 4-144,0-4 1,-4 4-63,0-4 1,0-1-406,4-3 1,0-1-476,0-4 1,6-2-329,2-5 1,4-5 483,5 0 1,-3-5-901,2 1 1395,3-2 0,-5-8 0,4-1 0</inkml:trace>
  <inkml:trace contextRef="#ctx0" brushRef="#br0">16226 4378 7738,'6'-12'0,"2"-1"0,-1 2 619,1 3 0,2-2-172,6 6 1,0 0 147,4 4 0,1 10-227,4 2 0,-2 9-279,-2-1 0,-3 9 71,-6 4 0,-5-1-61,-3 1 0,-2-1 52,-2 1 0,-7 3-124,-6-3 1,-1 1 45,-6-1 1,3-2 19,-3-6 0,4-5 234,0 1-239,2-12 1,7 1 277,3-14 1,3-4-62,1-9 0,2-8-293,7-8 0,4-4-62,12-4 0,0 1-208,0-6 1,1 11-751,3-3 0,-3 9 537,3 0 1,1 3-315,-1 1 1,2 10 262,-2 3 1,-3 4-527,3-1 1,-3 2 211,-1 3 836,-6 3 0,5-10 0,-5 4 0</inkml:trace>
  <inkml:trace contextRef="#ctx0" brushRef="#br0">16784 4428 7738,'-12'30'0,"0"-2"453,-1 5 1,2-4-72,3 4 0,-2-6 171,6 2 1,0-3 213,4-1-256,0-6 1,6-2-134,2-9 1,4-4-166,5-8 0,3-4-671,9-9 0,-1-2 387,5-6 0,-1 0-429,1 1 1,-3-5 265,-5 0 1,-6 1-113,-2 8 0,-5-4 37,-4 3 1,-2 4-47,-6 0 0,-1 5 459,-4 3 1,-1 0-91,-7 5 1,-5-1 296,-2 5 1,0 10-180,0 2 1,-1 13 428,-4 0 0,4 8-250,1 0 0,5 4 232,-2 5 1,3-2-164,2 5 0,5-6-289,3-2 1,2-3-146,2-9 1,7 0-283,6-13 0,2-2-299,10-10 0,1-11 362,7-5 1,7-12-1131,-3-5 1,3-3 619,-3-1 1,1-4 540,-1-1 1,6-10-1,1 1 1</inkml:trace>
  <inkml:trace contextRef="#ctx0" brushRef="#br0">17454 3944 7738,'6'-12'2562,"-5"-1"-2227,5 6 0,-8 3 428,-2 8 0,1 9-86,-5 7 1,0 11-308,-4 6 1,3 3 62,1 9 1,4 1-405,-4 12 0,-1-1-269,3-27 0,0 2 0,0 0 0,0 0 193,-1 3 1,1 0 0,0-2-1,0-1-678,-1 4 1,1-1 0,-2 23 189,0 0 0,5-15-1015,-1-10 1,9-11 738,8-9 0,5-13 245,7-13 566,5-4 0,0-22 0,3 6 0,-2 0 0</inkml:trace>
  <inkml:trace contextRef="#ctx0" brushRef="#br0">17727 4502 10861,'-12'14'1351,"-1"2"1,0 4-833,-4 4 0,2 3 402,-6 2 0,6-3-411,-1 3 0,6-7-607,2-2 121,5-4 0,-1-4-463,8-8 1,7-4 26,5-4 0,7-7-287,-3-6 1,0-5-283,0 2 1,-1 0 368,2 0 1,1 5 194,-5-2 1,-1 7 147,-3 2 1,-5 5 387,0-1 0,-5 4-154,1 4 1,-2 5 798,-2 7 1,0 3 259,0 6 1,-5-4-555,1 0 0,-4-6-534,4 1 1,0-2 219,4-1-216,0-7 1,5 0 147,3-6 0,9-11-1410,4-6 0,4-6 633,3-6 0,4-3-806,5-5 0,1-6 773,-1-2 1,-16 17-1,-1-2 722,1-1 0,0 0 0,1-4 0,1-2 0,-2 0 0,-1 0 0,1-2 0,-2-1 0,-2-1 0,-1 0 0,0 4 0,-1 1 0,10-26 0,-12 18 0,-4 15 474,-7 13 0,-2 18-139,0 10 0,-1 6 859,-3 7 1,2 1-249,-2 3 1,-1 4-70,1 8 0,-5 4 304,5 4 0,-4 5-585,4 0 1,-4-1-572,3-3 1,-4 4 199,1 0 1,-2 3-1063,2-3 1,-2-6 569,6-6 1,-4-9 129,3-4-1166,1-9 0,10-7 553,2-9 0,2-12-526,-2-5 1,3-7 654,-3-1 1,-2-7 68,-2-1 0,-4-1 729,-4 1 1,-4-3-178,-9-5 0,2 0 0,-6 0 0,0 0 0,-3-1 0,3 8 149,0 5 1,6 6-177,-1 7 1,2 5 2628,1 3-1838,7 2 1,6 2 546,8 0 1,10 4-653,7 0 0,1 1-245,7-5 1,4 0-147,4 0 0,2-5-1066,-2 1 1,2-5 261,3 0 1,-4 3 1,-4-3 1,-5 2-2705,0-1 3238,-11 3 0,7-1 0,-10-1 0</inkml:trace>
  <inkml:trace contextRef="#ctx0" brushRef="#br0">18720 4304 7738,'-4'12'1018,"-1"0"1,-3 5-390,4-1 0,-6 7-244,2-3 0,3 4 1072,0 0 0,0 1-701,1 0 0,0-2-342,4-2 0,0 1-505,0-5 1,0 1-1082,0-2-72,0-2-1248,5 4 1027,2-11 1,1-3 1464,1-8 0,-7-9 0,4-6 0</inkml:trace>
  <inkml:trace contextRef="#ctx0" brushRef="#br0">18720 4254 7738,'11'-1'757,"-3"-4"0,3 4 147,-3-3-566,3 3 0,2-1-249,-1-2 0,1 3-309,-1-3 1,4 2-655,1 2 1,0 6-37,-5 2 0,-1 3 442,-3 1 1,2 6 473,-6 3 1,0 4-10,-4 4 1,-5 4 939,-4 8 0,-7-1-560,-5 6 0,2-6 409,-2 1 1,6-8-281,-1-4 0,3-4 1747,5-5-1685,2-7 1,8-8-246,2-5 0,4-2-784,9-7 0,-1 0 363,9-12 1,-3-1-644,7-7 0,-4 4 404,-5 0 1,3 2-216,-7 6 0,1 5 79,-5 4 1,-4 5-401,1-1 1048,-7 2 1,4 4 821,-6 2 0,-2 3 613,-2 5-766,3 1-399,-10-1 27,10 0-856,-5-5 1,12-1 145,2-6 1,3-4-71,1 0 0,1-6-79,-1 2 1,2 2 123,2 2 0,-2-1 654,3 0 1,-4 1-253,0 4 0,-1 2 641,1 2 1,-6 3-384,-3 5 1,-3-4-349,-1 1 1,4-1-139,0 4 0,1 1-507,-5-1 0,0 0-3140,0 1 3736,0-6 0,-6 9 0,-1-2 0</inkml:trace>
  <inkml:trace contextRef="#ctx0" brushRef="#br0">20928 4006 7688,'12'-11'1022,"1"3"391,-1-3-497,0 4-15,-5 0 0,-1 7-408,-6 8 1,-7 3-159,-5 2 0,-8 4-514,-9 4 1,-2 3 174,-7 0 0,1 5-310,0 0 1,0 0 298,0-4 0,-5 4-376,1 0 1,4 0 161,4-4 0,6-5-24,3 1 1,6-6 48,9 2 0,4-8 280,5 0 0,1-1 146,3 4 1,5 1-102,7-1 1,3 2 225,6 2 0,4 0-123,0 4 0,4-3-132,-4 3 1,2-4 9,-3 0 0,-1-2-203,2-2 1,-5-1-281,-3-2 1,1 0-1123,-5-5-312,-1 6 1,-10-4 1814,-6 2 0,-11 8 0,-9-2 0</inkml:trace>
  <inkml:trace contextRef="#ctx0" brushRef="#br0">20196 4638 7688,'7'-12'782,"0"4"-587,-3 0 1,-3-1 2200,3-3-1461,3 5 0,0 1 25,6 6 0,0 0-432,4 0 1,-2 5-192,6-1 1,-1 10 77,5-2 1,1 3-84,3-3 1,-1 5-803,5 0 1,0 5 377,4-2 1,-4 4-1696,0 1 0,-1 1 170,1 3 1,-2 1 1616,-7 3 0,7 8 0,0-2 0</inkml:trace>
  <inkml:trace contextRef="#ctx0" brushRef="#br0">2059 8086 7688,'13'-12'300,"-1"4"-251,1-1 1,-1 1 587,0-4 0,2 1-197,3 2 1,-2 0 132,5 5 0,-4 0 231,0 4-584,-2 0 0,-7 5-105,-3 3 0,-3 7 80,-1 2 0,-5 4-67,-3-5 1,-3 6 91,-2-1 0,1-3-134,-1-2 0,1-2 109,0-1 1,-1-1-162,1 0 1,-1-5-49,1-3 0,0-2 0,-1-2 1,5-6 25,0-2 0,5-4 48,-1-5 1,2-2-209,2-6 1,2 4 51,2 1 0,4 0-13,9 0 1,-4 3 51,4 9 1,-2-2 19,2 6 1,-4 0 23,4 4 1,-3 5 7,-2 4 1,-5 2-17,-3 1 0,2 1 9,-2-1 1,0 0-18,-4 1 0,-1-5 20,-4 0 1,3-5-360,-7 1 236,1-2 1,-4-4-658,-1-2 0,5-3-118,0-5 0,4-1-1274,-5 1 2181,7 0 0,-15-1 0,3 1 0</inkml:trace>
  <inkml:trace contextRef="#ctx0" brushRef="#br0">3635 6462 7688,'0'-13'65,"0"1"84,0-1 1,0 5 144,0 0 0,0-5 14,0-3 1,0-1 107,0 5 1,0-5-34,0 1 1,0-2-117,0 1 1,0 4 44,0-4 1,-2 5-118,-2 3 1,-3 0-156,-5 5 1,-2 1 47,-2 7 0,0 10-81,-4 11 0,3 5 62,-3 7 0,4 6 37,0 2 0,2 2-161,2-1 1,3 1 35,1-6 1,5-3-135,-1-9 1,4-2 54,4-15 0,5-2 25,7-10 0,2-3 82,3-5 0,2-3-178,-2-14 0,2 1-62,2-9 1,-4 4 108,0-4 0,-6 6 22,1-2 1,-2-2 22,-2 3 1,1 0 315,-1 7-160,-5 3 131,-1 12 1,-2 1-69,0 10 1,0 3 91,-4 8 0,0 4-66,0 4 0,4 1-78,0 0 1,2-4-398,-2-1 0,1 1 188,4 4 1,2-2-1152,-3-2 1,7-2 572,2-2 0,5-8 697,-2 4 0,4-4 0,1 4 0</inkml:trace>
  <inkml:trace contextRef="#ctx0" brushRef="#br0">4826 6040 7688,'0'-12'1111,"0"3"-286,0 1-309,0 5 0,-6-2 33,-2 5 0,-4 1-198,-5 3 0,2 3-261,-6 6 0,-4 4 68,-4 4 1,-4 3-236,4 0 1,0 1 118,5 0 1,0 0-34,3 0 0,4-6 50,4-3 0,6-2-94,3-1 108,3 5 1,2-5-28,3 4 1,3-3 104,6-2 1,3 5-77,1-1 0,6 2-102,2-1 1,0-4 89,4 4 1,1-3-567,-1-2 0,0-1 266,-4-3 0,-2 3-254,-2-2 0,1-4-1936,-6-1 1131,1 3 157,-10-5 1139,-2 3 0,-16-5 0,-2 0 0</inkml:trace>
  <inkml:trace contextRef="#ctx0" brushRef="#br0">4255 6623 7688,'-12'5'0,"-1"-2"1379,1 5-445,5-5-63,1 8 1,12-5-184,2 2 0,13 2-306,4-6 0,8 4-32,0-4 0,7 4-155,1-3 1,1 3-255,-5-4 0,0 6 126,0-2 1,0 1-754,1 0 0,-5 2 457,0-3 1,-6 7-1626,2 2 0,-8 3 1854,-4-3 0,-4 5 0,0-3 0</inkml:trace>
  <inkml:trace contextRef="#ctx0" brushRef="#br0">5967 6362 7688,'0'-18'169,"0"3"26,0-5 0,0 3-7,0-4 1,0 6 251,0-1-137,-6-4 0,0 8-108,-7 0 1,1 5-19,-1 7 0,-3 9 73,-1 4 0,-3 13 0,3 3 0,-1 11 136,2 5 0,-2 4-135,-3 0 0,3 1-213,6-1 0,1-3 181,2-1 1,0-6-162,5-2 0,-1-11 91,5-9 1,7-9-79,6-4 0,5-5-89,6-7 0,1-6-189,0-11 1,1-4-387,3 0 1,-3-5 300,3 1 1,-4-2 11,-4 2 0,2-3 164,-2 3 1,-3-1 78,-2 1 0,-7 4-70,-5 8 1,-3 3 321,-1 6-92,0-1 0,0 8 3,0 5 0,0 5-8,0 8 1,0 5-41,0 2 1,0 5 161,0 4 1,0-1-47,0 5 0,6-2-557,2 3 0,-1 3 206,1 0 1,2 0-1382,6 4 0,0 1 1538,4-5 0,1 9 0,4-8 0</inkml:trace>
  <inkml:trace contextRef="#ctx0" brushRef="#br0">8597 6276 7688,'0'-13'2,"0"1"146,0-1 0,0 1 132,0 0 0,0-1-72,0 1 0,0-5 305,0 1 0,0-1-165,0 5 0,4 3-12,0 1 1,7 5-97,2-1 1,0 6-164,8 6 0,0 3 131,4 14 0,-5-2-184,1 10 0,-6 0-140,2 5 0,-5 3 162,-4 0 1,2 5-124,-6-5 0,0 5 21,-4-5 1,-5-1-93,-4-7 1,3 0 12,-3-8 0,5-5 342,-4-11-159,5-4 0,-7-6 138,6-3 1,0-9-254,4-7 1,4-5 101,0-4 1,5-1-34,-5-3 1,6-2 54,-2 6 0,3-5 37,1 1 1,1-2-61,-1 2 0,5 3 85,-1 5 0,5 4-309,-5 1 1,6 4-302,-1 0 1,-3 8-888,-1 4 0,0 2 640,0 2 0,0 0 738,-5 0 0,0 6 0,1 1 0</inkml:trace>
  <inkml:trace contextRef="#ctx0" brushRef="#br0">9180 6362 7688,'0'13'440,"0"-1"-431,0 1 0,0-5 1167,0 0 1,1-1-551,3 1 1,3 2-247,6-6 0,1 0-194,2-4 1,3-7-147,6-5 1,0-2-693,0-7 1,0 1 448,-1-5 1,1 0-428,0 0 0,-6 2 334,-2 2 1,-9 3-528,-4 6 490,-2 0 1,-9 5 129,-6 3 0,-5 2 93,-6 2 0,-1 2 159,0 2 0,0 8 365,0 9 0,2 2-259,2 2 1,-1 1 516,6 3 1,-1 3-306,5 5 0,4 4-71,-1 1 1,6-1-20,-1-4 1,4-5-699,4-3 0,3-8 163,6-5 1,6-9-7,6-7 0,1-11-1860,7-10 2124,-5-2 0,13-7 0,-2-2 0</inkml:trace>
  <inkml:trace contextRef="#ctx0" brushRef="#br0">9639 6412 7688,'-6'12'1188,"0"1"-891,-7-1 0,6-4 1781,3 1-1508,3-6 0,6 2 191,4-5 0,7-1-527,5-3 1,6-9-401,2-8 0,6-2 265,-2-2 1,5 0 95,0 1 0,2-1 0,-7 0 1,3-4 146,1 0-505,-6 0 0,0 4 0,-6 1 0</inkml:trace>
  <inkml:trace contextRef="#ctx0" brushRef="#br0">9986 5804 7688,'-12'0'0,"-5"0"160,1 0 0,-1 2-107,5 2 0,1 4 760,3 9 0,-2 2-329,6 6 0,0 5-87,4 3 1,5 8-23,3 5 0,8 8-140,0 4 1,5 4-485,-5 4 0,-9-30 0,-1 2 337,-1 3 1,-2 1 0,-1 0 0,-1 0-231,1-1 0,0 1 1,-2-1-1,0 0 120,-2-3 0,0-1 0,-1-1 0,-1-1-658,-8 27 1,-5-4 284,0-8 0,1-10 66,3-20 0,2-2-47,3-5 219,-3-6 0,10-5-420,-3-10 1,2-2 162,2-10 0,7-6-507,6-7 921,-1-3 0,17-7 0,-3-1 0</inkml:trace>
  <inkml:trace contextRef="#ctx0" brushRef="#br0">10483 5705 8826,'0'19'1636,"0"10"-1154,0 0 1,-5 13 211,1 7 0,0 6-765,4 7 0,0 7 253,0-32 1,0 1 0,0-2 0,0 1-53,0 0 1,0 0-1,0 32-282,0-7 0,2-5-453,2-4 1,4-13 631,8-7 1,4-16-496,5-9 0,1-5 278,3-3 1,1-6-1312,3-2 1,0-7 1500,-8-2 0,3-1 0,-8 2 0,4-5 0,0-2 0</inkml:trace>
  <inkml:trace contextRef="#ctx0" brushRef="#br0">11239 6524 13166,'-7'-6'2056,"-4"5"1,9-9-2256,-7 6 1,5 0-4042,-4 4 4240,5 0 0,-13 0 0,2 0 0</inkml:trace>
  <inkml:trace contextRef="#ctx0" brushRef="#br0">3771 7987 7744,'-4'-14'67,"0"-2"0,-6 1 134,2-6 0,-3 6 230,-1-2 1,-1 3-88,1 2 0,-1 1 149,1 3 0,0-2-3,-1 6 0,-3 1-146,-1 7 0,-1 5-22,2 7 1,3 5-69,1 8 0,-1 3-36,5 5 0,-1 0-17,0 0 0,4 0-165,5 1 1,0-5-76,0 0 0,0-6-112,0 2 1,1-10-209,3-6 1,3-2 213,6-7 1,0-1-218,4-7 1,-2-9 122,6-7 0,-2-5-99,2-4 1,2-1 81,-2-4 1,-3 0 139,-2 5 1,2-1 2,-1 1 1,-1 4 118,-3 0 1,-5 2 150,0 6 0,-4 2 11,5 7 127,-7 2 0,4 16-123,-6 2 0,0 9 87,0 0 0,0 6-67,0 2 0,0 4-28,0-4 1,0 0-26,0-4 1,1 4-520,3 0 1,3 0-768,6-4 0,-1-2 595,0-2 0,2-3-509,3-6 1,-2-1 96,6-3 964,-1-2 0,11-6 0,0 0 0</inkml:trace>
  <inkml:trace contextRef="#ctx0" brushRef="#br0">4664 7913 7744,'0'-13'1108,"6"1"1,-5-1 333,3 1-898,-2 5 0,-4 2 226,-2 5 1,2 0-317,-7 0 0,-3 1-461,-5 3 1,-1 3 77,2 5 1,-2 5-375,-3 0 1,-2 5 251,2-2 0,2 2-363,-2-1 0,6 2 169,-1-2 1,3 1 25,5-1 1,-2 1 162,6-6 1,1 5-78,7-4 1,3 1 275,6-2 0,5-2-55,2 2 1,4-2-6,1-1 0,-1-1-41,1 0 0,0-1-571,0-2 0,0 0-84,-1-5 1,-4 2-1307,-4-2-192,-2-3 2111,-7 10 0,-2-4 0,-5 6 0</inkml:trace>
  <inkml:trace contextRef="#ctx0" brushRef="#br0">4367 8347 7744,'0'8'386,"0"0"0,-2-4-39,-2 5 1,3-5 182,-3 4 0,2 0-152,2 5 0,6-1 263,2 1 0,3-1-234,2 0 0,4-1-146,4-2 1,3 2-907,0-3 0,3-3 459,1 0 1,0-4-2822,5-1 3007,-5 0 0,8 0 0,-5 0 0</inkml:trace>
  <inkml:trace contextRef="#ctx0" brushRef="#br0">5483 7702 7783,'4'-13'-51,"0"1"0,1-4 117,-5-1 1,0 0 252,0 5 0,0 4-51,0 0 1,0-1 293,0-3 0,0-1-179,0 1 1,0 4 559,0-1-287,0 1 407,0-4-266,0 5-164,0 1-553,0 17 1,0 5 108,0 13 1,0 2-176,0 6 0,0 6 76,0 3 1,0 6-422,0 2 1,-5 4 247,1-5 0,-4 7-268,4-3 0,-4-1-30,3-3 0,-3-4-198,4-8 1,0-11-190,4-13 430,0-9 1,0-4 161,0-8 1,5-8-42,4-9 0,2-2 161,1-2 0,5-6-70,-1-2 0,1 3 223,-5 1 1,5 3-16,-1 1 0,5 6 125,-5 2 0,5 5 109,-4 4 0,3 2-153,-3 6 0,4 6 43,-5 2 1,1 7-94,-5 2 1,0 5-18,1-2 1,-6 4-9,-3 1 0,1-1-21,0 1 1,-3 0-40,-6 0 1,-3-5-21,-5 1 0,-1-4-91,1 3 0,-4-5 71,-1 2 1,0-7-36,5-2 0,-4-5 61,-1 1 0,-1-3-316,2-1 1,2-5 117,-3-4 0,2-2-799,-2-1 1,2 0 140,-5-1 1,-1-3 841,-4-1 0,0-5 0,1 3 0</inkml:trace>
  <inkml:trace contextRef="#ctx0" brushRef="#br0">6550 8322 7783,'0'-7'986,"0"2"-815,0 5 0,0 1 15,0 3 0,-4 3 44,0 5 1,-6 5-448,2-1 1,1 6 199,-1-1 0,1-2-881,-1 2 1,-4-2 209,4 2 688,-3-3 0,-1 0 0,-1 1 0</inkml:trace>
  <inkml:trace contextRef="#ctx0" brushRef="#br0">7518 7627 7783,'5'-12'-40,"-3"4"153,2 0 1,-2-1 221,3-3 0,-4-1 365,3 1-217,-3 0 1,-1 3 440,0 1-656,0 5 1,0-1 136,0 8 1,5 5-126,-1 7 0,0 5-197,-4 8 1,4 2 93,0 7 0,0 6-208,-4 5 1,-1 2-21,-3 7 0,-3-3-235,-6 7 1,0-1-133,5-26 0,-1 0 0,-6 25 114,-6-3 0,6-7-19,-1-9 0,6-6-252,2-15 462,5-7 0,-1-9-69,8-8 1,-1-9 190,5-7 0,0-4-31,5 0 1,-1-1-29,0 0 0,5 0 432,0 0 1,3 2-295,-3 2 0,3 3 176,-3 6 0,4 4-83,-5-1 0,5 7-58,-5-2 1,1 4-55,-5 4 0,-3 4-107,-1 8 1,-1-2 114,1 3 1,-2 1-125,-6-2 1,0 5 40,0-5 1,0 1 24,0-5 1,-6 1-6,-2-1 1,-3-4-12,-2 1 1,0-7-95,-4 3 0,-1-4 106,-3-1 0,-2 0-318,2 0 1,2 0-168,-2 0 0,5-1-212,-5-4 0,5-1-229,-5-7 0,6-3 911,-2-1 0,3 1 0,2-2 0,0-2 0</inkml:trace>
  <inkml:trace contextRef="#ctx0" brushRef="#br0">8597 7875 7783,'4'-16'30,"0"-1"1535,0 1-1046,2 3 1,-6 7 127,0 1 1,-6 5-247,-6 5 1,-2 1-284,-2 7 0,-4 3-12,-5 1 0,1 5-65,-1-1 0,0-2-115,0 2 0,0-5 145,1 5 1,3-2-168,0 2 1,10-2-3,-1-2 1,8-4 190,0 4 0,4-3-67,4-2 0,7 1 99,5-1 1,10 0-98,-1 1 1,4-5 11,0 0 0,-3-4-253,3 5 1,-3-7 101,-1 3 0,0-4-694,0-1 0,-6 0 374,-2 0 0,-8 1-2507,0 3 2938,-7-2 0,-7 9 0,-9-4 0</inkml:trace>
  <inkml:trace contextRef="#ctx0" brushRef="#br0">8262 8310 7783,'-12'0'1541,"-1"0"-52,1 0-683,5 0 0,3 0-193,8 0 1,4 4-213,9 0 1,2 5-96,6 0 0,4-4-101,0-1 0,4 2-650,-4-2 0,5 4 346,-1-4 0,-1 6-1130,1-2 0,-1 2 22,1-2 1,3 7 1206,-3-2 0,-3 2 0,0-3 0</inkml:trace>
  <inkml:trace contextRef="#ctx0" brushRef="#br0">9515 8062 7783,'-6'-18'0,"-5"-2"371,-5-4 0,-2 0-78,1 3 0,2 4 322,-5 4 0,-1 6-208,-4 3 0,4 4 290,1 4 0,3 10-215,-4 11 1,6 5-54,-1 7 0,-2 2-264,1 2 1,1-1 19,3 6 1,5-6-386,0 1 0,5-5 215,-1-7 1,4-2-52,4-10 1,4-6 18,9-7 1,2-5-391,6-8 1,1-2 11,3-13 0,-3 1-122,3-5 1,-3 0 212,-1-1 1,-4 3 91,0-3 1,-2 3 289,2 1 1,-3 4-83,-6 1 0,0 4 607,1 0-458,-1 8 0,-1 3 46,-3 10 1,2 7 81,-6 9 0,4 2 116,-3 2 1,3 1-151,-4 3 0,2-1-67,-2 5 0,-2-6-1564,7 2 1,-1-3 722,4-1 0,1-4 669,-1 0 0,1-6 0,-1 3 0</inkml:trace>
  <inkml:trace contextRef="#ctx0" brushRef="#br0">10631 8086 7783,'13'0'321,"-6"0"0,4 0-3,-3 0 0,3 0 288,1 0 0,6 0 188,3 0 0,7 0-321,1 0 0,9 4-311,-1 1 0,5 3 42,-1-4 1,-1 0-473,6-4 1,-5 0 241,4 0 1,-5 0-323,2 0 0,-5-5 285,-4-4 1,-1 4-1303,-3 1 0,-9-2-1297,1 2 2662,-11 0 0,-10 4 0,-7 0 0</inkml:trace>
  <inkml:trace contextRef="#ctx0" brushRef="#br0">10880 8248 7783,'-13'0'0,"1"1"744,-1 3-72,6-3-2,2 10 0,12-9-226,5 2 0,10-3-15,7-1 1,10 0-153,-2 0 1,7 0-217,-3 0 1,5-5-282,-5-3 1,5-3-402,-5-2 1,2 1-624,-2-1 0,-6 1 180,2 0 954,-8-6 1,1-2 0,-5-4-1</inkml:trace>
  <inkml:trace contextRef="#ctx0" brushRef="#br0">11264 7851 7783,'0'-13'410,"0"1"0,6 5 433,2 3 0,4 4-248,5 4 0,2 4-214,6 9 0,5-2-120,3 6 0,2-1-56,-2 5 0,3 0-442,-3 0 0,-3 4 208,-1 0 0,-4 1-632,-4-1 0,-9-2 404,-8 6 0,-3-1-379,-1 1 1,-11-2 157,-5-7 0,-6 1 41,-3 0 1,-1 0 307,-3 0 0,3-6-76,-3-3 0,3-2-190,1-1 1,-4-2 394,0-3 0,-6 3 0,4-4 0</inkml:trace>
  <inkml:trace contextRef="#ctx0" brushRef="#br0">13311 8086 7783,'0'-19'-53,"0"2"1,0 4 118,0 0 1,0 1 318,0 0 0,0-1-44,0 1 0,0-2 37,0-3 1,0 4-121,0-4 1,0 3-15,0 2 0,-1-1-21,-4 1 1,3 4 186,-7 0-189,1 5 1,-6-3-4,-2 6 0,2 2-145,-2 2 0,-2 12 96,1 9 0,-5 10-62,1 2 1,2 6 66,-2 6 0,5 1-243,-5-1 0,6 2 94,-2 3 0,9-8-138,4-1 1,3-11 117,1-5 1,7-9 66,5-8 1,6-5-19,7-7 0,1-10 20,3-2 0,-3-7-135,3 2 1,-3-5 104,-1 1 1,0-6-247,0-2 1,-1-1-16,1 1 1,-6 2-31,-2-1 1,-3 1 87,-2 3 1,-1-5 60,-2 0 1,0 4 159,-5 4-178,0 6 244,-9-3 1,2 11-41,-5 3 1,5 5 35,-1 8 1,-2-1 33,2 9 1,0 2 140,4 1 0,-4 5-46,0 4 1,0-3-113,4 3 1,0-2-434,0-3 1,1 1 188,3 0 1,3 0-602,6 0 0,5-6 354,2-3 1,4-2-277,0-1 0,7-7-31,2-1 1,3-4-285,1-1 0,-1 0 941,-3 0 0,3 0 0,-5 0 0</inkml:trace>
  <inkml:trace contextRef="#ctx0" brushRef="#br0">13919 7950 7783,'0'-8'801,"0"-1"1,0 5 472,0-4-667,0 5 1,11-6-173,5 4 0,6 1-126,3 4 0,4 0-154,0 0 1,7 0 61,1 0 1,0 0-484,5 0 1,-5 0 260,-4 0 0,2 0-1120,-7 0 0,-4 0-2650,-8 0 3775,-2 6 0,-7 1 0,-1 5 0</inkml:trace>
  <inkml:trace contextRef="#ctx0" brushRef="#br0">13981 8173 7783,'-13'13'3020,"7"-7"-2546,0 5 0,17-9 216,6 2 1,6-4-245,6-4 1,3 2 88,5-2 1,4-1-399,1 1 1,3-2-146,-4 2 0,6 1-1122,-1-5 0,-3 5 755,-2-1 1,-3-1-2982,0 0 3356,4-4 0,-3 2 0,4-5 0</inkml:trace>
  <inkml:trace contextRef="#ctx0" brushRef="#br0">15135 7417 7790,'0'-18'0,"0"8"2230,0-2-1567,0 8 1,0 1-18,0 11 1,0 11-245,0 14 1,-5 10 427,1 7 0,-5 5-638,0 7 0,2 5 29,3-32 0,0 1 0,0 0 0,0 1-236,-2 0 0,0 0 0,-1 1 0,1 0 28,0-3 1,0 0-1,-5 29 8,2-19 0,4-9 220,5-11-180,0-6 0,5-12-39,4-3 1,2-8-333,1-4 0,2-5-9,2-3 0,-2 0 232,3-4 1,1 1-271,-2-2 0,6-3-82,-1 4 1,-3 2 178,-2 1 1,2 8 44,-1 0 0,4 5 345,-5-4 0,1 5-111,-5-1 1,0 4 53,1 4 1,-1 3 108,1 6 0,-2-1 98,-3 0 0,2 1-107,-6-1 0,0 2-76,-4 2 1,0-2-259,0 3 1,0-3 75,0-2 0,-6 0-22,-2 1 0,-7-5 91,-2 0 1,-6-1-323,-2 1 0,-1 3-1,-7-2 1,-4 0-9,-5 0 0,-5 0-832,2-5 0,-10 2 219,-7-2 1,-3-3 959,28 2 0,0-1 0,1-3 0,0-1 0,-4 0 0,-1 0 0,-1 0 0,0 1 0,-4 0 0,1 1 0</inkml:trace>
  <inkml:trace contextRef="#ctx0" brushRef="#br0">2580 9736 7790,'0'7'1844,"0"-2"-1302,0 1 366,0 1-528,0 5 0,0 0 460,0 1-506,0-1 1,-1 1-168,-3-1 0,1 0-78,-5 1 1,0-1-176,-5 1 1,1-5 87,-1 0 0,1-5 91,-1 1 1,1-3-192,0-1 0,-1-4 51,1 0 0,-1-10-51,1 2 0,4-9 41,0 1 0,5 0-46,-1 0 0,2 0 67,2 0 0,2-2-103,2 5 0,7 1 9,5 3 1,6 1 69,-1-1 1,2 5-87,2 0 1,-4 5 68,0-1 1,-6 4-41,1 4 1,-3 4 34,-5 9 0,-2-2-107,-6 6 0,0-5-134,0 5 1,-5-6-244,1 2 0,-4-2-671,4 1 1,-2-2 1236,2 3 0,-3 2 0,-5 0 0</inkml:trace>
  <inkml:trace contextRef="#ctx0" brushRef="#br0">4019 9798 7790,'-5'-13'0,"-1"-3"192,-2-1 0,-2-3 13,6 3 1,-4-1 140,4 2 1,-6 2-86,2-3 0,1 4 148,-1 0 0,1 5 30,-1 0 1,-3 5-161,2-1 0,-2 2-87,-1 2 1,-1 3 25,1 5 1,-2 3-136,-2 14 1,1 3 76,-6 9 1,6 0-77,-2 0 0,3 6-46,2 3 0,0-4-546,-1 0 1,6-9 186,3-4 1,3-9-92,1-3 1,7-9 170,5-4 1,2-5 116,7-7 0,3-7-183,5-14 0,0 1 107,-4-5 0,-1 4 219,-4-4 0,4 5-8,-4-1 0,-2 5 115,-1 3 1,-5 3 156,-4 6 0,2 3-137,-6 1 0,4 8 103,-3 4 0,-1 5-43,-4 11 1,1 5-114,3 4 1,-2 1 25,2-1 1,1-3-171,-1 3 1,6-3 46,-2-1 0,3-1 76,2-4 0,3 2-1669,1-5 0,5 0 1597,-1-5 0,2 0 0,2 1 0</inkml:trace>
  <inkml:trace contextRef="#ctx0" brushRef="#br0">5024 9736 7790,'0'-21'0,"0"0"0,0 1 435,0-5 0,0 6 657,0 2 825,0 3-764,0 8-782,0 0 1,-1 7-316,-3 4 1,-5 7 64,-7 9 0,-2-2-72,-3 2 0,-2 1 117,2 7 1,-2-3-233,-2 3 0,6-3-324,2-1 1,3-2 231,2-2 1,1 2 105,3-2 1,2-2 26,6 2 1,11-6 174,6 2 0,6 0-93,6 0 1,-1-1 72,5-3 0,0-1-47,4 1 1,-4-1-103,0 1 1,-5-7-156,1-1 1,-9-4-333,-3-1 0,1 0-2691,-2 0 1490,-5 0 1707,-5 0 0,-6 0 0,0 0 0</inkml:trace>
  <inkml:trace contextRef="#ctx0" brushRef="#br0">4801 10108 7790,'-7'5'0,"-3"-2"561,6 5 0,0-3-126,4 3 0,0 0 577,0 5 1,10-1-463,2 0 1,9 1-101,-1-1 0,9 1-388,5-1 1,1-4 82,3 0 1,-1-3-741,0 3 0,6-4 428,2 4 1,2-4-1400,-1 5 0,-4-2 1566,-4 1 0,-1 8 0,0-2 0</inkml:trace>
  <inkml:trace contextRef="#ctx0" brushRef="#br0">6041 9537 7790,'-11'-12'1819,"3"0"-698,-3-1-731,10 1 0,-5 8 124,6 8 1,0 10-140,0 15 0,2 2 205,2 6 0,-3 6-181,3 3 0,2 0-158,-2 0 1,0 6-417,-4-2 1,-6 8-203,-2 0 0,-3-3-326,-1-1 1,-1-9 454,1-4 1,5-9-449,3-7 416,3-6 0,2-17-4,3-7 1,7-10 13,6-5 1,1 0 299,-2 0 1,-1 0 138,6 0 1,-6-2 297,2 5 1,1 2-205,-2 7 1,5 1-82,-5 3 1,2 2-107,-1-2 1,-3 7-16,2 1 0,-6 6-24,-2-2 1,-1 3 43,1 1 1,-2 1-140,-6-1 1,0 1 79,0-1 0,-2 2 22,-2 2 1,-8-6-147,-9 2 1,-2-2 85,-2 2 0,-5-3-256,-4-1 1,0-4 86,1 4 0,1-5-1127,3 1 1,2-2 97,-6-2 1214,5 0 0,-2-6 0,5-1 0</inkml:trace>
  <inkml:trace contextRef="#ctx0" brushRef="#br0">6885 10319 7790,'8'-21'100,"1"0"1,-1 8 481,4 0 0,-4 2-137,1 7 0,-1 0 213,4 4 1,-1 7-249,-2 5 1,-2 6-103,-3 7 0,-3 0-103,3 0 1,-4-1-240,-4 1 1,1 4 121,-5 0 0,0 0-316,-5-4 1,2-2-316,3-2 0,-3 1-661,3-6 1,1 1 1203,-1-5 0,-1 1 0,-3-1 0</inkml:trace>
  <inkml:trace contextRef="#ctx0" brushRef="#br0">7989 9612 7790,'0'-17'42,"0"1"1,0-1 200,0 5 0,0-1 565,0 1 368,0 0-433,0 5-379,0 1 0,0 16-108,0 2 0,0 14 132,0 3 1,0 6-61,0 2 1,0 7-161,0 6 0,-5-1-111,-4 5 1,2-2-326,-1 2 0,0 0-349,-5 8 1,-3-8 375,-1 4 0,5-13 62,4-8 0,4-6-136,-5-11 15,7-7 1,-3-11 22,10-10 1,0-2 207,3-10 0,3-1 39,-2-4 0,2 5 158,1-1 0,2 0 297,2-3 1,0 4-301,4 4 1,-3 2 72,3 2 1,0 5-78,0 2 0,2 4-19,-5 1 1,4 0 19,-5 0 0,5 10-152,-5 2 1,-5 5 23,-6-1 0,0 2-55,-1 3 0,0 1-39,-4-6 0,-7 5 69,-5-4 1,-2-1-187,-6-3 1,-1-1 61,-4 0 1,2-5-344,2-3 0,-1-2 169,5-2 1,-3 0-540,3 0 265,1 0 1,5-7-709,2-6 1311,4-4 0,-1-14 0,-1 0 0</inkml:trace>
  <inkml:trace contextRef="#ctx0" brushRef="#br0">8932 9699 7790,'19'-13'835,"-2"1"1,-8 1-81,0 3 403,-7 2 1,-2 6-495,-8 0 1,-8 6-129,-5 2 0,-4 3-95,-4 1 1,-3 6-171,-5 3 1,6-2-274,2 2 0,-2-1 96,2 5 0,0 0-451,5 0 1,4 0 274,4-1 0,7 1-190,5 0 1,3 0 60,1 0 1,10-2 81,2-2 1,10 1 126,3-6 1,1 1-32,7-5 0,-5-1-143,1-2 0,-3-4 91,-1-5 1,1 0-569,3 0 0,-9 0 267,1 0 1,-6 0-1174,-2 0 1,-5 0 176,0 0 1382,-5 0 0,2 0 0</inkml:trace>
  <inkml:trace contextRef="#ctx0" brushRef="#br0">8560 10182 7790,'-13'0'0,"1"0"0,4 4 948,-1 1 0,7 0-49,-3-1 1,4-1 136,1 5 1,7-4 25,5 5 0,2-5-499,7 4 0,1-5-179,7 1 1,-3 1-180,3 0 1,1 3-771,-1-4 0,6 2 431,-2-2 0,-2 3-1642,3 5 0,-3 0 227,2 1 1549,3-1 0,-4 6 0,5 1 0</inkml:trace>
  <inkml:trace contextRef="#ctx0" brushRef="#br0">9974 9885 7706,'0'-24'0,"0"4"0,0 0 1556,0 4 0,-1 6-617,-4-2 1,1 3-364,-8 1 1,1 4-240,-10 8 0,-1 4-83,-7 9 1,-1 6-137,-3 6 0,-3 10 79,3-2 1,1 9-301,-1-1 1,5 6 182,0-1 1,7 1 15,4-10 0,9-5 46,4-7 1,5-6-136,8-6 1,0-2-179,12-11 0,4 0 95,4-4 0,1 0-773,-1 0 1,-3-1 419,3-3 0,1 1-941,-1-5 0,0 3 34,-4-3 1336,0 5 0,5-8 0,2 5 0</inkml:trace>
  <inkml:trace contextRef="#ctx0" brushRef="#br0">11351 9971 7741,'0'-12'937,"0"0"1,5 1-368,4 2 0,9 4-179,6 5 1,12 0 390,10 0 0,8 0-307,3 0 0,4 4-319,1 0 0,0 4-132,0-3 0,-4 0 44,0-1 0,-4-2-783,4 2 1,-6-3 487,2-1 1,-13 0-1262,-4 0 1,-13 0 586,-4 0 1,-10 6-652,-6 2 1552,-8 3 0,3-4 0,-5-2 0</inkml:trace>
  <inkml:trace contextRef="#ctx0" brushRef="#br0">11599 10182 7741,'-28'9'105,"4"-1"1,-1-4-106,12 4 1033,4-5 0,21 7-235,9-6 0,9 0-24,12-4 0,6-1-321,6-4 1,9-1-473,-1-7 0,-1 1-399,-3-1 0,1-3 347,7-1 0,-8-3-1081,0 3 0,-9 1 663,-7 3 1,-6 1 488,-12-1 0,-10 1 0,-3-1 0</inkml:trace>
  <inkml:trace contextRef="#ctx0" brushRef="#br0">12095 9723 7741,'0'-19'514,"0"1"0,2 6 266,2-1 1,4 2-47,9 3 1,2-2-305,6 6 0,4 2 137,0 6 1,5 7-170,-1 5 0,-3 8-278,-1 1 1,-2 1 92,-3 7 1,0 0-595,-4 4 0,-7 0 133,-9 0 1,-3 2-33,-1 2 0,-6-1-711,-7 6 1,-9-6 383,-7 1 0,-5-6-234,1-2 1,-5 0 334,-3 4 0,1-5-273,-5-3 0,5-3 779,-2-1 0,2 1 0,2-3 0,-2-4 0,0 2 0,-2 1 0</inkml:trace>
  <inkml:trace contextRef="#ctx0" brushRef="#br0">13782 9959 7741,'7'-37'508,"-1"5"-308,-6 3 1,-2 4 283,-2 5 0,2-2-108,-7 5 0,1 2-5,-4 7 1,-1 2 35,1 6 0,-2 2-141,-3 2 1,4 4 99,-4 9 1,-1 7-54,2 9 0,-5 6 68,4 6 0,1-3-80,3 7 0,1-2-270,0 3 0,1-5 121,2 1 1,4-12-130,5-1 0,1-11-243,3-5 1,5-9 175,7-4 0,9-13-452,8-8 1,3-6 265,1-6 1,-1-3-246,-3-5 0,2 0 172,-7 0 0,1 3 162,-4 1 0,-5 4-41,-4-4 0,-8 6 160,-4-2-92,-2 8 1,-4 9-32,-2 8 1,-1 5 35,-3 7 1,-3 6 49,2 11 1,4 5 192,1 3 1,2 2-66,2-2 1,0 1-123,0-5 1,0 4 432,0-4 0,6 0-653,2-4 1,3-2-564,1-2 1,5 1-425,0-5 1,5-2 420,-2-7 839,-2-2 0,6-6 0,-5 0 0</inkml:trace>
  <inkml:trace contextRef="#ctx0" brushRef="#br0">15147 9699 7741,'1'-13'1555,"3"1"-1499,-2-1 0,2 2-55,-8 3 1,-4 3 854,-9 5 0,-2 5-407,-6 3 0,-5 9-216,-3 4 1,-3 6-196,-2 2 1,-3 1 68,0-1 1,1 2-102,7 2 1,2-3 112,7-5 0,4-4 28,4-1 1,7-9-46,5 2 0,8-4-28,5 4 0,3-1-13,5 0 1,2 1 49,6-1 0,0-1-124,-1-2 1,5 2 82,0-3 1,-1 2-388,-7-2 0,2 1 161,-2-4 0,-2-1-1309,2-4 289,-6 5 467,3-3 0,-11 4-466,-3-1 0,-8-3 1175,-5 7 0,-7-7 0,-3 4 0</inkml:trace>
  <inkml:trace contextRef="#ctx0" brushRef="#br0">14638 10182 7741,'-12'0'372,"0"0"-372,5 6 0,3-3 0,8 5 0,4 0 1494,8 5 1,4-1-690,5 0 0,1 1-626,3-1 1,2 1-223,7-1 1,-5-4 96,0 0 1,0-3-219,4 3 0,-1-1 170,-3 1 0,1 2-1503,-5-6 0,0 4 1497,-4-4 0,5 11 0,2-1 0</inkml:trace>
  <inkml:trace contextRef="#ctx0" brushRef="#br0">16115 10058 7741,'12'-25'0,"-1"1"215,-3-1 0,2 4 340,-6 1 1,0 4 177,-4 0 1,-5 2-274,-4 2 1,-2-1 99,-1 1 1,-2 4-181,-2-1 0,0 7-176,-4-3 0,3 4 9,-3 1 1,3 0-137,-4 0 0,1 7 55,-5 5 0,0 8 41,0 9 1,0 2-204,1 6 0,-1-3 75,0-1 1,6 2-54,2 3 1,3 0 49,2-9 0,5 0-15,3-4 1,3 4 57,1 0 0,9-6-283,4-6 0,11-3 0,1-2 1,7-1 17,-3-3 1,5 2-657,-1-6 1,5 0 361,3-4 0,-2 0 474,2 0 0,-2 6 0,-2 1 0</inkml:trace>
  <inkml:trace contextRef="#ctx0" brushRef="#br0">1848 11559 7743,'-12'0'2283,"0"0"-939,-1 0-1841,1-6 289,5 0 131,1-1 1,12 1 23,2 6 1,5 0-106,3 0 1,3 0 192,6 0 1,4 0 31,0 0 0,6 0 113,-2 0 1,2 2-121,3 2 1,0-3-6,4 3 0,0 2 5,4-2 1,6 1-184,-2-1 1,8 3 211,0 6 0,4-5-296,4 0 0,-31-4 0,0-1-76,4 1 0,1 0 1,2 2-1,1-2 143,2-1 0,1-2 0,1 2 0,0-2-206,0 0 1,1-2 0,0 1 0,2 0-198,5 0 0,1 0 0,-1 0 0,1 0 455,3 1 0,2-2 0,-1-1 0,0-1-27,1-1 0,2 0 0,2-3 0,1-2 129,2 1 0,0 0 0,0 0 0,1 1-226,-23 4 0,1 0 0,0 0 1,23-2-1,-1 1 412,1 1 0,1 2 0,-23-1 0,0 1 0,1 0 37,1 0 1,2 1 0,-1 1 0,-1-1 0,0 0 0,0 0-97,1 0 1,0 0 0,0 0 0,-1 0 0,0 0 0,0 0-129,0-1 1,-1 1-1,1 1 1,2 0 0,0 0-1,1 1 56,2-1 0,0 0 0,1 1 0,-3 0 0,0 0 0,0-1-235,4 1 0,-1-1 0,1 0 1,-2 0-1,-1-1 0,1 1-106,3 0 0,0 1 1,0-1-1,-1 0 1,1-1-1,0 0 137,4 0 1,1 0-1,-2 0 1,-2 0-1,-1 0 1,0 0-120,3 0 1,0 0 0,-1 0 0,-1 0 0,-1 0 0,0-1 182,3 0 1,-1-1-1,1 1 1,2 0-1,-1 1 1,1-1 37,1 0 1,1 0-1,0-1 1,-1 1-1,0 1 1,0-1 103,-1-1 0,1 1 1,-1-1-1,1 2 1,1 0-1,-1-1 89,1 0 1,-1-1 0,1 1 0,3 0-1,0 1 1,0 0-82,3 0 1,-1 0 0,0 0-1,-2-1 1,-1 1 0,1-1-110,1 0 1,0-1 0,0 1 0,-1 1 0,0-1 0,1 1 90,-16-1 1,1 0 0,0-1 0,0 2 0,0-1 0,0 1 0,0-1 0,0 1-68,3 0 0,0 0 0,0 0 1,0 0-1,-3 0 0,-1 0 1,0 0-1,1 0-20,1 0 1,1 0 0,0 0 0,0 0 0,-1-1 0,1 0 0,-1 0 0,1 0-32,0 0 0,1 0 1,0 0-1,0 0 0,1 0 1,1-1-1,0 1 1,-1-1 39,1 1 0,0 0 0,0 0 0,0 0 0,-1 1 0,-1-1 1,1 1-1,-1-1 2,1-1 0,0-1 0,0 1 0,0 0 0,1 1 0,0 0 0,0 0 0,0 0 32,-1-1 1,1 0-1,0 0 1,0 0-1,2 1 1,1 0-1,-1 0 1,1 0-32,0-1 1,0 0-1,0-1 1,0 1-1,-1 1 1,0 0-1,0 1 1,0-2-18,1 0 0,0 0 1,0 0-1,0 0 0,0 0 1,1 1-1,0-1 1,0 0 54,1 0 1,0 0 0,0 0 0,0 0 0,1-1 0,1 1 0,-1-1 0,1 1-58,1 1 1,0 0-1,1 0 1,-1 0 0,-2-1-1,-1 0 1,1 0 0,0 0 34,1 1 0,0 0 1,1 0-1,-1 0 1,-1-1-1,-1-1 1,1 0-1,0 1-25,0 0 0,0 0 0,0 0 0,0 0 0,2 0 1,-1 0-1,1 1 0,-1-1 22,0 0 0,-1 0 0,0-1 0,0 2 0,1-1 0,0 2 0,1-1 0,-2-1-63,-2 1 1,-1-2-1,-1 1 1,2 0 0,0 1-1,1 0 1,0 0 0,0 0 56,-1-1 1,0 0-1,0 0 1,0 0-1,0 1 1,1 0 0,-1 0-1,0 0-12,-1-1 0,-1 0 0,0-1 0,-1 1 0,1 1 1,0 0-1,0 1 0,-1-2 58,-3 0 0,0 0 1,0 0-1,-1 0 1,1 1-1,0 0 1,-1 0-1,0 0-3,0-1 0,-2 0 0,1-1 0,0 2 0,-2 0 0,0 0 1,0 1-1,0-1 91,14 0 0,-1-1 0,-1 1 1,-1 0-1,0 0 0,-1 0-34,-5 0 0,0-1 1,-1 1-1,-2 0 1,-2 1-1,1-1 37,-3 0 1,0 0 0,0-1 0,19 1 0,-1 1 28,-8 0 1,-2 0 0,-4 0 0,-3 0-338,-9 0 0,-3 0 0,-3 2 0,-1 0 393,26 2 0,-18 6-215,-15-2 0,-3 3 0,-7 2 0</inkml:trace>
  <inkml:trace contextRef="#ctx0" brushRef="#br0">2047 12365 7700,'0'-12'195,"0"-1"1,0 1-43,0 0 0,0-5 595,0 0 0,0-3-264,0 3 1,0 1 304,0 3 0,0 1-337,0 0 0,-1 3-21,-4 1 1,-2 5-236,-5-1 0,-4 8 1,-1 4 0,-5 10-223,1 7 1,-2 1 113,-2 7 1,-4 1-220,0 3 0,2-4 144,6 0 1,3-6-356,6 2 0,1 0 59,2-4 1,5-3-212,8-9 397,9-1 1,6 0-1,6-1-12,0-2 1,4 2 140,-1-3-87,1-3 1,-4 7 0,-1-4 279,-4 3 0,-2 1-28,-5 1 1,-1 5 0,-5-5 0,-3 4 172,-3-3 1,-1-2 267,0 0-498,-5 1 1,-2-2 0,-5-3 24,-1-4 1,1 2-1053,-1-2 613,1 0 0,-4-4-206,-1 0 0,0-1 192,5-3 0,5 1-1038,3-6 1,3 1 620,1-4 0,1-5-263,3 1 0,3-2 86,5 1 882,6-2 0,2-6 0,4 0 0</inkml:trace>
  <inkml:trace contextRef="#ctx0" brushRef="#br0">2233 12489 7700,'14'-7'277,"2"3"0,-6-1-111,2 0 0,-8 3 804,1 6 0,-3-1 682,3 5 0,-4 4-879,3 5 0,-8 5 298,-4-1 0,-3 2-503,-2 2 1,5-2-490,0-2 1,4 2 35,-5-2 0,6-2-515,-1 2 392,3-11 0,6 1-387,4-11 0,2-3-459,1-5 1,6-8 378,3-13 1,1 2-498,-1-6 0,2 4 435,-2-4 1,-3 9 335,-2 0 0,-2 7-21,-2 1 1,-3 3 815,-1 5-384,-5 2 0,2 8 62,-5 2 1,0 8 609,0 9 1,-4 2-404,0 2 0,-6 0 149,2 0 0,1 0-254,-1-1 1,5 1-904,-1 0 0,-2-2 407,2-2 1,0 1-1600,4-5 1,1-1 883,4-3 1,-3-2-286,7-3 1,3-3-24,5-5 0,5-6 1145,-2-7 0,4-10 0,1-9 0</inkml:trace>
  <inkml:trace contextRef="#ctx0" brushRef="#br0">2742 12564 7700,'6'0'2035,"0"5"0,-6 2-1640,0 5 0,0 2 692,0 3 1,-4 8-520,0 8 1,-6 4 151,2 4 1,-5 5-258,-3 7 0,3 4-791,1 5 0,0-4 366,3 0-752,4-1 0,-1 4 1,6-4-798,0-8 1,2-10 334,2-10 410,-3-14 0,9-5-51,-6-15 0,4-11-809,-4-9 1626,1-8 0,-5-4 0,0-7 0</inkml:trace>
  <inkml:trace contextRef="#ctx0" brushRef="#br0">2754 12650 7700,'7'-12'639,"-3"0"0,-1-1-351,1 1 0,-3 4 659,3-1 0,2 5 162,-2-4-388,6 5 1,-3-4-507,5 3 0,2 3-6,2-3 0,-2 4-555,3 4 1,-8 3 277,0 5 0,-7 6-146,2 3 0,-2 8 224,-2 4 1,-10 2-942,-2 3 0,-9-1 23,0 0 1,-1 0-66,2 0 1,-2-5 263,5-3 1,1-12 389,3-5 1,2-9 318,3-3 0,2-17 0,6-9 0</inkml:trace>
  <inkml:trace contextRef="#ctx0" brushRef="#br0">3114 12588 14430,'0'18'1260,"0"3"1,-2 4-800,-2 4 1,-3 9-640,-5 12 0,0 6-182,-1 11 0,5-33 1,0 0-80,-1 4 1,1-1 0,0-2-1,0-1 172,-5 32 0,2-8-950,3-4 1,2-12 92,6-9 197,0-13 0,2-26 416,2-10 0,4-12 3,9-5 1,-2-3 5,5-1 502,-4-6 0,7 3 0,-2-5 0,2-1 0</inkml:trace>
  <inkml:trace contextRef="#ctx0" brushRef="#br0">3238 12688 12888,'0'12'-193,"0"0"-88,0 1 0,-2 5-10,-2 2 1,-3 9 218,-5 4 1,-5 2-729,1-2 0,1 0-197,6-8 159,-2 2 0,11-18 336,0-1 1,7-16 501,10-9 0,2-16 0,6-6 0</inkml:trace>
  <inkml:trace contextRef="#ctx0" brushRef="#br0">3511 12688 7700,'-4'8'863,"-1"0"0,0 0 88,1 5 0,1-1-57,-5 1 1,5 3 184,-1 1 0,3 1-927,1-2 1,0-2 4,0 2 1,1-7-238,3-5 0,4-3 123,9-1 0,-2-5-512,6-4 0,-6-3 361,1-4 0,2 0-789,-1-4 0,-1-1 363,-3-4 0,-6 6 205,-3 2 0,-3 4 474,-1 0 1,-5 6-133,-4 3 1,-6 3 519,-1 1 1,-6 1-305,1 3 1,-5 3 81,1 6 1,-1 3-54,9 1 0,1 3-566,3-3 1,1-1-91,-1-3 0,7-1-297,1 1 1,10-6-151,3-3 1,4-4 355,5-4 0,3-5-345,9-7 1,3-4 322,5-4 1,1-1 510,-1 0 0,0 2 0,0 2 0,-1 3 0,-3 6 0,-4 1 420,-8 2 0,-3 5 500,-6 8 1,-5 5 1180,-3 7 1,-3-2-1028,-1 2 1,0 2-228,0-1 1,-4-1-351,0-3 1,-1-1-780,1 1 1,2-5 210,-2 0 1,3-4-101,1 5 0,0-5-22,0 4 0,4-4-209,0 4 0,10-5-67,-2 1 1,3 2 105,-2-2 0,3 0 261,1-4 1,1 0-81,-2 0 1,2-5 176,3-4 0,2-2 17,-2-1 1,-2-1-404,2 1 0,-6-3 102,2 2 0,-1-2 9,-3 7 1,2 1 403,-7-1-155,-2 5 1,-2 3 841,-8 8 1,-9 9-463,-8 4 1,2 2 773,-2 2 1,6-2-442,-1-2 1,2 1-520,2-6 0,5 1-548,3-5-206,2-5 0,4-1-200,2-6 1,8-2 455,9-2 1,2-4-1703,2-8 1,4 2 2036,0-3 0,5-2 0,-2 0 0</inkml:trace>
  <inkml:trace contextRef="#ctx0" brushRef="#br0">5880 12291 7700,'-18'-25'0,"4"-3"842,-2 4 0,2 2-333,2 9 1,-1 6 237,1 3 1,-6 5-306,-3 8 1,-2 6-136,-2 14 1,-4 4-87,0 8 0,2 2 17,6 2 0,4-2-87,9-6 0,4-1-67,8-3 0,9 0-24,7-8 0,15-3 91,6-9 0,11-1-316,6 0 0,2-1-84,-3-2 0,-6 2-148,-5-3 0,-7-1 235,-2 1 1,-7 0-59,-9 5 1,-9-1 104,-8 1 1,-4 3 204,-4 1 0,-8 3 159,-9-3 1,-2 5-115,-2-1 1,-4-3-126,0-2 1,-4-2 214,4-2 1,0-1-858,4-2 1,0-4 341,1-5 1,0 0-1231,3 0 0,-1 0 131,6 0 1389,-1-5 0,5-8 0,-1-6 0</inkml:trace>
  <inkml:trace contextRef="#ctx0" brushRef="#br0">7046 12588 7700,'7'0'1740,"0"0"-1197,-3 0 0,-2 2-33,2 2 0,1 8 132,-1 9 0,0 8-213,-4 4 0,0 3-810,0 1 0,-4 0 255,0 0 0,-1-5-794,1-3 744,2-3 0,-5-8-970,3-5 1,3-12 151,-3-9 994,2-9 0,-3-2 0,-2-6 0</inkml:trace>
  <inkml:trace contextRef="#ctx0" brushRef="#br0">6984 12390 7700,'13'0'1600,"-1"0"1,2-4-1529,2 0 0,5-6 94,8 2 0,3 2-1358,5 2 1,0 3 271,0 1 920,1 0 0,4 0 0,2 0 0</inkml:trace>
  <inkml:trace contextRef="#ctx0" brushRef="#br0">7642 12576 7700,'-13'10'0,"1"2"0,-1 3 1445,1-2 1,0 0-665,-1 4 0,5-3 769,0 2 0,1 2-14,-1-1-1157,2-1 0,7-5-545,4-3 0,7-1 188,9-2 0,3-4-178,5 3 0,-1-3 207,5-1 1,-5 2-272,1 2 0,-9-1 111,-3 5 1,-3 0-302,-2 5 0,-5 0 198,-3 4 0,-8-2 111,-4 6 0,-9-2-225,-4 2 1,-2 1 96,-2-6 1,4 5-1165,1-4 0,-1-2 633,-4-7 1,0 3-1362,1-3 2121,4-2 0,-9 5 0,3-4 0</inkml:trace>
  <inkml:trace contextRef="#ctx0" brushRef="#br0">9230 12712 7700,'-18'-24'0,"0"-1"1051,-3 0 1,3 6-392,6 2 0,-1 5-184,1 3 1,0 5-69,-1 8 0,1 5-146,-1 7 1,1 9 167,0 8 1,-4 2-102,4-2 1,-3 3-426,7-3 0,2-3 122,2-1 0,4-6-365,4-6 0,4-2 144,9-11 1,3-1-56,9-7 0,-1-10-325,5-11 0,-1-5 239,1-7 1,1 1 185,-5 3 0,0 2-54,-4 7 0,-6 4 359,-2 4 1,-3 8-120,-2 3 1,-1 11 454,-3 6 0,-2 6-263,-6 7 0,4 5-79,0 3 0,4 2-572,-3-2 0,4-3 246,-1-5 0,3-4-2754,2-1 2931,5-4 0,1 1 0,6-4 0</inkml:trace>
  <inkml:trace contextRef="#ctx0" brushRef="#br0">10817 12452 7700,'-4'-26'0,"0"-3"0,-4 3 1136,4-3 0,0 8 641,4 5-783,0 7 0,-2 15-600,-2 10 0,-3 8-198,-5 5 1,-6 6 24,-3 7 1,-1 3-26,2-3 1,2-2-255,5-7 1,2-3 7,3-5 0,4-2-54,8-2 0,6-3-3,10-6 0,6-4 41,12 1 1,3-2-115,0 1 0,-1 3 130,-7-3 1,2 3 145,-6 2 0,-6 3-97,-6 1 1,-5 1 188,-4-2 0,-3-1 42,-10 6 1,-3-6 55,-8 2 0,2-5-455,-3-4 1,-1 2 85,2-6 0,-1 0-774,5-4 0,0 0 429,-1 0 1,1-5-1036,-1-4 1,6-3 695,3-4 0,3-4-29,1-5 0,5-1 335,4-3 1,6 3 460,1-3 0,1 3 0,1-4 0,1-2 0</inkml:trace>
  <inkml:trace contextRef="#ctx0" brushRef="#br0">11066 12688 7700,'12'5'659,"0"3"0,1 2-207,-1-2 1,-4 3 826,1-2 0,-1-3-457,4 3 0,-3-7 497,-1 3-1111,0-4 0,9-2 1,-1-4 0,2-3-1041,-1-8 1,2-4 577,6-4 1,0-1-638,0 0 1,-6 0 497,-3 0 1,1 5-395,-5-1 1,-2 6 268,-10-2 1,-1 9 301,-4 4 0,-3 4 575,-8 4 0,-8 4-284,-5 9 1,0 8 761,4 8 1,1 0-397,-1 4 0,1-5 495,4 9 1,2-9-361,5 5 0,7-7-373,1 3 0,11-6-237,6-3 1,8-6-288,9-9 0,4-5 48,8-8 0,2-10 191,2-11 1,3-5-1514,-2-8 0,2-3 811,2 0 1,-2-9-1429,-2 5 2212,-4-6 0,-7 11 0,-1-6 0,1-1 0,-2-1 0</inkml:trace>
  <inkml:trace contextRef="#ctx0" brushRef="#br0">11984 12192 7700,'0'12'3035,"-2"-4"-2197,-2 0 0,1 5-108,-5 3 0,3 12-301,-8 1 1,3 12 750,-6 9 0,2 5-815,2 7 0,5 0 199,3 0 1,2-1-771,2-4 1,2 1-802,2-8 0,3-5 77,5-11 1,1-11 705,-1-11 0,0-1-1373,1-6 1,-2-11 641,-3-6 0,-2-9 955,-6 0 0,0-13 0,0-5 0</inkml:trace>
  <inkml:trace contextRef="#ctx0" brushRef="#br0">11636 12564 7700,'-12'6'0,"1"1"2089,3-3-1489,2-2 0,17 3-150,6-5 0,12-5-30,8-3 1,5 1 10,8-2 1,2 0-1173,6-8 0,2 3 645,-25 6 1,0 0-1,30-2-246,1 2 1,-8 0 0,-3-5 0</inkml:trace>
  <inkml:trace contextRef="#ctx0" brushRef="#br0">14018 12241 7735,'8'-7'1040,"1"3"1,-5 4-452,4 4 1,-1 14 474,1 11 1,2 17-669,-6 7 1,-2-18-1,0 1-375,-2 2 0,0 2 1,0 2-1,-1 2 209,-1 1 1,0 1 0,-2-2 0,-1 0 3,-3 1 1,0 1-1,0 0 1,1 0-273,-4 0 0,1-1 0,2-2 1,1-1 56,-1-2 0,-1-1 0,1-2 0,0-1-270,-5 30 1,0-4 125,8-16-1384,1-6 0,6-23 658,2-4 0,-1-9-391,5-12 0,-4-7 352,4-14 0,-1-3 890,1-5 0,3-6 0,-4-1 0</inkml:trace>
  <inkml:trace contextRef="#ctx0" brushRef="#br0">14167 12340 7735,'12'-16'1468,"1"-1"1,1-1-768,2 2 0,3 6-251,6-2 0,0 8 372,0-1 1,0 5-331,-1 5 1,1 2-143,0 5 0,-4 6-379,-1 3 0,-4 3-373,0 5 0,-3 3-596,-5 5 0,-5 2 629,-12 2 0,-5 3-384,-10 6 0,-8-1-54,-5 1 0,-6-2 539,-7-2 0,6-8 55,3-5 1,5-12-150,7-4 1,2-9-124,10-8 1,6-3-713,7-5 1197,3-6 0,1-16 0,0-2 0</inkml:trace>
  <inkml:trace contextRef="#ctx0" brushRef="#br0">14713 12613 7735,'25'0'2417,"4"0"-1874,-1 0 1,6-4 655,-5 0 0,5 0-555,-1 4 1,-1 0-418,1 0 1,-6 0-28,2 0 0,-2 0-2011,-3 0 0,-4 5 479,-4 4 0,-8 2 1332,-3 1 0,-10 0 0,-1 1 0</inkml:trace>
  <inkml:trace contextRef="#ctx0" brushRef="#br0">14700 12886 7735,'-23'11'896,"2"-3"199,3 3 0,13-9-133,5 2 0,7-3-439,9-1 1,5-1 349,8-3 1,4-3-386,8-6 1,-1 1-591,6 0 1,-5-1 121,5 1 1,-5-1-3548,4 1 3314,-5 5 1,9-9 0,-5 2 0</inkml:trace>
  <inkml:trace contextRef="#ctx0" brushRef="#br0">15879 12353 7735,'-25'0'66,"0"0"0,0 0 595,1 0 1,4-4 499,4-1 1,2 0-557,2 1 1,5 1 69,3-5 0,4 0-265,4-5 0,8-5-5,9-2 1,8-1-143,4-4 0,3 3 200,1-7 0,4 8-45,1 5 0,4-2-62,0 1 1,-3 6-483,-2 7 0,-2 3 175,-2 1 1,1 5-550,4 4 0,-5 7 339,0 5 0,-5 4-132,-7 4 0,-5-2 99,1 6 1,-11 0-100,-2 5 0,-7 0 44,-5 3 0,-10 1 111,-10 7 1,-7-6-402,-6 7 1,-2-3 395,-2 2 0,3-5 126,-4-2 0,9-11-87,4-6 1,4-7-365,5-10 1,2-2 135,5-6 0,2-7-436,3-5 1,-2-4 66,6-8 0,-1 2 701,1-7 0,2-3 0,-3 0 0</inkml:trace>
  <inkml:trace contextRef="#ctx0" brushRef="#br0">16077 12241 7735,'13'0'2115,"-1"0"-1482,1 0 0,-5 0 342,0 0 0,-4 3-447,5 5 1,-7 6-4,2 11 0,-2 6-167,-2 7 0,-10 6-169,-2 9 0,-10 9-285,9-27 0,1 1 0,-1 2 1,0 1 134,-4 0 0,1 0 0,1 1 0,1-1-186,-3-1 0,1-2 1,-1-1-1,0-1 132,-1 0 1,-1-2 0,-12 30-882,2-4 0,4-9 565,4-12 1,9-1-695,8-7 1,4-2 404,4-6 0,3-9-207,5-8 0,6-8 169,3-4 1,2-13 363,2-4 1,0-3-273,-1-1 566,-4 2 0,-1-6 0,-2 0 0,2-5 0</inkml:trace>
  <inkml:trace contextRef="#ctx0" brushRef="#br0">17144 12266 8778,'0'-12'1935,"0"-1"-1471,-5 1 1,-2 3 234,-6 1 1,1 5-282,0-1 0,-1 8 236,1 5 0,-2 9-183,-3 6 1,2 7-22,-5 6 1,3 6-79,-4 2 1,5 5-124,-5 3 0,2 4-666,-2 5 0,2 0 473,2 0 1,4-4-204,-4 0 1,9-10 127,4 2 0,2-10-697,2-3 1,2-6-87,2-6 0,8-7-404,9-5 0,4-8-246,4-9 0,2-8 762,7-9 0,3-4-718,0-4 1408,6-3 0,-6-6 0,1-3 0,-6-4 0</inkml:trace>
  <inkml:trace contextRef="#ctx0" brushRef="#br0">17851 12266 7704,'-12'0'1334,"5"0"1,-4 0 268,3 0 0,-3 0-797,-2 0 1,-5 7-157,-2 5 1,-4 3-237,-1 10 1,-8-1-250,0 9 0,-5 4 32,5 4 0,2 1-231,2-5 1,10 3 16,7-3 1,5-8 33,7-13 0,11-2-205,5-1 0,8-2 49,5-3 0,2-1-342,7-3 1,-1-3 174,0 3 0,3 2 36,-3-2 1,2 6 97,-10-2 0,-2-1 226,-6 1 1,-4 2 169,-9 6 1,-3-2 248,-5 3 0,-2-2-171,-7 1 1,0-1-113,-12 6 1,0-4-291,-3 3 1,-7 1 131,-2 4 1,-3-6-685,-1-2 0,0-1 354,0-3 1,-1 0-868,1-8 0,5-1 30,4-4 0,-3-3-187,2-5 0,4-3 1322,5-14 0,5-3 0,-3-9 0</inkml:trace>
  <inkml:trace contextRef="#ctx0" brushRef="#br0">18509 12378 7704,'32'19'108,"-4"-3"0,-1-2 368,-3-1 0,3 0 613,2 4 0,-6 2-109,6 6 1,-11 0-481,3 0 0,-8 4-29,-4-1 1,0 8-126,-5 1 0,-1 1-327,-7 3 1,-4 2 130,-9-2 1,-8 2-511,-8-2 0,-7-2-90,-1 2 0,-6-4 167,2-4 1,-8 2 129,0-6 1,-1-6-72,4-6 1,1-5-3876,-1-4 4099,-5-2 0,0-6 0,-3-3 0,1-2 0,-2-4 0,-4 1 0</inkml:trace>
  <inkml:trace contextRef="#ctx0" brushRef="#br0">2010 14300 7770,'-25'4'5,"0"0"0,6 0 1606,2-4-1113,9 6 0,4-5 490,8 3 0,10 2-438,11-2 0,9 4 55,7-4 0,5 5-318,-5-5 0,2 0-260,-2-4 1,-2 4-960,2 0 0,-6 0 655,-2-4 0,0-5-503,4-3 0,-5-3 369,-3-2 1,-4 1 410,-5-1 0,4-5 0,-5-1 0</inkml:trace>
  <inkml:trace contextRef="#ctx0" brushRef="#br0">2357 14027 7866,'-12'17'0,"-1"-1"0,-3 5 1215,-1-5 0,5 11-554,3-3 1,5 11 289,-4 2 1,0 10-390,-5 7 0,5-1-366,0-3 0,5-2-207,-1-2 0,3 0 73,1-4 1,0-6-1180,0-7 1,4-5 100,0-3 0,10 0-428,-2-9 1,3-5 536,-2-15 1,5-7 906,2-14 0,-1-7 0,2-6 0,0-4 0,4 2 0,-1-6 0</inkml:trace>
  <inkml:trace contextRef="#ctx0" brushRef="#br0">2630 13940 7866,'12'-19'1727,"-3"1"-1171,-1 6 1,-4 5 277,4 3 1,-5 5-329,1 7 1,-2 6 456,-2 11 0,-2 7-418,-2 5 1,-3 5-52,-5 8 0,-2 1-87,-3 3 1,4-2-211,-4 6 1,3-6-556,2 2 0,1-1 292,3 0 1,-2-9-700,6-2 0,0-11 506,4-10 0,1-4-537,3-9 1,3-4 288,6-8 0,-1-9-285,0-7 1,5-4 315,-1 0 1,5 0 299,-4 3 1,-1 4 144,-3 4 1,-5 6-131,0 3 0,-1 4 547,1 4 0,-1 3-309,-3 6 1,-2 4 746,2 4 1,-3 1-451,-1-1 1,0 1 267,0-6 1,0 5 46,0-4-770,0-1 1,2-5-764,2-3 743,3-2 1,5-6-1622,0 0 0,1-6 770,-1-2 0,1 1-1066,-1-1 2018,0 0 0,6-10 0,2-1 0</inkml:trace>
  <inkml:trace contextRef="#ctx0" brushRef="#br0">2903 14647 7866,'7'0'1360,"0"2"-400,-3 2 640,-3-3-610,10 10 26,-4-4 1,5 0-473,1-3 1,-1-3-197,1-1 1,0-1-340,4-3 0,2-4-256,6-9 1,0-8-682,0-8 1,0-1 626,-1 1 0,-4-2-213,-4 6 1,-3 2-271,-5 6 350,-3 3 0,-11 11 64,-7 3 0,-5 5 683,-7 8 1,-4 5 30,0 10 0,1 1 272,3 0 0,1 4-263,4 0 0,0 4 179,4-4 0,6 0-618,-2-4 0,8-5 160,-1 1 1,5-2-459,5 2 0,6-7 219,5-6 0,8-5-1576,0 1 0,1-3 1741,4-1 0,-3-5 0,-1-2 0</inkml:trace>
  <inkml:trace contextRef="#ctx0" brushRef="#br0">3461 14449 8783,'-5'7'2063,"2"0"-896,-5-3 0,3 3-564,-3 5 0,0 0 1030,-5 1 0,1 5-793,0 2 1,3-2-830,1-1 1,4-3 117,-4-2-1127,5 6 541,-3-4 1,8-2-170,2-8 0,4-2-443,9-2 0,-2-6 412,6-2 1,-5-3-13,5-2 1,-2 1 247,2 0 0,-2 1 100,-2 2 1,-4 2 58,4 3 0,-3 3-211,-2-3 1,-4 2-141,1 2 0,-5 6 613,4 2 0,0 3 0,5 2 0</inkml:trace>
  <inkml:trace contextRef="#ctx0" brushRef="#br0">3486 14486 7866,'-19'1'117,"2"3"1,3-1 437,2 5-278,-1 1 0,2 3-37,3 1 0,-1 3 166,4 1 0,1 1-77,4-2 0,0-2-221,0 2 1,0 2 104,0-1 0,0-1-330,0-3 0,0-1-137,0 1-217,0-1 143,-5-5 225,3-2 1,-2-12-273,8-5 0,-1-2 122,5-6 1,1-1 202,3-4 1,5 4-63,-1 1 1,5 5 455,-5-2 1,6 3-62,-1 2 0,1 1 80,-1 3 0,1 2 47,-6 6 1,5 0-128,-4 0 0,-1 7 1,-3 5 0,-7 2-30,-1 7 0,0-2-237,-1 2 1,0 2-113,-4-2 0,-1 1-281,-3-1 0,1 2 6,-5-2 0,4 1-406,-5-2 0,7 0-361,-2-4 1,2-2 459,2 3 0,0-4 677,0 0 0,0-6 0,0-2 0</inkml:trace>
  <inkml:trace contextRef="#ctx0" brushRef="#br0">4788 14536 7866,'9'0'282,"-1"0"0,2 1-7,6 3 0,4-3-267,4 4 0,8 0 674,5-1 1,5-1-496,3-7 1,2-9-431,-6-7 1,5-5-427,-5-4 1,3-1 124,-7-3 376,-2-3 0,-16 10 1,-1-5-1</inkml:trace>
  <inkml:trace contextRef="#ctx0" brushRef="#br0">5185 14101 7866,'-17'18'0,"3"-2"1135,-3 4 1,3 6-484,2 7 1,1 10-59,3 7 1,-3 5-342,2 7 0,-2-1 372,-1-4 0,5-3-947,3-8 1,3-5 310,1-8 0,5-8-469,3-9 0,8-3 384,0-5 0,6-8-991,-1-8 1,6-14 258,2-7 0,4-11 828,-4-6 0,0-7 0,-4-4 0</inkml:trace>
  <inkml:trace contextRef="#ctx0" brushRef="#br0">5582 13791 7866,'7'0'1712,"-1"2"-1172,-6 2 0,-6 11 693,-2 14 1,-4 10-584,-5 14 1,-2 11-510,7-28 0,-1 2 0,0 2 0,1 0 109,0 3 0,-1 1 0,1-4 1,1 0-154,0-3 0,1 0 0,-8 31-234,6-10 1,5-3-339,3-6 1,3-7-291,1-9-14,0-8 0,5-20 111,3-5 1,5-11 197,3-10 0,-2-3 116,3-5 1,0-2 536,0-2 0,4-1-51,-5 5 0,5 4-58,-5 4 0,1 8 236,-5 0 390,1 6 0,-2 10-341,-3 5 0,-2 6 302,-6 11 0,0 1-250,0 3 0,-5 1 112,1 3 0,-4 2-164,4-6 1,-2 0-736,2-4 1,3-5 321,-3 1 0,4-7-543,4-2 1,-1-5-1513,5-7 0,0 0 915,5 0 0,3-7 1194,1-5 0,5-1 0,-3-5 0</inkml:trace>
  <inkml:trace contextRef="#ctx0" brushRef="#br0">5831 14684 7866,'6'6'1574,"5"-3"-1220,-2 5 1,0-4 895,0 4 0,2-5-564,-3 1 0,7-2 199,2-2 1,3-2-376,-3-2 0,5-4-448,-1-9 1,3-6-214,5-6 0,-2-6-233,1 2 1,-5-1-203,-3 1 1,-6 3 310,-2 5 41,-5 0 1,-9 7-50,-7 6 1,-5 7 238,-10 14 1,-7 0-126,-2 12 0,3 0 543,1 4 1,0 3-84,4 1 1,-5 6 97,9-2 1,1-1-226,7 1 1,2-4-50,3 4 0,2-2-430,6 2 1,10-2 212,2-6 0,10-6-1005,3-3 1,1-3 494,8-5 1,-1-2-2136,4-6 2747,0-6 0,11-6 0,3-8 0</inkml:trace>
  <inkml:trace contextRef="#ctx0" brushRef="#br0">6922 14449 7866,'7'-6'1750,"0"5"-1215,-3-3 0,2 5-116,2 7 0,3 8-80,-3 12 0,-2 10 70,-2 7 0,-3 3-292,-1 2 0,-4 0 42,0-1 0,-4-6-765,4-6 1,-5-5 348,5-7-737,0-6 1,4-8 354,0-11 0,6-12 639,2-13 0,3-6 0,1-6 0</inkml:trace>
  <inkml:trace contextRef="#ctx0" brushRef="#br0">6984 14225 7866,'0'-8'991,"0"0"1,0 4-127,0-4 0,6 3-338,2-3 1,0 5-80,5-1 0,-2 3-169,9 1 1,-3 0-1048,4 0 1,-5 0 496,5 0 1,-2 5 270,2 4 0,2 2 0,-3 1 0</inkml:trace>
  <inkml:trace contextRef="#ctx0" brushRef="#br0">7270 14399 7866,'0'-12'57,"0"-1"1,0 5-116,0 0 0,1 5 19,3-1 886,-3 3 1,9 7-254,-6 7 0,0 3-109,-4 5 0,0 4-207,0 0 1,0-1-66,0 5 0,-1-1 13,-3 1 1,1-3-1,-5 3 1,5-7-14,-1-1 1,-2-6 265,2 1-52,0-2-214,4-1 0,0-8-2800,0-5 1971,0-5 0,2-9 341,2-3 0,-2 3 374,7-2 0,-2-2-37,1 1 1,1 1-44,-4 4 0,4-1-7,0 1 1,0-1-145,-1 1 1,3 1-108,-2 3 16,2-3 1,1 5 171,1-2 0,-1 2-27,0 6 1,1 2 292,-1 2 1,1-1-92,-1 5 1,-4 4 108,1 5 0,-5 1-58,4-2 0,-5-1-555,1 6 1,-1-4-52,1 3 0,-3-3-254,3 4 1,-2-6 684,-2 1 0,0 3 0,0 1 0</inkml:trace>
  <inkml:trace contextRef="#ctx0" brushRef="#br0">8163 14511 7866,'5'-20'979,"-3"-2"-542,2 6 1,-3-5-267,-1 5 1,-10 1 41,-2 6 0,-4 0 528,-1 4 1,2 1-278,-6 4 1,0 6-2,-3 2 0,0 13 103,4 4 0,-4 9 112,3 3 1,4 2-120,0 6 0,7 1-143,2 3 1,5 0-629,-1-4 1,3-6 212,1-6 0,7-11-774,5-2 0,7-10 514,10-6 1,3-11-512,5-9 1,5-10-306,-1-16 1,3 0-836,-7-4 0,2-2 80,-10 2 1830,0 4 0,-4-2 0,-3 2 0,-6-3 0,-5-3 0</inkml:trace>
  <inkml:trace contextRef="#ctx0" brushRef="#br0">8448 13878 7866,'0'-12'0,"1"1"1986,4 3-1385,-4 2 1,4 7 468,-5 4 0,0 7-496,0 9 0,0 8 106,0 4 0,0 5-248,0 8 1,0-1-99,0 9 0,-4 7-487,0 1 1,0-28 0,-1 2 206,0-1 1,1 0-1,-1 1 1,-1 0-677,0-1 0,0 0 0,-5 33 332,3-6 1,2-6-1623,6-2 0,0-16 780,0-9 0,10-14-767,2-10 1899,9-10 0,-7-1 0,3-7 0</inkml:trace>
  <inkml:trace contextRef="#ctx0" brushRef="#br0">8622 14536 7866,'5'6'0,"-3"5"1377,9-4 0,-10 7-609,3 3 1,-2-4 589,-2 4 0,0 2-549,0 2 0,-5-2-248,1 2 1,0-6-601,4 2 103,0-4 1,6-2-1159,2-2 0,4-5 713,5-8 0,2-9-1530,6-7 0,-3-4 615,3-1 1,-7-4 366,7 0 0,-8-4 741,4 4 0,-6 2 72,2 6 0,-7 9 1627,-2 8-1355,-5 2 0,1 13 492,-8 6 1,1 5-261,-5 3 1,-1 4 1238,-3 0 1,1 4-582,3-4 1,-2 0-224,6-5 1,0 0-1165,4-4 0,0 3 230,0-7 0,5-5-1142,3-7 0,5-2 830,3-2 0,2-2-1681,3-2 2104,2-8 0,2-8 0,7-4 0</inkml:trace>
  <inkml:trace contextRef="#ctx0" brushRef="#br0">9440 14412 7866,'-12'0'0,"4"1"795,0 3 1,-5-1-279,-3 5 1,-1-4 520,5 4 0,-1 5-454,1 3 0,-5 5-130,1-4 0,-4 3-120,8-3 1,-3-1-789,7-3 74,2-1 119,1 1 1,10-2-221,3-3 1,5-1 231,3-3 0,-2 1 155,3 4 1,-4 3-139,0 0 0,-1 1 1015,1 3 1,-5-2-427,0-1 1,-4-1 332,5 0 0,-7 1 194,2-1-341,-2 1-2291,-2-1 1433,0-5 0,-2-2-1354,-2-5 0,2 0 735,-7 0 0,7-5-314,-3-3 1,0-8 1247,1 0 0,0-6 0,4 3 0</inkml:trace>
  <inkml:trace contextRef="#ctx0" brushRef="#br0">9949 14474 7736,'-12'24'1339,"-1"0"267,1-4 1,-2 4-67,-2-3 0,2-2-812,-3 1 0,3-4-1,2 0 1,1-2 153,3-2-1661,-3-5-76,9-1 0,-2-6-804,8 0 0,-1-2 495,5-2 0,1-4 1165,3-9 0,0-2 0,1-6 0</inkml:trace>
  <inkml:trace contextRef="#ctx0" brushRef="#br0">9924 14312 8767,'6'7'3464,"1"0"-3216,5-3 0,1-2-784,-1 2 1,2-3 393,2-1 0,-1-4 142,6 0 0,0-6 0,4 3 0</inkml:trace>
  <inkml:trace contextRef="#ctx0" brushRef="#br0">10135 14474 7736,'-5'28'718,"-4"1"0,-2-1 265,-1-7 0,5 1-252,3-6 0,3 5 532,1-5-979,0 1 0,6-10-119,7-3 0,1-3-578,6-1 0,1-9 306,4-4 1,0-7-926,-1-1 0,1-1 602,0 1 0,-6-2-241,-2 2 0,-7 3 220,-2 2 0,-5 2 226,1 2 0,-8 5 610,-5 3 0,-3 2-300,-5 2 1,-2 3 875,-6 5 0,0 0-532,1 9 0,-1 1 213,0-2 0,2 1-204,2-5 1,4 1-1389,9-1 0,-2 1-913,6-1 425,0-5 0,10-2 360,2-5 1078,3 0 0,7-11 0,1-2 0</inkml:trace>
  <inkml:trace contextRef="#ctx0" brushRef="#br0">10309 14498 7736,'12'13'-1245,"-1"-1"1717,-2 1 0,0-1 1237,-5 0 1,0 1-742,-4-1 1,5 1 189,-1-1 1,0-4-697,-4 0 1,0-3-156,0 3 0,1-5-426,3 1 1,3-3 152,6-1 1,-1-5-629,1-4 0,3-6 289,1-1 0,3-2-95,-3 1 0,3 3 177,-3-2 1,0 2-32,-5 2 0,0 5 345,1 3 1,-5 2-155,0 2 430,-5 0 1,7 6-134,-6 2 1,0 7-420,-4 2 0,0 1-424,0-2 1,1-2-713,4 3 0,-3 0 1321,7 0 0,-1 0 0,4-5 0</inkml:trace>
  <inkml:trace contextRef="#ctx0" brushRef="#br0">11686 14387 7753,'0'12'0,"0"2"915,0 2 1,1-2-264,3 3 0,-2 2-113,2 2 0,-4 6-57,-4 2 0,1 4-142,-5-4 1,-1 0-859,-3-4 0,0-4 403,-1-1 0,5-6-2478,0-2 2051,5-5 0,-3-9 542,6-7 0,0-4 0,0-12 0</inkml:trace>
  <inkml:trace contextRef="#ctx0" brushRef="#br0">11698 14188 7753,'13'-4'1007,"-1"0"0,0-1-622,1 0 0,1 4-528,2-3 1,-1 2-1292,6 2 0,0-1 1434,4-3 0,-1 3 0,1-5 0</inkml:trace>
  <inkml:trace contextRef="#ctx0" brushRef="#br0">12207 14387 7753,'-6'16'1762,"-2"1"0,-7 1-1514,-2-2 0,1-2-158,3 3 0,-3 0 1473,-1 0 0,1 1-705,3-2 0,2-2-455,3 3-324,3-3 0,10-3-160,3-3 0,8 3-52,0-3 0,6-1 170,-1 1 1,2-5-176,2 1 0,-1 2 46,-4-2 1,4 0-191,-4-4 0,-2 1-167,-1 3-111,2-2 1,-11 9 250,1-3 1,-9 3-805,-9 2 0,-4 0-302,-12 4 1,-1-2 745,-3 6 0,2-6 669,-2 1 0,-2 4 0,-1-1 0</inkml:trace>
  <inkml:trace contextRef="#ctx0" brushRef="#br0">13782 14647 7753,'-20'-16'797,"-1"-1"1,2 1-349,-2 3 0,2 6-110,2 3 0,8 4 613,-4 4 0,5 9-418,0 7 0,2 8-43,6 1 0,0 5-133,0-1 0,1-2-721,4-2 0,2-9 193,5-3 0,6-9-13,3-4 1,6-8 143,2-4 0,4-13 19,-4-4 0,0-6 190,-4 2 1,-2 1-272,-2 7 1,-3-1 351,-6 6 1,1 5-54,-1 7 1,-5 4-87,-3 4 1,-3 8-64,-1 9 0,0 7-250,0 0 0,2 3-1103,2-2 1,3-4 655,5-1 0,8-2-509,4-9 1,4 1 1156,9-10 0,3-6 0,10-5 0</inkml:trace>
  <inkml:trace contextRef="#ctx0" brushRef="#br0">15172 14548 7753,'0'8'1408,"0"0"0,0 4-809,0 8 0,4 10-229,0 20 1,2 9-254,-4-20 1,0 1-1,-2 3 1,0 1-415,0 3 1,0 1-1,-2 1 1,-2 0 409,-1 0 1,-2 1-1,-1 1 1,-1 0-123,1-1 0,0-1 0,-3-3 0,1-2-209,2-6 0,-1-2 0,-6 27-966,7-9 648,-3-8 0,11-16-339,0-13 1,1-11-273,8-10 1,-5-4 707,4-9 1,-5 1 438,1-9 0,3-2 0,0-11 0</inkml:trace>
  <inkml:trace contextRef="#ctx0" brushRef="#br0">15209 14746 7753,'12'-31'619,"1"2"1,-1 7-311,1 1 1,5 2-22,2-2 0,8 3 189,1 6 1,0 1 338,-5 2 1,-3 4-425,0 5 1,-10 0-191,1 0 0,-8 5-162,1 4 0,-11 7 116,-6 5 1,-6 8-170,-7 4 1,-5 3-194,-4 1 1,-3 4-475,-4 1 1,6-1-318,-2-4 1,10-1 450,2-3 0,1-3-1661,8-5 1625,5-11 1,12-4 298,12-14 0,6-9 283,10-8 0,3-2 0,5-2 0</inkml:trace>
  <inkml:trace contextRef="#ctx0" brushRef="#br0">15730 14610 7753,'12'-18'1709,"1"4"-1184,-6-4 0,-7 11 376,-9 3 0,-2 8-388,-1 5 1,-6 7 84,-3 5 1,2 4-160,-2 4 0,1-2 16,-5 6 1,0 0-290,0 5 1,6-7 2,2-2 1,9-3-1148,4-1 857,3-5 1,3-8-357,7-8 1,2-11 225,14-9 1,-3-5-835,7-12 1,1 0 194,-1-4 0,0-1 405,-4 1 1,2 1 215,-2 3 1,-3 3 66,-10 5 1,-1 6 551,-2 2-351,2 9 1,-10 5 836,3 12 0,-6 4-148,-3 12 0,-3 0 244,4 0 1,-4 4-536,4 0 1,-1 0-171,5-5 0,0 4-391,0-3 0,2 1 183,2-10 0,3 0-2661,5-8 2001,1 3 0,-1-10 641,0 3 0,1-13 0,-1-5 0</inkml:trace>
  <inkml:trace contextRef="#ctx0" brushRef="#br0">16028 14536 7753,'7'5'2204,"4"-4"-1010,-4 10 0,4-4-625,-3 6 1,1-1 43,-4 1 0,3-1-213,-4 0 1,0 2-63,-4 3 0,0 1-137,0 2 1,0 4-281,0-4 0,-1 4-110,-3 1 1,-3-2-121,-6-2 0,2-8 260,3-4-4,-3-7 0,10 1-77,-3-11 1,2-6 48,2-11 1,6-1-565,2-3 1,8 3 275,5-3 1,3 3-237,0 1 0,3-1-227,2-3 1,1 7-1491,3-3 2322,3 3 0,-5-3 0,7 1 0</inkml:trace>
  <inkml:trace contextRef="#ctx0" brushRef="#br0">16797 14151 7753,'0'-25'-82,"0"5"173,0-1 1,-4 10 22,0-1 52,-1 7 1,1 5 348,0 9 1,-1 9 24,1 6 1,1 8 28,-5 9 0,3 5 193,-3 8 1,1 1-523,-1 3 1,-3-2 73,3-2 0,1-2-100,-2 6 1,7-11-291,-2-2 0,2-10 123,2-6 1,0-9-428,0-3 0,6-9-50,2-4 1,3-9-368,1-7 0,1-2-617,-1-7 1,-1 2 882,-2-2 1,-4-1-120,-5 6 1,-1-1 649,-3 5 0,-3-1 0,-17-5 0,-2-1 0</inkml:trace>
  <inkml:trace contextRef="#ctx0" brushRef="#br0">16512 14560 7753,'-13'2'1213,"1"2"-354,5-3 12,1 5 0,12-5-352,2 3 1,10-2 173,7 2 0,5-3-252,7-1 1,1 0-506,-1 0 1,1-1-205,4-3 1,-2-2-147,5-2 1,-1-3-1343,2 3 0,-3-3 415,-6-2 1240,-6 1 1,0-6 0,-6-1-1</inkml:trace>
  <inkml:trace contextRef="#ctx0" brushRef="#br0">17144 14536 7753,'0'19'0,"0"-1"416,0-6 0,-4 5-208,0-1 1,0 5 1128,4-5 0,-4 5-595,0-4 0,-5 5-167,5-2 1,0-2-540,4-1 0,-4-3-897,0-2-281,0 6 916,4-4-2970,0-2 3196,0-6 0,-6-12 0,-1-1 0</inkml:trace>
  <inkml:trace contextRef="#ctx0" brushRef="#br0">17033 14436 7753,'6'0'788,"0"0"0,-5-4-45,3 0 1,3 0 217,6 4 0,1-4-1172,2 0 1,-1 0 149,6 4 1,1 0-385,7 0 0,-3-2 344,3-2 1,-3 3-2348,-1-3 2448,0 2 0,5 2 0,2 0 0</inkml:trace>
  <inkml:trace contextRef="#ctx0" brushRef="#br0">17554 14610 7753,'-13'0'361,"1"0"0,-6 0 480,-3 0 0,2 0 637,-2 0 1,5 5-714,-5 4 0,-4 3-57,-4 5 0,4 2-290,5 6 0,6 0-257,2-1 0,1 0 53,6-4 1,3-2-362,6-5 0,4-6 9,9-3 1,2-4-126,6-4 1,0-9-541,-1-7 1,5-4 363,0-1 1,4-4-67,-4 1 0,-4 4 157,-4 8 1,-2 2 427,2 1 1,-3 2-112,-6 3 232,0 3 1,-5 14 97,-3 4 0,-4 11 350,-4 1 1,-3 3-170,-5-3 1,1-1-75,3 1 0,-2-1-1697,6-4 821,-6-2-993,9-5 0,-3-8 691,8-5 0,3-11-348,5-10 0,1-2 98,-1-2 1022,0-5 0,6-2 0,2-5 0</inkml:trace>
  <inkml:trace contextRef="#ctx0" brushRef="#br0">17963 14126 7714,'11'-20'409,"-3"-1"1,2 10 348,-6-1-244,6 7 1,-9 8-159,3 14 1,-2 7 129,-2 14 0,0 9-152,0 2 1,-6 5-140,-2 0 1,-3-2-274,-2 6 1,1-2 222,0 2 1,1-7-830,2-5 0,0-6 450,4 1 0,1 0-1309,4-3 1,0-1 1542,0-12 0,6 2 0,1-8 0</inkml:trace>
  <inkml:trace contextRef="#ctx0" brushRef="#br0">19067 14560 7714,'-21'0'767,"1"0"0,0-4-716,0 0 0,-2 0-51,5 4 0,5 7 1027,3 5 0,7 8-332,-2 8 0,2 3-211,2 2 0,0 3-340,0-3 1,4-3-194,0-1 0,6-4-276,-2-5 1,8-7 288,0-9 0,6-4-465,-1-4 0,6-10 265,2-11 1,4-5-87,-4-7 1,2 0 20,-2-1 1,-3 1 44,3 0 1,-9 5 48,-3 3 1,-9 5-22,-4 3 1,-8 7 48,-4 6 0,-14 5 24,-7-1 1,-7 9 18,-5 8 0,-2 1 198,-2 6 0,3-3 79,9 3 1,3-3-21,5 4 1,7-2-862,6 2 1,5-3 739,7-6 0,11 6 0,3 1 0</inkml:trace>
  <inkml:trace contextRef="#ctx0" brushRef="#br0">19340 14498 7714,'17'0'300,"-1"0"1,2 0 486,-1 0 0,-4 0-193,4 0 1,-3 6-230,-2 2 0,-1 3 15,-3 2 0,-2 3-141,-6 1 0,0 3-93,0-3 1,-2 5-18,-2-1 0,-3 1-135,-5-2 1,0 2 3,-1-5 1,-1 1 109,-2-2 0,6-7-109,-2-1 1,6-5-16,-2-3 0,5-6-241,-1-2 1,4-5 133,4-3 0,5-3-38,7-6 1,-1 0-98,6 0 1,0 2-183,3 2 1,3-1-1133,2 5 1,-3 1 751,3 4 1,-4 3 819,-5 1 0,4 0 0,-5-5 0</inkml:trace>
  <inkml:trace contextRef="#ctx0" brushRef="#br0">19911 14598 7523,'-7'0'1079,"0"0"-645,3 0 1,1 0 78,-5 0 0,4 0-152,-5 0 0,0 5 119,-8 3 1,2 3-22,-6 2 1,2 3 4,-2 1 1,-2 9-18,2-1 0,-1 2-147,1-2 1,9 3-350,8-3 0,3 2 124,1-6 0,5 1-261,3-1 1,9-9 191,4-8 1,3-4-218,5-4 0,2-8-126,2-9 1,1-7-281,-5-1 1,4-9 174,-4 1 0,4-5-155,-4 1 1,0 2 132,-4-2 1,-2 2 117,-2 2 1,1 1 181,-5 3 0,-5-1-34,-4 5 0,-5-1 131,1 1 1,-1-2 51,1-2 1,-3-3 125,4 3 1,-4 2 42,-1-2 1,0 2 244,0 2 0,0 6 751,0 10-515,0 7-23,0 0-340,0 6 1,0 1-162,0 4 1,0-3 40,0 7 0,-1-5 55,-4 4 1,4 0 84,-3 5 0,-2 5-94,2 2 0,-4 4-58,4 0 1,-6 7 32,2 2 1,1 7-190,-1 1 0,0 6 89,-5-1 1,1 3-476,-1 5 1,2-3-90,3 3 1,-2-3 33,6-2 1,0-6-1446,4-6 1376,0-5 1,10-14-531,2-6 1,9-11 106,-1-9 949,4-8 0,-5-4 0,-1-4 0</inkml:trace>
  <inkml:trace contextRef="#ctx0" brushRef="#br0">20270 14697 7714,'-1'16'0,"-3"1"0,1 1 1044,-5-2 0,5-2-431,-1 3 1,3-4 1514,1 0-1540,0-6 1,6-2-211,7-5 1,5-9-798,7-4 0,1-12 319,3 1 0,-2-5-256,6 0 0,-5 1 299,1-5 1,-4 5-979,-5 0 0,-2 3 436,-5 4 1,-6 3-6,-3 6 0,-8 1 222,-5 2 1,-9 4 681,-6 5 1,-3 7 704,-6 5 0,4 6-640,-4 7 1,6 1 109,-2 3 1,3 1-119,1 3 0,4 2 27,0-6 1,8 1-94,0-1 1,2-3-1087,7 3 0,0-8-86,4-5 0,1-3-661,3-5 1,3-2 122,6-6 1419,-1-6 0,6-12 0,1-8 0</inkml:trace>
  <inkml:trace contextRef="#ctx0" brushRef="#br0">20643 14498 7714,'6'13'1931,"4"-1"-1365,-6 1 0,2 3 68,-2 1 0,-3 5-251,3-2 1,-2 5-1,-2 4 0,-2-3-111,-2 3 0,3-4-277,-3-4 1,-2 1-59,2-6 0,-4 1-119,4-5 323,-6-5 0,9-3-30,-3-8 0,4-4-315,4-9 0,8-3 85,9-9 0,2 1-486,2-5 1,0 4 314,0-4 0,4 5-424,-1 0 1,0 7 64,-7 4 649,2 4 0,-9 0 0,4 1 0</inkml:trace>
  <inkml:trace contextRef="#ctx0" brushRef="#br0">21226 14660 7688,'-6'-13'843,"3"1"1194,-5-1-1524,5 6 0,-2 3-169,5 8 1,0 9 438,0 8 1,4 6-301,0 2 1,4 5-372,-4 0 1,6 0 2,-2-1 1,3-3-522,2-5 0,5-10 101,2-2 0,4-10-168,1-3 0,5-13-145,3-12 0,3-5 254,1-7 0,-5-3 19,-3 3 0,-9-2 32,-3 10 0,-5 0 324,-3 4 0,-7 6-68,-10 3 0,-6 7 111,-10 5 1,-7 3 47,-2 1 0,-1 5 156,1 4 0,-2 6-359,6 1 0,-4 6 85,4-1 1,2 1-628,6-1 0,3 1 274,6-6 0,5 1-1143,3-5 1512,2 6 0,2-4 0,0 4 0</inkml:trace>
  <inkml:trace contextRef="#ctx0" brushRef="#br0">21536 14647 7688,'8'2'900,"0"2"0,-4 3-231,5 5 0,-7 0-240,3 1 0,-4 5 771,-1 2 0,0 0-416,0 0 1,-1 1-182,-4 4 1,4-6-942,-3-2 353,3-4 0,2-6-257,3-3 1,4-9 238,9-7 1,6-8-365,6-9 1,4-2 157,-4-7 1,4 5-18,-4 0 1,2 6 7,-2-2 0,-3 4 204,3 4 1,-7 9 11,-2 8 0,-7 4-61,3 4 0,-10 4-203,2 9 0,-5 2 78,-3 6 1,0 5-196,0 3 1,0-3 83,0-1 0,0-2-377,0-3 0,-4 5-68,0 0 744,-6-5 0,3-1 0,-5-4 0</inkml:trace>
  <inkml:trace contextRef="#ctx0" brushRef="#br0">22652 14151 7651,'-4'8'-479,"0"1"-61,0-7 1,2 8 717,-2-6-59,3 0-40,-5-4 0,6-1 1,0-3 0,5 1 113,-1-5 0,0 4-70,-4-5 1,0 5 207,0-4 1,0 4 42,0-4 1,0 3 518,0-3-278,0 5 1,1-6 132,3 5-147,-2-6 1,3 3-218,-5-5 1,6 3-26,2 1 1,3 0-112,1-5 0,6 1-143,3 0 0,8-1 29,4 1 1,8 5 12,5 3 0,2 2-274,2 2 1,-5 11 151,1 6 1,-10 6-430,1 6 0,-12-1 222,-1 5 0,-7 0-152,-1 4 1,-7-4 113,-5 0 0,-4 1 21,-4 3 1,-9 0 28,-7 0 0,-5 0-138,-4 1 0,-8 6-248,-9 5 1,2-5 410,-1 2 0,1-6-189,-2-3 1,3-7 99,6-5 1,11-11-448,5-10 0,12-9 232,4-8 0,4-10-655,1-10 1104,0-3 0,6-7 0,0-1 0</inkml:trace>
  <inkml:trace contextRef="#ctx0" brushRef="#br0">22925 14163 7651,'13'0'1081,"-1"0"1,-1 2-677,-3 2 1,-2-1-159,-6 5 1,0 6 142,0 6 1,-2 9-95,-2 4 1,-4 14-278,-9 7 0,-7 11-154,8-30 0,-1 0 0,-1 4 0,0 1 59,-1 1 0,0 0 0,-1 1 0,-1 0-18,0 0 0,1-1 1,-1-1-1,2 0-126,2-2 1,1-2 0,-1-2-1,1-1-244,-9 24 1,8-12 181,13-17 0,4-12-569,4-8 0,5-5 321,7-3 0,3-7 28,6-6 1,1-5 501,3-6 0,-8-1 0,2 0 0</inkml:trace>
  <inkml:trace contextRef="#ctx0" brushRef="#br0">23545 14225 7651,'-1'-11'0,"-3"3"0,1-1 1033,-5 4 1,4 1-87,-5 4 0,5 6 91,-4 2 0,-2 14-320,-6 7 0,1 8-304,-6 9 0,0 2-95,-3 14 0,9-30 0,-1 1-323,0 3 0,-1 2 1,1 2-1,0 0-21,0 2 0,-1-1 0,4-4 0,0 0 51,0-1 1,1-2 0,-1 26-564,8-7 0,7-11-262,6-5 1,4-14-752,9-2 1,7-11 501,-3-6 1,3-12-1275,1-5 2322,-2-7 0,7 0 0,-5-7 0,-1-6 0,-2-6 0</inkml:trace>
  <inkml:trace contextRef="#ctx0" brushRef="#br0">24141 14312 7677,'-8'0'341,"-1"0"1,5 0 1366,-4 0-810,0 0 1,-5 0-415,1 0 1,4 0 147,-1 0 1,1 0-223,-4 0 0,-2 2-267,-3 2 1,-2 3 16,-6 5 0,-4 6-111,0 3 1,-1 8 48,1 4 1,4 1-71,0-1 0,6 2 37,7-6 0,5 2-46,3-6 0,9 1-175,8-9 0,10-5 78,10-3 0,3-7-481,1 2 1,0-2 264,1-2 0,-5 4-163,0 0 1,-6 6 236,2-2 1,-8 4 215,-5 5 1,-7-2-108,-5 6 0,-10-1 201,-6 5 0,-2 4 445,-6 0 1,-1-1-298,-4-8 0,0 2-46,0-5 0,2-1-2,2-3 1,-2-6-908,2-3 0,-1-3-259,1-1 0,4-1-702,4-3 0,5-7 1678,0-6 0,5-10 0,-3 0 0</inkml:trace>
  <inkml:trace contextRef="#ctx0" brushRef="#br0">24612 14300 7664,'13'1'0,"-1"3"0,0 2 753,1 2 0,-1 5-555,1-1 1,-1 6 1255,1 7 0,-5 1-715,0 3 0,-4 0-518,4 8 1,-5-1-36,1 9 1,-4-3 6,-4 3 0,-3 1-504,-5 3 1,-6 5 12,-3 0 0,-2-1-28,-2-3 1,-5 0 187,-3-1 0,-5-3-915,-3-1 1,7-9 234,-4 1 1,4-12-8,-3 0 0,4-13 290,0 1 0,6-9 535,3 0 0,-1-3 0,4-1 0,-2 0 0,-2 0 0</inkml:trace>
  <inkml:trace contextRef="#ctx0" brushRef="#br0">25133 1277 7795,'-20'-8'38,"0"1"0,1 0 158,0 1 1,-2 3 243,-4-1 0,-1 2 280,-3 2 1,2 3-266,-7 5 1,1 7-83,-4 14 1,0 3-132,0 5 0,4 7-363,0 6 0,1 6 212,15-23 1,1 1-1,1-2 1,1 0 21,3 3 0,1 1 0,-8 31-162,11-30 1,2 1-1,1-3 1,1 1 67,0 4 1,2-1-1,2 31-73,7-4 0,8-2 20,13-2 0,4-2-36,-13-30 0,1-2 0,1 0 1,1-2-158,4-3 1,0-1 0,2 2 0,2-1 166,3-1 1,2-2-1,0 0 1,2-2 20,3-2 1,1-3 0,1 0 0,1-2-25,-1-4 0,1-2 0,-1-1 0,0-1-27,3 0 1,-1-2 0,2-4 0,-1-2 66,-1 0 1,1-3 0,-1-4 0,-1-2-168,-2 0 1,-1-1-1,2-2 1,0 0 153,-2-1 1,0-2-1,1 0 1,-1-2 201,-1-1 1,-2 0 0,0 0 0,-2-1-80,-5 2 1,0-1 0,-1-1 0,0 0-87,-1 1 0,0 0 0,1-2 0,-1-2 58,-1 1 1,-2-2-1,-1-2 1,0 0-27,-2-1 1,-1-1 0,1 1 0,0-1-1,2-3 0,-1 0 0,-2-2 0,-1-1-1,-2 0 0,-1-2 1,-2-1-1,-1-1 82,-4 3 1,-2 0 0,-2 1-1,-1 1-19,-3 2 1,-2 0-1,-14-28-65,-11 1 1,-15 6 5,12 33 1,-4 1 0,0 0 0,-3 3-192,-4 1 0,-2 3 0,-4-1 0,-2 3 119,-1 1 1,-1 3 0,-2 2 0,-1 2-304,4 2 0,-1 1 0,-3 2 0,-1 0-61,-1 2 1,-2 1 0,-3 2 0,-2 2 200,0 2 0,0 3 1,-1 2-1,1 2-1000,2 1 1,0 3 1198,-1 3 0,-1 2 0,0 0 0,0 1 0,0 2 0,1 1 0</inkml:trace>
  <inkml:trace contextRef="#ctx0" brushRef="#br0">1625 16160 7769,'0'-12'0,"0"-2"460,0-2 0,0 2-72,0-3 0,0 2 358,0-1 0,-5 2-265,-4-3 0,-2 3-22,-1 2 1,-1 4-122,1-1 0,-4 7 46,-1-2 0,-5 2-46,1 2 1,2 11-20,-2 6 1,2 6-66,-2 6 0,-1 4-51,6 9 1,-1 2-148,5 5 0,4 2 106,-1 3 1,6-7-397,-1 2 1,4-13 199,4-3 0,5-11-170,7-5 0,4-9-68,4-4 1,7-13-211,2-8 0,-1-6-232,1-6 1,-6-3 288,2-5 1,-3 0 135,-1-1 0,0 1 63,0 0 1,-6 1 287,-2 3 0,-9 0-119,-4 8 1,1-1 393,0 10 89,-1-1-322,-4 10 0,0 7 215,0 8 0,0 3-108,0 2 1,0 5 142,0 2 0,0 4-98,0 1 0,0-1-168,0 1 0,0 0-263,0 0 0,1 4-461,3 0 0,-1 0-33,5-5 1,2-3 333,6 0 0,0-6-966,4 2 1,1-9 600,4-4 1,0-3 699,-1-1 0,1 6 0,0 1 0</inkml:trace>
  <inkml:trace contextRef="#ctx0" brushRef="#br0">3114 15987 7769,'-13'-25'1026,"5"6"-642,0 2 0,0 7-234,-5 2 0,-1 5 32,-2-1 0,1 8 493,-6 5 1,4 7-132,-3 5 0,3 4-15,-3 4 1,0 2-52,0 6 1,6 5-118,6-1 0,1 6-457,-2-2 0,4 2 112,5-1 1,5-4-591,4-4 0,2-8 215,1-5 0,2-7-117,2-10 0,4-5-744,4-12 1,3-6 517,2-14 0,1-6-956,3-7 1337,-3-5 0,1-2 1,0-8-1</inkml:trace>
  <inkml:trace contextRef="#ctx0" brushRef="#br0">3362 15515 7769,'-2'7'0,"-2"-3"0,2 2 1323,-7-2 0,5 7-593,-4 1 1,4 2 655,-4 7 0,1 6-641,-2 11 1,-2 0-287,3 8 1,1 5-502,-1 7 0,1 2 193,-1 2 1,-3-1-912,2-3 0,4 1 555,1-5 0,2-7-807,2-10 1,2-12 434,2-13 1,-1-5-41,5-7 1,4-7 227,5-5 1,1-8 337,-2-9 0,-2 3 89,3-3 1,1 3 15,-2 1 0,1 6 193,-5 2 0,0 5-191,1 4 353,-1-3 0,-1 11-166,-2 0 1,-4 7 261,-5 9 1,0 2-144,0 3 0,0 6 7,0-2 1,-1 3-573,-3-4 0,2 1 154,-2 0 1,3-4-1227,1-1 1,1-6 679,3-1 1,3-1-1244,6-4 1838,4-2 0,3-1 0,5-5 0</inkml:trace>
  <inkml:trace contextRef="#ctx0" brushRef="#br0">3858 16185 7769,'-5'-7'0,"-1"0"996,-2 3 0,-3 3 44,2-3 0,-2 4 298,-1 4 1,-2 7-10,-2 5 0,2 6-681,-3-1 0,4-2-683,0 2 1,2-2 70,3 2 1,2-3-1356,6-6 1147,0 1 0,6-6-6,2-3 0,7-8 164,2-5 1,5-7-1104,-1-5 0,2-2 259,2-2 0,-4 4 261,-1 1 1,-3 4 449,3 0 1,-4 2-70,0 2 0,-2 5 877,-2 3-610,1-3 0,-2 11 369,-3 0 0,-2 6 170,-6 2 1,0 2 484,0 2 1,0-2-919,0 3 1,-2 1 162,-2-2-1663,3 1 0,-5-5 773,6 0 1,0-3-3002,0-1 2586,0-5 0,2 2 985,2-5 0,3-5 0,5-2 0</inkml:trace>
  <inkml:trace contextRef="#ctx0" brushRef="#br0">4156 16148 7769,'0'12'0,"0"-3"723,0-1 0,-2 0-209,-2 4 1,3 1 969,-3-1 1,1 1-427,-1-1 1,1 5-8,-5-1 1,5 1-1160,-1-5 1,-2 0 109,2 1 1,0-5-2928,4 0 1846,0-5-2720,0 3 3799,0-6 0,6-6 0,1-1 0</inkml:trace>
  <inkml:trace contextRef="#ctx0" brushRef="#br0">4267 15999 7769,'9'0'1257,"-1"0"1,-4 0-377,4 0 0,-3 0 409,3 0 40,0 0-1631,4 0 0,0 1 240,-4 4 1,1-3-181,-4 7 1,3 0 242,-4 8 1,0 2-807,-4 6 1,0 0 298,0-1 0,-1 1 256,-3 0 1,1-2 280,-5-2 0,5 1 462,-1-5 0,-2-1 210,2-3 0,0-5-319,4 0 0,0-4-171,0 5 214,0-7-414,0 4 0,5-12 100,4-2 0,2 0-310,1-5 0,5 4-16,-1-8 0,2-1-105,-1 2 0,1-5 441,2 5 0,-2-1-62,-5 5 1,-1 1 127,0 2 1,-3 0 123,-1 5 194,-5-1-270,2 5 1,-5 6-362,0 2 0,0 3-764,0 2 0,0 0-2493,0 4 3380,0-3 0,-5 9 0,-2-4 0</inkml:trace>
  <inkml:trace contextRef="#ctx0" brushRef="#br0">5942 15949 12205,'6'-6'1390,"2"1"1,8 4-925,5 1 0,4 0-469,4 0 1,4-4 44,8 0 1,-1-5-254,6 5 1,-1-5 213,5 0 1,-6 0-1489,-3 1 0,-8-2 617,-4 6 1,-4-2-2477,-4 2 3344,-9 3 0,-17 1 0,-9 7 0</inkml:trace>
  <inkml:trace contextRef="#ctx0" brushRef="#br0">6265 15925 7769,'-13'12'0,"1"0"0,1 5 330,3-1 0,-2 7 218,6-3 1,-4 4 217,3 0 0,1 7 165,4 2 1,2-1-428,2 1 0,3-4-329,5 4 1,-1-2 27,-3 2 1,3 2-1029,-2-6 0,-4 0 367,-1-4 0,2-2 9,-2-2 1,1-5-950,0-8 1,-4-1 571,3-3 1,-4-2 37,-4 2 788,-3-3 0,-5-6 0,-1-2 0</inkml:trace>
  <inkml:trace contextRef="#ctx0" brushRef="#br0">5955 16470 7769,'-13'13'-73,"5"-5"-36,0 0 0,5 1 752,-1 3 0,2-4-195,2 0 1,6 1 334,2 3 1,5 1-328,3-1 1,5-4 134,8 0 1,-2-5-195,6 1 1,0-2-444,5-2 0,3-2-143,0-2 0,6-3-82,-1-5 0,1 0-1476,-2-1 1,-6 1 1746,-6-1 0,-6 1 0,4 0 0</inkml:trace>
  <inkml:trace contextRef="#ctx0" brushRef="#br0">7803 16111 7769,'0'-25'978,"0"-4"-607,0 0 1,-1 0-231,-4 4 0,-1 2 167,-7 2 0,-1 5 221,-2 7 1,-8 4-118,-5 5 1,-5 0-161,1 0 1,-2 5 41,2 4 1,-1 3-66,5 5 0,0-2-202,4 5 0,6-2 117,2 7 1,4-3-50,0 7 1,6 3-40,3 1 1,4-1-117,4 1 1,5-6-111,7 2 1,3 0 62,6-4 1,0 1-230,0-9 1,4-6 143,0-7 0,4 1-694,-4-1 1,4-1 409,-4-7 0,-4-2-330,-5-2 1,-5 1 29,2 3 776,-9 3 0,-2-10 0,-6 4 0</inkml:trace>
  <inkml:trace contextRef="#ctx0" brushRef="#br0">7394 16458 7769,'-11'19'360,"2"-2"1,0-3 552,5-2 1,-1 0-356,5 1 1,10-5 67,2 0 0,15-5 124,2 1 1,6-2-292,7-2 1,-2-2-338,5-2 0,1-3 51,3-5 0,1-2-869,0-3 0,-2 4-144,-3-4 1,-6 3-661,-6 2 1,-4 5-706,4 3 2205,-11-3 0,1 6 0,-10-5 0</inkml:trace>
  <inkml:trace contextRef="#ctx0" brushRef="#br0">8597 15949 7769,'0'-8'270,"0"0"1,1 4 129,3-5 796,-2 1-785,3-4 0,-3 4 449,2-1-603,-3 7 0,9-3 22,-6 10 1,2 8-17,-2 12 0,-3 7-26,3 9 0,-2 9-138,-2 8 0,0 8-173,0 4 0,-3-34 0,0 1-34,-1 0 1,0 0 0,-7 32 135,-2-2 1,1-4-670,0-1 1,0-15 343,4-6 0,1-16-537,3-4-174,3-12 243,-5-3 0,8-13-188,2-6 0,-3-4 110,3-8 843,-2-6 0,-2 5 0,0-4 0</inkml:trace>
  <inkml:trace contextRef="#ctx0" brushRef="#br0">8622 15887 7769,'8'-13'289,"0"-4"1,1 3 450,3-2 1,6-2 34,3 1 1,2 1-310,2 3 0,4 6-24,0 3 0,5 3-113,-1 1 1,3 5-286,1 4 0,-1 2 102,-3 1 0,-4 6-214,-8 3 0,-3 1-48,-6-2 0,-1 4-94,-3-3 0,-2 2 108,-6 2 0,-7 0-29,-5-1 1,-6 1 208,-7 0 0,0 0-103,0 0 1,-5-1-14,-3 1 1,1-4-7,-1 0 1,4-5-882,-4 5 0,6-6-10,-2 1 1,-2-3-1307,2-5 2241,0 3 0,-1-9 0,-2 3 0</inkml:trace>
  <inkml:trace contextRef="#ctx0" brushRef="#br0">9602 15937 7769,'-4'-17'425,"-1"1"0,-4 1-73,1 7 0,-3-2-149,-2 6 1,1 0 25,-1 4 0,-3 11 480,-1 5 1,-3 8-155,3 5 1,-4 8 9,5 8 0,-5 3-155,5 2 0,-1 4-387,5 0 1,1 5 44,2-1 0,4 0 82,5-5 0,0-4-766,0-12 1,5-7 475,4-5 1,7-3-1228,5-10 0,8-5 140,4-15 0,3-6 1227,1-11 0,6 1 0,1-1 0</inkml:trace>
  <inkml:trace contextRef="#ctx0" brushRef="#br0">9986 15999 7769,'4'-8'1352,"1"-1"1010,-1 1-1719,-4 1 0,-6 3 571,-2 8 0,-7 3-589,-2 6 0,-3 3-207,3 1 0,-4 5-316,5-2 1,-1 2-272,5-1 1,4 1-232,-1-5 0,7 1 328,-3-2 1,7-2-287,6 2 0,2-6 191,10-2 0,1 1-50,4 3 0,-2 0-40,-2 1 0,1-1 527,-5 1 0,1 3-63,-2 1 0,-6 3 53,2-3 0,-8 1 34,0-2 0,-2 0 136,-2 4 0,-6-5-566,-2 2 1,-4-5 123,-5-3 1,3-4-864,-2-5 1,2 0 447,2 0 0,-1-3-1635,1-5 0,1-2 813,2-10 0,4-2 1249,5-7 0,5-8 0,2-8 0</inkml:trace>
  <inkml:trace contextRef="#ctx0" brushRef="#br0">10495 15863 7769,'16'4'960,"1"0"0,1 6-387,-2-2 1,-3 3 369,-1 1 1,-1 2-413,-7 3 1,1 2-159,-5 6 0,0-2-170,0-2 1,-5 2-551,1-2 1,-7 6-193,-1 2 1,-2 2-422,-7-2 1,-1 2 560,-7 6 1,-2 2-559,-6 2 0,-2-2-2065,-2 2 3022,-4 3 0,-10-5 0,27-18 0,0 1 0</inkml:trace>
  <inkml:trace contextRef="#ctx0" brushRef="#br0">3411 17487 7769,'0'-7'1271,"0"3"-990,0 8 1,5 9 797,-1 7 1,0 5-532,-4 4 1,0-1-347,0 5 1,0 0-325,0 4 0,0-5-462,0-3 0,0-4-1969,0-5 1975,0-2 1,0-12 577,0-6 0,0-17 0,0-9 0</inkml:trace>
  <inkml:trace contextRef="#ctx0" brushRef="#br0">3387 17140 7769,'8'0'490,"0"0"0,-4 0 140,5 0 1,-1 0-458,4 0 0,1 1 30,-1 4 1,2-4-574,2 3 0,0-1 211,4 1 1,1-1-1831,4 5 1989,0 0 0,-1 5 0,1-1 0</inkml:trace>
  <inkml:trace contextRef="#ctx0" brushRef="#br0">3585 17289 7769,'0'-8'-951,"0"-1"0,0 5 1257,0-4 1,0 4 327,0-4-277,0-1-153,0-3 1,0-1 476,0 1-199,0 0-102,0-1 272,0 1-178,0-1-267,-5 7 1,2 0-26,-5 6 1,-1 1-26,-3 4 0,-2 3-46,-2 8 0,-4 5-138,-4 8 1,-1 3-85,0 5 1,4-4 105,1 0 1,0 0-18,0 4 0,3-5 22,9-3 1,2-4-86,6-5 1,2-3 59,2-9 0,4 2 216,9-6 1,2 0-64,6-4 0,-1 0-35,1 0 1,4 0-92,0 0 0,0 2 66,-4 2 0,0 0-94,0 8 1,-2-2 51,-2 6 1,1 2-51,-6-1 0,-3 5 51,-5-1 0,-5 2 19,1 2 0,-3-6 66,-1-2 1,-1 1 172,-3-2 1,-3 1-52,-6-5 1,1 0-105,0 1 1,-2-1-206,-3 1 0,2-5 122,-6 0 1,5-5-199,-5 1 1,1 2 80,-5-2 1,4 0-656,0-4 1,2-2-2,-2-2 1,-1-3-227,6-5 0,-1 0-46,5-1 1,5 1 272,3-1 725,2 1 0,2-6 0,0-1 0</inkml:trace>
  <inkml:trace contextRef="#ctx0" brushRef="#br0">4168 17661 7769,'6'-7'0,"-5"-4"7,3 3 0,-2-3 194,-2-2 339,0 1-82,0 5-362,-6 2 1,-1 6 106,-5 3 1,-5 3 47,1 5 1,-2 5-49,1-1 1,3 6-84,-2-1 1,2-2 58,2 2 1,1 0-132,2 4 0,0-5-122,5 1 0,0-6 73,4 2 1,0-8-83,0 0 0,5-7 50,3 2 0,5-4-36,3-4 1,-1-8-60,6-9 1,0-2-141,4-2 0,-5-4 96,1 0 1,-5 2 72,5 6 1,-6 0 227,2 9 1,-7-2-69,-2 10 1,-1 2 150,1 11 1,-3 5-68,-5 10 0,-1 7 34,-3 2 1,1-2-28,-5 3 1,5-7-8,-1 2 1,3-7-335,1-1-207,0-6 0,5-3-261,3-8 0,3-8 313,2-4 1,-1-9-446,1-3 1,-1-4 392,0 0 1,1-1 395,-1 0 0,1-5 0,-1-2 0</inkml:trace>
  <inkml:trace contextRef="#ctx0" brushRef="#br0">4516 17673 7769,'-6'7'2116,"-1"4"-1298,-5-4-589,5 0 1,8 3 417,12-6 1,0 0-235,8-4 0,1 0-489,7 0 1,-1-1 143,5-4 0,0-1-808,4-7 1,2-1-13,2-2 1,-2-5-460,2-8 1,-2 2-91,-2-6 1123,-11 5 1,3-8 0,-10 5 0</inkml:trace>
  <inkml:trace contextRef="#ctx0" brushRef="#br0">4888 17190 7769,'-17'4'717,"1"0"1,-1 7-232,5 1 0,-1 2 518,1 7 0,1 9-477,3 7 0,-2 9-52,6-1 0,-4 5-105,3 4 1,1-3-143,4 2 1,2-7-419,2-5 0,3-4-467,5-4 0,0 2 112,1-6 0,1-6-612,2-6 1,-1-5-195,6-4 0,-4-2 671,3-6 1,0-11 679,0-6 0,0-7 0,-4-9 0,3-1 0,6-8 0</inkml:trace>
  <inkml:trace contextRef="#ctx0" brushRef="#br0">5086 17587 7897,'7'-7'1676,"-1"1"1,-6 8-928,0 2 0,0 4-286,0 8 0,0 0-80,0 4 0,-5 0-373,1 0 0,0 4-356,4-4 1,0-2-211,0-1 1,0-3-567,0-2 0,0 0-1975,0 1 3097,6-6 0,1-7 0,5-7 0</inkml:trace>
  <inkml:trace contextRef="#ctx0" brushRef="#br0">5173 17450 7769,'-5'-7'4298,"3"2"-3076,-3-1-839,10 5 0,2-5-1521,5 6 1,5 0 1137,0 0 0,10-5 0,-1-2 0</inkml:trace>
  <inkml:trace contextRef="#ctx0" brushRef="#br0">5979 17525 7825,'-18'-7'887,"3"-3"-521,-5 6 0,3 0 308,-4 4 0,1 1-147,-5 3 0,-4 0-54,0 9 0,-5-2-472,0 9 1,3-3 77,-2 4 0,5-2-128,-1 2 0,9 1 103,3-6 0,9 1-221,4-5 1,5-1 63,7-3 1,6-2 66,11-6 1,5 0 31,3 0 0,-1 0 220,1 0 0,-4 0 40,4 0 1,-10 1-32,2 3 0,-4-1-107,0 5 1,-3 1 59,-6 3 1,-5 1-132,-3-1 0,-3 5 44,-1-1 0,-9 6-442,-4-1 1,-6 2-266,2 2 1,-3-6-544,3-2 1,1-5-133,3-4 0,1-2-17,-1-6 1021,7 0 0,0-11 287,6-6 0,6-10 0,0-5 0</inkml:trace>
  <inkml:trace contextRef="#ctx0" brushRef="#br0">5992 17661 7825,'19'7'957,"3"4"-550,-5-3 1,-1 2 437,-3-2 1,3 3-306,1-3 0,1-1 212,-2 1 0,-1-3-310,6 3 1,0-5-454,3 1 1,3-10-316,2-6 0,2-3-323,7-10 1,-3 1 88,-2-9 0,-1 0-690,-3-4 0,-7 0 35,3 0 1,-8 4 796,-1 0 1,-8 1 417,-4-1 0,-8 1 0,-4 3 0,-10 3 0,-7-3 0,-4 4 0,-4 5 0,-1 2 0,5 5 0,-4 6 938,4 3 0,1 3-407,8 1 1,2 9 582,5 4 0,5 12-439,0 0 0,5 9-75,-1 3 1,2 2-221,2 6 1,6 1-239,2 3 1,3 1-111,2 0 0,-1-1-297,1 1 0,-5 3-229,0 1 1,-5 4 304,1-4 1,-3 0-204,-1-5 1,0-5 97,0-2 1,-5-5-5,-3-4 1,-8-4 17,0-8 1,-2-4-369,1-4 0,-1-2-30,-2-3 1,0-4-233,4-8 1,1-3 909,-6-5 0,0-12 0,-3-2 0</inkml:trace>
  <inkml:trace contextRef="#ctx0" brushRef="#br0">6873 17537 7825,'0'-19'484,"0"2"1,0 3-448,0 2-31,5 5 0,-2 13 583,5 10 1,-5 7-172,1 6 1,-3 7-22,-1 6 1,-1 4-458,-3 0 0,-3-3 82,-5-2 1,1-2-422,2-2 1,-2-3 235,3-5 0,2-5-1311,2-12 1107,-3-5 0,6-8-341,-3-12 0,4-5 708,4-7 0,-3-5 0,5-2 0</inkml:trace>
  <inkml:trace contextRef="#ctx0" brushRef="#br0">6811 17500 7825,'-5'-9'1202,"1"1"-200,0 5-482,4-8 1,6 10-220,2-3 0,3-2-92,1 2 0,6 0-1054,3 4 1,1-4 496,-1 0 0,2 0-947,-2 4 0,-2-4 1295,2-1 0,-1 1 0,5 4 0</inkml:trace>
  <inkml:trace contextRef="#ctx0" brushRef="#br0">7059 17748 7825,'0'14'-66,"0"2"0,0-2 66,0 2 1135,0-2-819,5-7 0,2-1-184,5-6 1,5-10-185,0-2 1,3-13 70,-3 0 0,3-8 3,-3 0 0,4-2 88,-5 2 1,1 3-112,-5 5 1,-4 0 99,1 1 0,-7 4-79,3 4 0,-5 7-46,-5 5 0,-3 4 23,-8 4 0,-4 5 164,-4 7 0,-1 5-63,0 8 1,0-2-20,0 6 1,5-1-18,-1 1 0,6 3-125,-2-3 1,5 3 121,4 1 0,-2-1-156,6-3 0,1-7-25,7-5 0,3-10-155,5 1 0,2-8-117,3 1 0,1-10 122,2-3 0,2-8-264,-5-5 0,4 2 160,-5-2 1,5 5-339,-5-5 714,1 6 0,1-9 0,1 5 0</inkml:trace>
  <inkml:trace contextRef="#ctx0" brushRef="#br0">7530 17512 7863,'12'-25'312,"1"1"0,-5 3-49,0 0 1,-3 6 449,3-2-287,-5 4-155,2 6 0,-5 3-126,0 8 1,-5 7-168,-4 5 0,-2 6-18,-1-1 1,-2 7 202,-2 1 1,2 4-178,-3-4 1,-1 0 69,2-5 1,3 1-136,5 0 1,1-2 38,-1-2 1,2-3-45,6-6 0,2-3 72,2-1 0,8-1-143,9 1 0,2-2 21,2-6 0,0 0 70,0 0 0,0 0 46,-1 0 0,0 4-22,-3 0 1,-5 1 298,-8-1 0,2-1-92,-6 6 0,-5 0-241,-7 8 1,-5-2-7,-3 6 0,-4-5-202,-5 5 1,1-6-740,-1 1 1,6-3 98,2-5 922,3 3 0,2-10 0,-1 5 0</inkml:trace>
  <inkml:trace contextRef="#ctx0" brushRef="#br0">8076 17897 7863,'-8'0'3761,"-1"0"-3293,1 5 0,-4-2-809,-1 5 1,2 0-1154,3 5 1,-2-5 1493,6 0 0,-5 1 0,2 3 0</inkml:trace>
  <inkml:trace contextRef="#ctx0" brushRef="#br0">9962 17413 7863,'-9'-25'0,"1"0"0,5-1 346,-1-3 0,3 4 152,1 1 0,0-1 231,0 4 0,4 3 237,0 2-633,6 7 1,-3 7-203,5 10 0,0 7 95,1 14 1,-1 8-132,1 9 0,-1 7 105,0 5 0,1 7-588,-1 1 0,-1 2 225,-3-2 1,2-3-200,-6 3 0,6-1-80,-2-7 1,3-7 261,2-18 1,-1-9 218,0-12 0,1-7-136,-1-9 1,1-9 355,-1-12 1,6-12-95,3-13 0,2-5-482,2-7 1,-4 4 207,-1 0 0,-3 0-198,3-4 0,-6 6-489,-1 2 0,-6 13 696,-7 3 1,0 15-506,0 2 1,-6 7 270,-2 6 1,-5 3 333,-3 5 0,2 0 0,-4 0 0</inkml:trace>
  <inkml:trace contextRef="#ctx0" brushRef="#br0">10011 17661 7863,'-19'18'0,"1"-4"749,6 2 1,5-6 318,2-2-501,4-5 0,12 2-7,6-5 0,6 0 62,6 0 0,7-5-562,5-3 1,5-8 86,-5 0 1,5-1-956,-5 5 0,4-5 550,-3 1 0,3-1-1239,-3 5 1,0 1 1496,0 3 0,-4-3 0,5 4 0</inkml:trace>
  <inkml:trace contextRef="#ctx0" brushRef="#br0">11946 17487 7863,'0'-12'-707,"0"0"0,2-1 1902,2 1-745,-3-1 1,5 1-117,-6-1 1,0 1 46,0 0 1,0-1 210,0 1-209,0-1 1,0 1-114,0 0 0,-2 5-65,-2 3 0,2-2-43,-7 2 1,4 0-102,-8 4 0,4 5 84,-8 4 0,-1 3-186,2 5 0,-6 2-130,1 6 1,-2 1 133,-2 3 1,-4-2-107,0 6 1,4-5 87,4 1 0,6-4 175,-1-5 0,3 2-8,5-5-47,2 0 0,12-6 94,2-3 0,9-3-100,3-5 0,4 4 185,1 1 1,4-1-29,0-4 1,0 4-69,-5 0 0,1 2-24,0-2 0,0 3-203,0 5 0,-6-1 8,-3-3 0,-2 7-133,-1-2 1,-7 2 21,-1-3 0,-4 1 78,-1-1 1,0 1 59,0-1 0,-4 0-23,0 1 1,-6-2-19,2-3 0,-7 2 20,-2-6 0,-1 4-414,2-4 0,2 0-50,-3-4 1,-1 0-234,2 0 1,-1 0-1058,5 0 1299,0 0 1,0-1 519,4-3 0,3 2 0,5-9 0,0 5 0</inkml:trace>
  <inkml:trace contextRef="#ctx0" brushRef="#br0">12219 17735 7863,'7'0'272,"0"2"161,-3 2 0,-2-1 150,2 5 0,-3 2-181,-1 6 1,-1-1-313,-3 6 1,-2 1 90,-2 7 0,-2-3-185,6 3 0,-4-3 100,4-1 0,-2 0-742,2 0 0,3-6-102,-4-3 1,5-2 747,5-1 0,1-6 0,7-2 0</inkml:trace>
  <inkml:trace contextRef="#ctx0" brushRef="#br0">12827 17921 7863,'0'-7'1060,"6"-4"-522,-5 10-312,5 1 1,-8 12-385,-2 9 0,1-2 146,-5 2 1,1 0-208,-1 4 1,-3-1 143,3 1 1,-2 0-590,2 0 1,-2-5 663,6 1 0,-6-6 0,3 3 0</inkml:trace>
  <inkml:trace contextRef="#ctx0" brushRef="#br0">13485 17475 7863,'0'-8'47,"0"-1"0,-4 5 192,-1-4 1,-4 5 101,0-1 1,3 3-87,-3 1 1,1 0 17,-4 0 1,-5 7-130,1 5 1,-5 2-103,4 6 0,-5 1 121,2 4 0,-4 4-78,-1 0 0,6 1-88,3-1 0,-1-4 36,5 0 0,-2-2-68,10-6 0,0-1 41,4-3 1,9-2-17,4-3 1,3 1 131,1-4 0,-2 4 19,5 0 1,1-3-48,4 3 0,-4-2-4,-1 1 0,0 3-70,0-3 1,0-1 160,-4 1-202,-2 1 1,2 3 103,-7 0 0,-4 1-118,-5-1 0,-5 2 82,-4 3 0,-3-2-547,-4 5 1,0-3-123,-4 4 0,0-5-357,0 5 1,2-7 118,5-2 0,1-1 860,0-7 0,-6 6 0,-2-3 0</inkml:trace>
  <inkml:trace contextRef="#ctx0" brushRef="#br0">13547 17946 7863,'12'-12'0,"2"-1"635,2 1 0,-2 1-172,3 3 1,-2 1 938,1 3-504,-2 2-476,4-3 1,-10 10-315,1 4 1,-7 2-191,3 1 1,-8 5-71,-1-1 0,-6 6 186,2-1 1,-3 2-347,-2 2 0,1-2 156,0-2 0,3 3-46,1-4 0,1-2-33,-1-1 1,2-8 3,6 0 177,0-7 1,6 4 100,2-6 1,7-2-564,2-2 0,5-3 209,-1-5 1,2 1-887,2 3 0,-2-3 1193,-2 2 0,2-2 0,-3-1 0</inkml:trace>
  <inkml:trace contextRef="#ctx0" brushRef="#br0">14775 17537 7863,'0'-12'0,"0"-1"0,0 1 94,0-1 0,0 5 174,0 0 0,-2 5 123,-2-1 0,-7 3-141,-5 1 0,-6 5-37,1 3 0,-2 5-14,-2 3 0,-1 8 27,-3 5 1,2 4-212,-2-4 0,5 5 5,3-1 0,0 3-62,9 1 1,2-5 117,10-3 0,3-4-75,5-5 1,6 2-55,11-5 0,4-5 70,0-3 0,1-7-85,-1 2 0,-3-2 75,3-2 1,-3 0-642,-1 0 1,-4-2-75,0-2 0,-6 2-1332,1-7 2040,-7 6 0,-4-8 0,-5 5 0</inkml:trace>
  <inkml:trace contextRef="#ctx0" brushRef="#br0">14502 17847 7863,'7'-6'0,"-2"4"125,-5-7 0,0 5 159,0-4 1,2 4 118,2-4 0,-1 5-114,5-1 1,0-2-215,5 2 1,0-4 87,4 4 0,-1-6-253,9 2 1,-1-3-278,9-2 1,-4 1-386,4 0 0,0-5-544,4 0 1296,-5 1 0,-2-2 0,-5-1 0</inkml:trace>
  <inkml:trace contextRef="#ctx0" brushRef="#br0">15321 17475 7863,'0'-8'1276,"0"-1"0,7 5-700,5-4 1,2 0-155,6-5 1,2 1-658,7-1 1,-1-3 237,5-1 0,0-3-834,4 3 0,1-5 255,-1 1 1,-1 2-594,-3-1 1169,-3 4 0,-5-7 0,0 4 0</inkml:trace>
  <inkml:trace contextRef="#ctx0" brushRef="#br0">15519 17289 8133,'-19'18'607,"1"-3"-506,6 6 1,3-1-102,1 5 0,5 4 1174,-1 0 0,3 5-497,1-1 0,4 3-236,0 2 1,6-5-109,-2 0 1,-1-4-712,1 4 1,-4-4-149,4 4 0,-5-6-430,1 2 1,-2 3 169,-2 1 1,-2-3 55,-2-1 730,-3-3 0,-11-1 0,-1 0 0</inkml:trace>
  <inkml:trace contextRef="#ctx0" brushRef="#br0">15234 18021 7863,'-13'0'0,"5"0"1390,0 0-903,5 0 1,-1 0 61,8 0 1,9 0-140,7 0 0,5-5-109,4 1 1,4-1-278,8 1 0,-2 1-211,2-5 1,3-1-1277,2-3 1,2 0 319,2-1 883,-1 1 1,1-1 0,0 1 0</inkml:trace>
  <inkml:trace contextRef="#ctx0" brushRef="#br0">15941 17847 9591,'-13'11'1423,"1"-3"1,4 2-849,0-6 0,3 6-65,-3-2 0,5-1-117,-1 1 1,3 0-181,1 5 0,0 1 0,0 2 0,0-1 26,0 6 1,-2-2-240,-2 2 0,-3 2 0,-5-3 0</inkml:trace>
  <inkml:trace contextRef="#ctx0" brushRef="#br0">17504 17537 8000,'0'7'858,"0"4"1,5-4-251,4 5 1,2 1-177,1-1 0,1-1-277,-1-3 1,5 2 57,-1-6 0,6 0-59,-1-4 0,-1-5-90,5-4 0,-7-3-221,7-5 0,-4-2-281,-1-6 1,2 1 275,-5-1 1,-2 0-168,-7 0 0,2 4 127,-6 1 0,-5 5-15,-7-2 1,-9 5 96,-4 3 1,-2 5-1,-2 8 1,-4 5 72,0 7 0,0 1 162,4 8 1,5-2 63,-1 10 0,6 1-73,-2 8 0,9-2 39,4 5 0,3-3-70,1 3 0,6-5-229,7 1 1,1-9-4,6-7 1,2-6-186,7-6 1,-2-7 131,1-1 0,3-5-114,-2-5 0,1-7-1108,-1-9 1432,-3-2 0,10-2 0,-4 0 0</inkml:trace>
  <inkml:trace contextRef="#ctx0" brushRef="#br0">18149 17450 8260,'7'0'1509,"-2"6"-969,-5 2 1,0 8 8,0 5 0,0 4-494,0 4 1,0-2-439,0 6 0,0-5-136,0 1 0,0-3 318,0-1 1,0-6-960,0-2 1,-1-5 1159,-3-4 0,3-2 0,-5-6 0</inkml:trace>
  <inkml:trace contextRef="#ctx0" brushRef="#br0">18199 17351 7863,'0'-13'712,"0"1"0,0 4-138,0 0 0,4 3 197,0-3 0,6 5-614,-2-1 1,3 3-500,1 1 1,5 0-1149,-1 0 1,5 1 718,-4 3 1,3-1 770,-3 5 0,5 6 0,-3 5 0</inkml:trace>
  <inkml:trace contextRef="#ctx0" brushRef="#br0">18335 17636 7863,'-12'24'847,"-1"-4"0,6-2-318,3-5 0,4-2-177,4-3 1,9-3-22,8-5 1,7-5 70,6-3 1,1-3-554,3-2 1,-5-5-566,0-2 0,0-4-879,4-1 0,-5-1 1595,-3-3 0,-3-2 0,-1-7 0</inkml:trace>
  <inkml:trace contextRef="#ctx0" brushRef="#br0">18732 16942 7807,'0'12'653,"0"0"1,0 2-107,0 3 1,-1 3-8,-3 9 0,1 9-296,-5 7 1,-1 9-25,-3 4 0,-1 5-451,7-28 0,0 0 1,-6 30 368,5-30 0,1 0 1,-5 30-352,3-3 0,-2-5 296,6-4 1,0-13-932,4-7 1,6-11 48,2-5 1,8-9-166,5-4 0,4-15 450,4-9 1,3-15 513,5-10 0,0-3 0,0-2 0</inkml:trace>
  <inkml:trace contextRef="#ctx0" brushRef="#br0">19092 17004 7807,'-8'1'558,"-1"3"1,5 3 167,-4 5 1,0 6-253,-5 3 0,1 9 340,-1 8 0,1 6-343,0 9 0,-5 0-279,1 5 1,0-5-99,8 5 0,-3-7-516,3-1 0,2-7-378,2-10 0,3-4 542,1-9 1,1-3-309,3-9 1,5-4 207,7-8 1,-2-4 28,2-9 1,2 2 8,-1-6 0,1 6 653,-2-1 0,-2 2-135,3 2 0,-8 3 601,0 1-138,-7 5 1,4-1-307,-6 8 0,0 3-30,0 6 0,-4-1-91,0 0 1,-5 1-264,5-1 103,-5 6 0,7-4-1008,-2 2 0,3-2-87,1-1 0,0-5 1021,0 0 0,0 0 0,0 5 0</inkml:trace>
  <inkml:trace contextRef="#ctx0" brushRef="#br0">19228 17599 7829,'-5'7'0,"3"4"1394,-2-3-915,3-2 1,2 3 36,3-5 1,3 1-280,6-5 1,5-6-300,2-2 0,4-5 75,1-3 0,-1-3 95,1-6 0,-1-4-198,-4 0 1,2 1 125,-5 8 1,-1-2-56,-3 5 0,-6 0 4,-3 5 0,-8 5-47,-5 3 1,-8 5 66,-8 8 1,-1 6 46,-8 14 1,1 3-129,-4 5 1,1 0 82,3 0 0,7-4-276,5 0 1,10-5-38,-1 1-609,8-3 0,5-12 394,12-6 0,5-7-711,6-5 1232,1-8 0,0-13 0,0-7 0</inkml:trace>
  <inkml:trace contextRef="#ctx0" brushRef="#br0">19526 17500 7829,'6'-7'-1283,"-4"-3"962,7 6 1,-1-1 2879,4 0-1783,1 4 0,-1-3-325,0 8 1,-3 3-267,-1 5 0,-5 5 24,1-1 1,-3 6-332,-1-1 0,0 3 172,0 0 0,-4-3-86,0 0 0,-6-5 55,2 5 0,1-7-667,-1-2 546,5 0 0,-2-12 228,5 0 1,5-2 152,3-11 0,5 2-78,3-9 1,8-1-241,5-4 0,7 0 151,1 1 0,0-1-814,4 0 1,-3 0 388,-5 0 1,3 6 312,-3 2 0,2 4 0,3 0 0</inkml:trace>
  <inkml:trace contextRef="#ctx0" brushRef="#br0">21015 17363 7829,'-25'-11'471,"0"3"0,0-2-18,0 6 1,2-1-52,2 1 1,-2 2-62,2-2 1,-4 8-89,-4 4 0,3 9-283,-3 4 0,3 2 80,1 2 0,6 0-151,3 0 0,7-5 150,5 1 1,5-2-120,8 2 0,5-3 96,10-6 1,3 1 261,1-1 1,4-1-6,5-3 1,-4 3-151,1-2 0,-7-3 154,2 3 0,-4-1-39,-4 4 0,-5 1-262,-8-1 1,2 2 137,-6 2 1,-7 0-549,-9 4 1,-6 1-196,-7 4 1,-5 0-439,-3-1 0,-2 0-396,2-4 0,3-2 1453,5-5 0,0-1 0,1 1 0</inkml:trace>
  <inkml:trace contextRef="#ctx0" brushRef="#br0">21139 17748 7829,'0'12'1611,"0"1"-1078,0-1 1,0 0-250,0 1 0,-2 1-62,-2 2 1,1 3 357,-5 6 0,1 4-499,-1 0 1,-2-3-511,6-1 0,0-7-1498,4 7 0,2-7 1927,2 2 0,3-4 0,5 1 0</inkml:trace>
  <inkml:trace contextRef="#ctx0" brushRef="#br0">22292 17351 6136,'0'-7'-130,"6"1"0,1 6 0</inkml:trace>
  <inkml:trace contextRef="#ctx0" brushRef="#br0">22268 17363 7829,'5'-7'0,"-3"2"0,3 4 0,-5-4 0,6 4 0,-5-5 0,4 6-1278,-5 0 639,0 0 510,6 0 222,-5 0 1,5-1-90,-6-3 118,0 3-102,0-5 0,0 5 478,0-3-118,0 2 9,0-3 0,0 3 337,0-2-48,0 3-355,0-5 95,0 6 19,0 0-186,5 0-4,-3 0-49,3 0-203,-5 0 371,0 0-263,6 0-17,-5 0 15,5 0-53,-6 0 0,1 0-101,3 0 162,-2 0-285,3 0 111,-5 0 410,0 0-211,0-5 115,0 3-204,0-3 1,-1 5 55,-3 0 0,1 0-49,-5 0 0,3-2 51,-3-2-194,0 3 1,-5-5 79,1 6 1,-6 0-167,-3 0 1,-2 0 55,-2 0 1,-5 0-81,-3 0 0,-7 6 135,-2 2 0,-3 7 57,4 2 0,-1 4-26,5-5 1,7 6 8,5-1 1,7 2 75,10 2 0,-2 0-42,6 0 1,4-5-30,4 1 0,10-2 25,-2 2 0,8 1 13,-4-5 1,6-5-25,-1-4 0,0-4 21,3 5 0,-2-7-124,7 3 0,-1-4-150,1-1 1,-3-4-103,3 0 0,-3-5 123,-1 5 1,-6-4-1522,-2 4 648,-3 0 1112,-7-2 0,-2 5 0,-5-5 0</inkml:trace>
  <inkml:trace contextRef="#ctx0" brushRef="#br0">21685 17859 7829,'-13'0'491,"5"0"824,0 0-372,5 0 1,8 0-432,12 0 1,11 0 100,5 0 0,8-4-212,4 0 0,4-1-321,0 0 0,1 3-276,0-7 0,1 7-300,2-2 0,-7 1-89,-1-1 0,-5 2-756,-3-2 0,-2 3 1341,-6 1 0,0 5 0,-10 2 0</inkml:trace>
  <inkml:trace contextRef="#ctx0" brushRef="#br0">23086 17252 7829,'-12'-13'0,"0"-3"1613,-1-1-1018,1 1 1,-2 5-71,-3 2 0,2 5-381,-5 8 1,-2 5 39,-7 7 1,-2 5-307,-2 8 1,-1 2 106,5 7 1,0 0-88,4 4 1,7-4 67,6 4 1,6-5-56,10-4 1,9 1 25,7-5 1,11-5 91,6-8 1,2-6 48,6-2 1,-4-4-59,5 4 0,-10-5 65,1 1 1,-12 2-43,0-2 0,-13 6-71,0-2 1,-7 3 77,-1 1 1,-8 2-40,-5 3 1,-7-2-53,-5 6 1,2-5-134,-2 5 1,0-6-185,-3 1 0,-1 2-387,0-1 1,4-2-108,1-7 0,4 3 15,0-2 837,2-4 0,-4 1 0,-1-6 0</inkml:trace>
  <inkml:trace contextRef="#ctx0" brushRef="#br0">23186 17785 7829,'24'-12'-334,"1"-1"1,0 5 1134,0 0 1,0 1-271,0-2 1,-1 4 1120,1 5-1327,-6 0 1,-2 1-353,-9 3 1,-4 3-250,-8 6 1,-3 1 253,-5 2 0,0-1-229,-1 6 1,-3-5 213,-1 5 1,1 0-52,3 4 1,1-5 3,-1 1 0,5-6 550,0 2-270,5-4 0,3-6 29,8-3 1,9-2-767,3-2 0,5 0 270,4 0 1,3-6-957,5-2 1,5-3 125,-1-1 879,6-1 1,-3 1-1,5-1 1</inkml:trace>
  <inkml:trace contextRef="#ctx0" brushRef="#br0">24439 17661 7829,'-24'8'0,"3"0"0,-2-3 821,2 3 1,3 2-274,2 6 1,4-1 480,3 6 1,4-5-468,5 5 1,1-10-468,3 2 1,10-9-61,11 0 1,5-6-111,7-6 0,1-6-120,-1-10 1,-1-1 224,-3 0 1,-3 0-503,-5 0 1,0-4 211,-1 0 0,-4 2 42,-4 6 0,-7-1-9,-5 6 1,-6 3 8,-6 5 0,-11 5 16,-14-1 1,-9 8-47,-3 4 1,-5 9-77,-4 4 1,9 2-375,0 2 0,5 0-101,2 0 1,12-1 798,5 1 0,4-4 0,4-1 0,3 1 0</inkml:trace>
  <inkml:trace contextRef="#ctx0" brushRef="#br0">24811 17549 7829,'25'-5'0,"-5"3"1074,1-2 0,-5 3-426,5 1 0,-2 0-6,2 0 0,-3 5-339,-6 4 0,-3 3-251,-1 5 1,-5-4-92,1 4 1,1 1 98,0-2 1,-1 5-139,-4-4 1,-6 5 76,-2-2 1,-9 4-47,-3 1 0,-4-2-42,-1-2 0,5 1 11,-1-6 142,6 1 94,-3-10-59,11-2 1,8-10-55,12-4 0,9-7-585,7-5 1,5 2 255,-1-2 1,9 2-341,3-2 1,-1-1 265,2 6 0,-6-1 358,1 5 0,-2-6 0,-2-1 0</inkml:trace>
  <inkml:trace contextRef="#ctx0" brushRef="#br0">26436 17599 7829,'4'-23'0,"0"2"0,0-3 492,-4 4 1,0-2-77,0 1 0,-1 3 42,-3 6 0,-10 1-147,-11 2 0,-5 4-149,-7 5 0,-6 5 80,-3 4 0,-7 9-215,-5 6 0,3 7 67,1 6 1,10-1 72,7-3 0,12 1-306,12-5 0,6-4 127,7-4 0,13-8 21,8 0 0,9-2 139,11-7 1,1 2 149,7-2 1,-8-3-50,5 3 0,-7 2-85,-6-2 0,1 5 105,-5 0 1,-6 2 159,-6 1 0,-9 5-491,-4-1 0,-8 6 128,-4-1 0,-10 2-481,-7 2 1,-1 0-161,-7 0 0,0 0-399,-4-1 1,5-4-392,3-4 1,3-3 638,1-5 0,6-3 130,2-5 0,9-1 596,4-3 0,8-8 0,3-8 0</inkml:trace>
  <inkml:trace contextRef="#ctx0" brushRef="#br0">26498 17835 7829,'16'-5'0,"1"1"0,4 0 873,-5 4 1,6-4-354,-1 0 1,-3 1 452,-2 7 0,-2 2-361,-1 2 1,-5 3-191,0-3 1,-5 3-583,1 2 0,-3-1 189,-1 1 1,-1-1-294,-3 0 1,-3 1 256,-5-1 1,2 5-100,-3-1 1,5 2-116,-4-1-204,-1-4 0,12 5-102,-3-5 415,3-6 1,6-2-417,3-5 0,10 0-124,7 0 1,1-1-509,7-3 0,0-2 126,5-2 1034,-1-3 0,6-2 0,1-6 0</inkml:trace>
  <inkml:trace contextRef="#ctx0" brushRef="#br0">27800 17475 7829,'20'-6'298,"-2"0"-41,-11-7 1,-3 5 33,-8 0 0,-5 5 203,-7-1 1,-5 2-398,-8 2 1,-3 4 26,-5 1 0,0 4-203,0-1 0,-2 4 94,-2 0 1,2 2 110,-2 2 1,4-1 44,4 6 0,4-4 14,8 3 1,4-5-11,9 2 1,4 1 148,8-2 0,10 1-29,11-5 1,5-1-114,7-2 0,2-2-137,2-3 1,3-3 137,6 3 0,-2-4-751,-2-4 1,-4 3-106,-4-3 1,-7-2-1509,-2 2 1456,-8 0 1,-16 4-128,-13 0 0,-10 4 852,-11 0 0,-8 11 0,-7-1 0</inkml:trace>
  <inkml:trace contextRef="#ctx0" brushRef="#br0">27366 17909 7829,'-12'0'1082,"-1"0"-332,7 5 1,1-3-305,10 2 1,10-3 87,14-1 0,4-1-132,12-3 0,6 1-200,7-5 0,3 0-307,1-5 0,0 1-511,0-1 1,-2 2-245,-2 3 1,-4-2 859,-8 6 0,2-5 0,-4 2 0</inkml:trace>
  <inkml:trace contextRef="#ctx0" brushRef="#br0">28731 17438 7699,'0'-24'549,"0"4"1,0 2 245,0 5-657,0 6 0,-6 2 17,-2 5 1,-8 11 104,-5 5 0,-5 8-61,-7 5 1,-1 7-25,-7 5 0,0 0-216,4-3 1,2 1 0,10-1 1,7 0-13,6-9 1,12-1 11,12-8 1,12-6-63,9-5 0,12-3 84,5 3 1,2 0 249,-2-5 0,0 5-38,-1-5 0,-2 5 35,-6 0 0,-5-2-157,-11 1 0,-7 0 34,-6 5 0,-5-1 13,-7 0 1,-7 1-39,-5-1 1,-6 5-127,-7-1 0,-5 5 17,-3-5 0,1 2-551,-1-1 0,6-3-215,-2 2 0,-2-2-465,2-2 1,6-3 1258,6-1 0,4-5 0,0 2 0</inkml:trace>
  <inkml:trace contextRef="#ctx0" brushRef="#br0">29264 17921 7699,'13'0'783,"-1"0"167,0 0 1,1 0-259,-1 0 0,-5 6-277,-3 2 0,-2 10 110,-2 7 0,-2 1-164,-2 7 0,-3 6-253,-5 6 0,-1 9-455,1 4 1,0-3 0,-1-1 1,-5 8-1,-1 1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1687 744 7713,'-7'-5'4076,"2"3"-2906,5-3 1,1 5-558,3 0 1,9 4-156,7 0 0,4 2 145,1-2-597,5-3 0,3 5-129,8-6 1,1-6 22,7-2 0,4-3-544,9-2 0,-4-3-195,-1-1 0,-6 1-64,-1 3 0,-6 5-763,-7 0 1,-10 5 887,-7-1 1,-10 4 777,-6 4 0,-8 3 0,-3 5 0</inkml:trace>
  <inkml:trace contextRef="#ctx0" brushRef="#br0">2109 819 7713,'-12'5'482,"-1"3"1,2 3 102,3 2 0,-2-1-39,6 1 0,-4 3 0,4 2 91,1 1 0,1 3-269,2 7 0,2-1-157,2 5 0,-1 0-1,5 4 1,0 3-169,5 6 0,-1-5-800,1 9 1,-1-5 563,0 1 1,1-4-1003,-1-5 0,1-5 527,-1-3 0,4-8-1120,1-5 1789,0-2 0,0-7 0,3-1 0</inkml:trace>
  <inkml:trace contextRef="#ctx0" brushRef="#br0">2729 1153 7713,'-12'9'821,"-1"-2"125,1-2 0,0 1 278,-1-2 1,-3-2-602,-1 7 0,-1-1 30,2 4 0,2 2-325,-3 3 0,4-2-177,0 6 0,5-1-2,0 5 1,5 0-73,-1 0 1,2-1-33,2 1 0,6-5-260,2-4 0,3-3 0,3-5-495,2-4 0,0-5-344,4-8 1,1-5 122,4-10 462,0-1 1,-2-4 27,-2 0 1,-2 0-1,-4 6 86,2 2 302,-1-2 1,-5 13-72,-2-3 822,2 9-86,-5-1 1,1 14-101,-3 4 0,-2 8 465,-2-1 0,-4 4-704,0 0 0,-1-3-563,5 0-161,6-6 1,1-3 0,7-8-337,2-2 1,-1-9-990,6-5 1,0-6 1775,3-7 0,1-11 0,0-3 0</inkml:trace>
  <inkml:trace contextRef="#ctx0" brushRef="#br0">3263 533 7713,'0'13'0,"0"-1"0,0 5 0,0-1 0,0 6 0,0-1 0,0 8 0,0 4 0,0 12 0,0 5 0,-2 9 0,-2 3 0,1 6 1782,-1-31 0,0 0 0,2 2 1,1-1-1396,-1 0 1,0-1 0,-1 1-1,1 0-276,-2 28 1,-1 0-1149,5-4 0,2-14 485,2-11 1,3-10-701,5-15 0,1-5 581,-1-3 1,6-14-184,3-6 1,2-8-22,2-5 0,1-4 393,3-8 0,-3-2 482,3-2 0,-3-3 0,-1 2 0,-1 2 58,-4-2 1,-2 12-103,-5 1 1,-7 7 2603,-1 5-1729,-4 9 1,-4 8 321,-5 8 1,0 8-346,-9 9 0,-2 8-345,-2 4 0,-1-2-107,1 3 1,4-7-111,4 2 0,1-1-398,-1 1 0,2-9 168,3 1 1,2-6-907,6-3 1,2-1 17,2-2 1,3-4-414,5-5 1,6 0 132,3 0 0,-2 0 722,2 0 0,-2 0 430,2 0 0,2 0 0,-2 0 0,-2-4 0,2 0 0,-2-4 0,2 4 0,1-5 723,-6 5 1,5-5 3,-4 0 0,1 0 470,-2 0 1,-6 0-80,2 5-604,-2-1-227,2 5 0,-3 6-65,-1 2 1,-5 3-232,1 2 1,-2-1 81,3 0 1,-3-1 210,7-2-129,-1 2 1,8-10-483,1 3 0,0-8-737,-5-4 0,4-7 562,1-2 1,0-3-72,-5 3 1,-4-4 168,0 5 0,-5-1 697,1 5-301,-2 5 0,-9 1 174,-6 6 1,0 10 161,-8 2 1,2 8 445,-2-4 0,3 5-322,6-4 0,-1-1 178,1-4-641,5 1 0,3-2 116,8-3 1,4-2-484,9-6 0,2 0 219,6 0 1,5 0 59,3 0 1,7 0 35,2 0 0,3 0-148,-4 0 0,1 4-950,-5 0 0,-1 4 115,-3-4 1046,-8 6 0,-7-9 0,-6 5 0</inkml:trace>
  <inkml:trace contextRef="#ctx0" brushRef="#br0">1687 2170 7699,'-7'0'1659,"18"-5"0,11-2-1007,20-5 0,13-5-376,11 1 0,-24 3 0,1-1-782,6 2 1,2 0-1,2-2 1,3 1 603,3 2 0,1 2 1,2 1-1,-1 2-28,-1 1 0,0 2 0,1 1 0,1 1 34,0-1 0,0 0 1,0 1-1,0 2 75,0 1 0,0 0 1,-2-1-1,0-1-26,0 3 0,0-2 0,-4-2 0,-1-2-502,4 0 0,-2-2 1,-9 0-1,-1 0 185,1 1 0,-1 0 0,-5-1 1,-1-1 163,1 2 0,-1 0 0,-2-3 0,0 0 0,0 0 0,0 2 0,-4 1 0,0 1 0,32 0 0</inkml:trace>
  <inkml:trace contextRef="#ctx0" brushRef="#br0">5620 1414 7721,'-20'-18'523,"-3"6"1,2-1 821,-2 8-1096,3 3 1,-2 5 278,6 5-64,-6 6 0,8 16-71,-2 3 0,2 3-99,1 1 0,5 5 0,1-1 17,2-1 1,1-3-267,4-4 1,1-8-258,3-8 1,3-9 255,5-4 0,5-8-286,-1-4 0,6-10 185,-1-7 0,-2-1-438,2-7 0,-2 0 195,2-4 1,-3 5 27,-6 3 0,2 3 154,3 1 1,-3 6-152,2 2 429,-2 9 1,-3 13-142,-3 12 0,2 10 0,-6 6 626,-1 3 1,-2 1-181,-1 1 1,0-1-207,0 0 1,0-5-1091,0-3 1,4-9 480,0-3 1,6-3-906,-2-2 853,3-5 1,-2-3-3,-1-8 404,0-8 0,10-8 0,1-4 0</inkml:trace>
  <inkml:trace contextRef="#ctx0" brushRef="#br0">5905 1501 7721,'0'8'1192,"0"0"0,0-4-88,0 5 1,0-1-511,0 4 0,0 1 500,0-1 0,0 1-517,0-1 0,0 4-622,0 1 0,0 4-836,0-5 1,0 1 614,0-5 0,0 1-401,0-1 0,1-5 392,3-3 0,3-4-388,6-4 1,1-4 79,2-9 0,3-2 165,6-6 0,0 0 1,0 2 334,0 2 1,-1-1 19,1 5 1,-5 6 1097,-4 7-895,-2 3 1,-3 6 1435,-3 4-1027,-2 7 1,-8 4 144,-2 4 0,1 1-274,-5 0 0,1-4-303,-1-1 0,1 0 182,3 0-1199,3-2 1,-5-5 631,6-1 1,1-5-1728,4-3 1,1-3 1994,7-1 0,5 0 0,1 0 0</inkml:trace>
  <inkml:trace contextRef="#ctx0" brushRef="#br0">6587 1538 7721,'-12'0'1112,"-1"0"0,5 0-319,0 0 0,4 5 513,-5 4 1,5 3-361,-4 5 0,5-2-469,-1 5 1,3 0-676,1 0 0,0 2 158,0-5 0,1 0-136,3-5 1,5-5 262,7-3-244,3-3 1,2-5-223,0 0 0,1-8-308,7 3 0,-3-3 229,3 8 0,-3 0 95,-1 4 1,0 1 153,0 3 1,-1 9 245,1 7 0,-4 9-95,0 4 0,-10 5 38,1 3 1,-8 4-64,0 9 1,-4-6 133,-4 6 0,-4-6 0,-9 6 413,-3-3 1,-8-3-44,-1-2 0,-4-5 552,4-8 0,-4-8-511,4-9 1,-4-3-170,4-5 1,1-5-541,8-11 1,-4-3 247,4-14 1,2-3-205,1-9 1,9 0-175,4 0 1,4-1-514,4 1 0,7 1 202,5 3 1,7-1 207,-3 5 0,9-6-180,4 2 1,4-1 261,5 1 0,3-2 90,9 6 0,3-10 0,-26 19 1,0 1-1</inkml:trace>
  <inkml:trace contextRef="#ctx0" brushRef="#br0">8783 1153 7721,'-11'-45'1633,"3"-1"-1451,2 7 1,6-3-148,0 9 1,0 4 197,0 8 442,6 9 0,-5 8-207,3 8 0,2 14 135,-2 11 1,0 12-116,-4 9 1,0 15 0,0-28 0,0 1-235,0 2 1,0 0-1,0 0 1,0-1-267,0 2 0,0 1 0,0-4 0,0 1 6,0 0 0,0 0 0,1 30-290,4-7 0,3-16 257,8-13 0,4-17 133,4-7 1,7-20-282,2-14 1,7-12 137,1-17 0,-17 23 1,-1 0-1,-1-3 1,0-1-552,0 1 1,0-1 0,0-1 0,-2 0 183,-4 3 1,1 0-1,0-2 1,0-1 173,-2 1 1,-1-1 0,0-1 0,0-2-61,-3 2 1,-2 0 121,1-2 0,-2 1 0,5-21 8,-1-3 1,0 15-424,1 5 548,-6 15 0,2 16 230,-4 11 1,-1 7 0,-4 11 435,0 6 1,0 8-318,0 9 1,0 4 608,0 4 0,-4 8-394,-1 5 0,-4 1-88,5-28 0,-1 0 0,0 1 0,-1 0-491,1 3 0,-2 1 0,-1 0 0,0 1 65,-1 2 1,1 1 0,0-4 0,-1 0-322,3-3 0,0 0 0,-5 31 46,3-11 0,2-12 0,6-14-1381,0-7 641,0-12 1,7-9-397,6-11 1,4-8 1407,8-13 0,-5 3 0,-3-4 0</inkml:trace>
  <inkml:trace contextRef="#ctx0" brushRef="#br0">9651 1377 7721,'11'1'2330,"-2"3"-1678,2-2 0,-10 9 0,3-3 915,-2 3 0,-2 3-356,0 2-725,0 3 0,-6 6 0,-1 0 252,0 0 0,2-4-1130,5-1 1,0-3 122,0 3 1,0-4-303,0 0-516,0-2 1,1-7 632,3-3 0,7-8-467,6-4 1,5-13 334,-1-4 0,2-8 496,2 0 1,0-2-54,-1 2 1,-3 4 585,0 9 1,-2 2-6,2 5 1,-3 7 350,-6 1 1,-5 7-158,-3 6 0,-2 6-132,-2 11 1,0 1-187,0 3 1,-6-2-104,-2 6 1,-3-4-625,-2 4 1,5-5 330,0 1 0,1-4-1632,-1-5 1,-3 4 178,2-3 1,0-4 1534,0 0 0,-2-3 0,4-2 0</inkml:trace>
  <inkml:trace contextRef="#ctx0" brushRef="#br0">9937 1104 7721,'-9'0'14,"1"0"0,4 0 1368,-4 0 433,5 0-444,-3 0 174,6 0-1085,0 0 0,5-2-2021,-1-2 1284,5 3 0,-2-5-3120,6 6 3397,-6 0 0,4 6 0,-4 1 0</inkml:trace>
  <inkml:trace contextRef="#ctx0" brushRef="#br0">9924 1153 7721,'0'-17'0,"0"3"517,0-3 0,0 2 27,0-2 0,0 8 796,0-4 203,0 4-1083,0 2 1,-1 7 144,-3 8 1,-3 3-243,-6 2 1,1 5-24,0 2 1,-1 5-118,1 4 1,-1 4 382,1 8-334,0-2 1,1 11-30,2-1 0,-2 2-94,3 7 0,3-7-106,0-1 0,4-4 82,1-8 1,0-1-65,0-12 53,6-9 0,0-10-133,7-6-72,5-11 0,-4 1 56,2-11 0,2-3-464,-1-5 1,5-6 0,-2 2 171,4-3 1,1-1-333,-1 0 0,1 0 92,0-1 1,0 1 9,0 0 1,-6 4 284,-3 0 0,-2 5 156,-1-1 1,-7 0 23,-1 5 0,-4 2-71,-1 9 0,0 1 334,0-1-197,0 7 405,-6 0 1,1 13 358,-3 5 1,-2 2-401,6 7 1,-4 1 207,4 7 0,-5-2-153,5 6 1,-6-1-255,2 1 1,1 4 64,-1 1 0,1-1-192,-1 4 1,-3 2 59,3-2 0,1 5-668,-2-5 0,5 0 327,-4-3 0,5-1 125,-1 0 1,3-10-1585,1-2 0,1-10 822,3-2 0,-1-6-133,5-7 0,5-2 483,3-2 1,1-8 555,-5-9 0,1-2 0,-1-2 0</inkml:trace>
  <inkml:trace contextRef="#ctx0" brushRef="#br0">9899 1253 7721,'-1'-13'182,"-3"1"1,3-1 15,-4 1 1,4 0 200,1-1 1,0 1 499,0-1 1,0 1-408,0 0 0,1 1 273,4 2 0,-3 4-294,7 5 1,-5 7 240,4 5 1,-5 13-46,1 12-349,-3 6 1,-6 12 0,-3 3 533,-4 2-679,0 8 0,-4-5-309,-1 4 1,-4-1 30,5-4 0,-1-9 281,5-11-338,5-15 1,-3-3 264,6-12-395,0-10 1,5-9 151,4-14 1,3-9-311,8-8 1,0 0 0,3-9-167,-1-4 1,4 0 246,-2-7 1,0 0-167,0-4 0,1 6 342,4 2 0,-4 6 355,-1 6 0,0 4 44,0 13 1,-2 9-368,-5 11 1,0 4 1500,4 1 0,-7 7-618,2 5 0,-2 2-165,2 7 0,-4 1-180,1 7 0,-7 0 14,2 8 1,-4-1-272,-4 9 0,2 2-138,-7 7 1,-3-3-1213,-5 3 1,-3 1 776,3-2 0,1-3-860,3-5 0,2-10-154,3-2-541,2-11 1473,6-10 1,7-13-468,6-11 0,5-12 181,6-9 1,1-4 820,0-4 0,-6-3 0,-1-6 0</inkml:trace>
  <inkml:trace contextRef="#ctx0" brushRef="#br0">10545 1389 7721,'6'12'2253,"0"1"1,-5 1-876,3 2 0,-2-1-705,2 6 1,-4-3 249,-4 7 0,1-3-427,-5 7 0,4-2-941,-5 2 1,7-1 345,-2 5 0,2-10-1463,2 2 1,0-8 430,0-1-1045,0-8 0,0-3 255,0-10 1921,0-12 0,6-10 0,1-10 0</inkml:trace>
  <inkml:trace contextRef="#ctx0" brushRef="#br0">10545 1091 7721,'6'0'2135,"0"-1"-592,-6-3 0,1 3-198,3-4-904,3 4 1,2 1-1,-1 0 128,2 0 0,5 0-543,1 0 0,5 0-1636,-5 0 0,7 1 404,-3 4 282,-2 1 1,4 12 923,-5 3 0,5 2 0,-3 2 0</inkml:trace>
  <inkml:trace contextRef="#ctx0" brushRef="#br0">10830 1451 7721,'0'30'0,"-4"-3"1601,0 2 0,-1-3-737,5-1 1,0-5 1116,0 1 0,0-2-1019,0 2 1,2-3 172,2-6 0,3-5-547,5-3 1,2-2-190,3-2 0,2-12-135,6-4 0,5-7-1267,3-6 1,2-4 330,-2-9 0,1 4 16,-5-4 1,4 2-1448,-4-1 1,-1 7 1006,-8-4 0,2 9-164,-5 0 0,-2 5 22,-7 3 890,-2 9 1,-6 7 322,0 10 0,-1 3 274,-4 8 0,-2 5 91,-5 8 1,1-1-320,3 5 0,-3-2 962,2 2 1,4-2-381,1-7 1,1 1 514,-1 0 0,3-1-534,-4-4 1,5-3-401,5-9 1,1-2 38,7-6 1,5-3-1143,2-6 1,5-4-755,4-12 1,-3-1 939,3-3 1,-4 3 40,-4-3 0,0 2 244,-9 3 0,-2-1 264,-10 0 1,0 6 15,0 2 1,-7 9 1032,-6 4 0,-3 4-610,-5 4 0,-2 4 1258,2 9 0,2 2 255,-2 6 0,2 4-951,-2 0 1,3 0-648,6-5 0,1 1-3,2 0 1,4-1-517,5-4 0,0 2 261,0-5 1,1-2-956,3-7 0,5-2 623,7-6 0,3-2-1808,6-2 0,-4-3 2228,0-5 0,-1-6 0,5-1 0</inkml:trace>
  <inkml:trace contextRef="#ctx0" brushRef="#br0">11611 1401 7721,'11'2'1543,"-2"2"0,0-1-323,-4 5 0,3-4-260,-4 4 0,4 1-217,-4 3 1,0 5-302,-4-1 0,5 6-463,-1-1 1,0 2 52,-4 2 0,0-4-66,0-1 0,4 1-145,0 4 1,0-6-530,-4-2 345,6-9 0,1-2 130,5-6 0,5-6 49,-1-2 0,6-10 31,-1-7 1,4-1 117,4-7 1,-2 4-61,6-4 0,-4 1-239,4-1 1,-5 3-305,1 5 1,-3 0-422,-1 0 0,-6 6-475,-2 2 0,-4 5 1534,0 4 0,-1-3 0,1 4 0</inkml:trace>
  <inkml:trace contextRef="#ctx0" brushRef="#br0">12591 1339 7721,'18'-12'0,"-4"1"625,3 3 177,-9 2 1,-3 8 212,-5 2 1,-11 4-485,-5 9 0,-6 2-123,-3 6 1,-1-1-102,-3 1 1,7-1-207,-3-4 0,9 2 77,-1-5 1,3 1-438,2-2 226,5-7 0,3 6-187,8-11 1,4 4 108,9-4 0,-2 2-86,6-2 0,-5 2 256,5 2 1,-6 3 272,1-3 1,-6 7-159,-2 2 0,-5 1 0,1-3 42,-2 1 1,-2 1-268,0-5 1,-2 1-1735,-2-1 652,3-5 312,-5-1 1,12-8-605,2-2 1,9-6 811,3-10 1,4-2 224,0-11 1,1 1 387,0-1 0,0-2 0,0 6 0,0 5 0,-1 3 0,0 10 271,-4-1 0,-2 9 224,-5 3 0,-5 7 62,0 9 0,-4-1 859,5 6 0,-5 0-913,4 4 1,2-6 0,6-4-128,5-5 0,4-5 501,4-5 1,4-5-349,8-4 0,3-9-1051,6-6 0,-2-7 8,-2-6 1,-5 0 218,-8 0 0,-4 5-598,-8 3 1,-9 8 313,-8 5 1,-9 8 153,-8 3 0,-10 4 129,-10 1 1,0 11 808,-4 6 1,2 10-418,-6 6 1,2 7 993,2 2 0,1-1-397,3-4 0,4 2 114,8 2 0,1-2-749,7 2 0,11-8-52,14-4 1,9-8-1104,12-5 1,4-8 657,8-3 0,4-4-1268,-4-1 0,3-6 1707,2-2 0,4-4 0,-1-5 0,0-3 0,-2-4 0</inkml:trace>
  <inkml:trace contextRef="#ctx0" brushRef="#br0">15172 682 7721,'0'-12'1018,"0"-1"-305,5 1 1,-3 13-240,2 12 0,1 17 78,-1 20 0,-1 8-367,-4-24 1,-2 2 0,0 2 0,-2 1-226,-3 6 0,-1 1 0,2 1 0,-1 1 337,-2 4 0,-1-1-234,4-3 0,-1-1 1,0 0-1,0-3 0,3-6 1,1-3-141,0 29 0,14-16 269,7-15 0,6-14-59,6-14 1,8-16 89,9-10 1,5-9-403,-2-12 0,4-3-43,-30 18 1,-1 0 0,2-1-1,0-1-99,1-1 1,0-2-1,-1-1 1,0-1 154,-1-1 0,0 0 1,-2-2-1,-1 1 14,-3-1 0,-1-1 0,1 1 1,-1-2-20,-3 0 1,-1 0 0,1-1 0,-1 0-26,-5-2 1,-2 1 0,3 5 0,-2 1-44,-2-23 0,0 15-235,-4 18 1376,0 11 1,0 20-757,0 10 0,-1 13 510,-3 9 1,-2 6-309,-2 9 0,-3 1 514,3 8 0,-2-1-483,6-26 0,0 0 0,-2 2 0,1 1-158,0 1 0,1 0 0,1 1 1,0 0-373,-2-1 0,1 1 1,3-3-1,0 1 125,-2 2 1,1-1 0,1 0-1,1-1-1571,0 32 0,6-6 825,2-19 1,4-9-1100,5-11 0,2-7 1871,6-10 0,4-7 0,0-5 0,0 0 0</inkml:trace>
  <inkml:trace contextRef="#ctx0" brushRef="#br0">17814 992 7721,'0'-30'0,"-4"8"527,0-3 0,-6 8-133,2 1 0,-3 8 279,-2 4 0,0 4-243,-4 4 0,-2 8 41,-6 9 0,0 12 124,0 4 1,1 9 218,-1-1 0,0 5-457,0 3 1,6-3 243,2 0-841,9-6 1,-2-7 0,6-1-180,2-3 1,6-8-814,4-9 1,8-8 311,5-3 129,3-4 1,5-8-654,-1-5 0,7-8 663,-2-9 1,-1-2 780,1-7 0,-1 3 0,1 2 0,-3-3 0,-5 3 0,0 2 172,-1 2 0,-4 10 54,-4 7 0,-8 6 273,-3 10 1,-4 9 177,-1 7 1,-1 9 1007,-4 4 1,3 3-610,-7 1 1,7-1-185,-2-3-566,2-2 1,8-13-193,2-6 0,10-12-115,7-12 1,1-8-163,7-9 1,-5-2-328,0-7 0,-1 1 193,-3 0 1,0 0-519,-3 0 1,-5 5 182,-8 3 1,-2 3 295,-6 1 0,-7 6 106,-5 2 1,-6 5 158,-7 3 0,-1 5 200,-3 8 0,3 5-207,-3 7 429,2 9 0,3 1 1,-1 5-211,0-1-138,6-4 1,1 4-1197,5-5 1,6 0 584,3 0 1,3 0-1072,1-1 1659,5-4 0,2 3 0,6-4 0</inkml:trace>
  <inkml:trace contextRef="#ctx0" brushRef="#br0">18286 1091 7721,'12'0'2495,"-5"6"-1627,-3 2 0,-3 3 364,-1 2 0,0 3-607,0 1 1,-5 5-80,-3-2 0,1 4-162,-2 1 0,7-6-1018,-3-3 541,4-2-296,1-7 1,1-3-408,4-8 1,6-4 433,5-9 0,5-2-311,-5-6 0,6 0 227,-1 1 0,3 0 77,0 4 0,-3 3 115,0 9 1,-6 2 325,1 6 0,-3 2 107,-5 2 0,2 8 152,-6 9 0,0 2-56,-4 2 1,0 0-151,0 0 1,0-1-1151,0 1 0,4-1 519,0-4 1,6-2 134,-2-5 371,3-6 0,2 4 0,-1-5 0</inkml:trace>
  <inkml:trace contextRef="#ctx0" brushRef="#br0">18993 546 7721,'0'-9'687,"0"1"1,-2 5-208,-2-1 0,3 8-93,-3 5 1,2 14-189,2 10 0,0 15 215,0 14 1,-2-26 0,0 1-463,0 4 0,0 1 1,0 0-1,0-1 242,2-2 1,0 0 0,0 0 0,0-2-392,0 25 1,1-7 301,3-9 1,3-17-132,6-4 0,-1-14 129,0-7 1,5-4-616,0-4 0,3-5 229,-3-7 1,-1-2-1325,-3-3 0,-6-2 1080,-3 2 0,-3 2 527,-1-2 0,-5 0 0,-2-3 0</inkml:trace>
  <inkml:trace contextRef="#ctx0" brushRef="#br0">18869 1029 7721,'-38'-19'0,"4"7"0,5 8 0,6 2 1008,10 2 1,6 6-124,3 2 0,4 3 68,4 1 0,9 1-359,7-1 1,5 1-204,4-1 0,1-1-904,3-3 0,7-2 416,-2-6 0,6 0-1263,-3 0 0,6 0 775,-2 0 0,4-6-412,0-2 0,1-9 270,0-3 1,-2-4 192,-3 0 0,-2 0 534,-6 3 0,-6-1 0,-7 6 582,-4-1 1,-15 10-470,-5 3 0,-7 10 1215,-9 6 1,1 6-548,-6 7 1,-4 4 141,-4 0 1,0 5-434,4-1 0,2-1 546,2 1 0,-1-7-653,6-1 1,1-1-52,6-8-921,4 1 566,5-10 0,7-2-800,5-5 1,6-11 481,7-6 0,0-5-1206,-1-2 0,1-5 683,0 0 1,0 0 245,0 4 0,-5 6 167,1 2 0,-6 1-53,2 3 1056,-9 4 0,-3 10-438,-5 3 1,0 4 902,0 9 1,-4 2-549,0 6 0,-5-4 852,0-1 0,2 1-749,-1 4 1,5-6-421,-1-2 0,3-2-365,1 1 1,0-2 193,0 3 0,0-8-1004,0 0 1,1-7 539,3 2 1,3-2 482,6-2 0,-1-11 0,0-3 0</inkml:trace>
  <inkml:trace contextRef="#ctx0" brushRef="#br0">19886 1067 9281,'-7'8'1937,"3"0"1,1-4-614,-1 5 1,3-1 160,-4 4 1,0 1-1424,1-1 1,-5 2-39,5 2 1,0-2-581,4 3 1,0-4 421,0 0 1,0-1-2875,0 1 1863,0-1-2340,0 0 2436,0-5 0,6-7 329,2-8 0,3-8 720,1-5 0,1-8 0,-1-4 0,-1-3 0,-2-1 0,2-5 0,-3 1 0,3 4 0,1 4 0,-3 7 0,-1 1 0,-4 4 1080,4 5-232,-5 7 1,4-6 1590,-3 11-2065,-3 0 0,5 5-176,-6 3 1,0-1-731,0 5 0,0-3 391,0 3 0,0-4-1195,0 4 1336,0 6 0,0 0 0,0 4 0</inkml:trace>
  <inkml:trace contextRef="#ctx0" brushRef="#br0">20146 1054 9476,'-7'2'1978,"3"2"0,-1-2-956,1 7 1,-2-5-484,2 4 1,3 0-795,-4 5 1,3-1 213,-2 1 1,2-1-1135,-2 0 378,3 1 252,1-1 0,5-5 185,3-3 1,4-2-1,0-2 1,0-2 264,1-2 1,1 1-60,2-5 1,-1 0-22,6-5 1,0 5 26,3 0 0,-3 1 262,0-1 0,-6 2 79,1 6 0,-2 0 157,-1 0 0,-6 6 334,-3 2 1,-3 3-345,-1 1 1,0 6-136,0 3 0,-8 2-29,-1 2 0,-4-4 101,4 0 1,0-5 555,1 5-516,2-6 0,12-3-317,2-8 0,8-8 0,4-3 0</inkml:trace>
  <inkml:trace contextRef="#ctx0" brushRef="#br0">20990 980 10787,'-6'-7'1444,"-2"3"0,-4 2-1085,-5 2 1,-4 3 134,-7 5 1,-4 2-155,-5 11 1,1-1 27,3 5 0,4-4-326,8 0 1,5-2-377,7 2 1,5-4-212,8-4 0,9-5 406,7 0 0,5-4-322,4 5 0,-3-5 187,3 4 0,0-5 441,-4 1 1,3 3-148,-8 1 1,-6 2 187,-2-2 1,-7 3-41,-1-3 0,-3 8 112,-1 0 1,-10 1-488,-2-5 1,-7 2 136,2 2 1,-5-6-775,1 2 0,2-6 404,-2 2 1,5-5-1013,-5 1 0,1-3 187,-5-1 1265,0 0 0,0 0 0,0 0 0</inkml:trace>
  <inkml:trace contextRef="#ctx0" brushRef="#br0">22156 608 7679,'-12'5'0,"5"-2"1311,3 5 0,2-4-580,2 5 0,11-1 275,6 4 0,12 1-478,8-1 0,11-5-266,10-3 1,4-2-558,4-2 1,-2-6 64,2-2 0,-4-5-665,-4-3 1,-5-3 542,-7-6 0,-9 5-500,-8 4 1,-12 3-225,-5 5-1099,-8-3 2175,-9 10 0,-9-5 0,-11 6 0</inkml:trace>
  <inkml:trace contextRef="#ctx0" brushRef="#br0">22578 633 7679,'-20'17'0,"-2"-1"962,6 4 1,-1 2-377,5 7 0,0 7 203,-1 5 0,6 6-38,3-1 0,-1 7 35,0 5 1,-3 2-468,4-2 0,0-5-256,4-7 0,0 1-978,0-6 1,0-1 644,0-7 1,0-4-819,0-8 1,5-9 539,4-8 0,-2-3-469,1-1 0,-5-1-1,1-3 1018,-3-8 0,-6-8 0,-2-5 0</inkml:trace>
  <inkml:trace contextRef="#ctx0" brushRef="#br0">22379 1166 7679,'0'7'2190,"0"-2"1,6-1-1532,2 0 0,9 1 580,3-5 1,12 0-778,9 0 0,9-6-304,12-2 0,-27 1 0,2-1-1138,0 0 0,0-1 0,2-1 0,1-1 685,-1 3 1,0 0 0,-3-1 0,-1 1 294,0 2 0,0 0 0,0 2 0,0 1 0,34-2 0</inkml:trace>
  <inkml:trace contextRef="#ctx0" brushRef="#br0">23756 1525 7679,'2'-12'4915,"2"0"0,-3-1-4392,3 1 1,-2-1-1713,-2 1 1,-4 0 338,-1-1 850,-10 6 0,1-4 0,-10 4 0</inkml:trace>
  <inkml:trace contextRef="#ctx0" brushRef="#br0">4329 3125 7679,'12'-16'0,"-4"-1"0,-3 1 249,-5 3 0,0 1 583,0 0-540,0-1 0,0 5 149,0 0-3,0 5-186,-5 8 0,2 5-58,-5 11 1,-1 5 205,-3 7 1,0 3-197,-1 1 0,1 6-162,-1 2 0,0 3-220,-4 2 1,-2 9-153,-6 3 1,0 3-541,0-3 1,1 0 633,-1 0 1,5-8 24,4-9 0,8-9-172,4-15-70,2-9 1,4-8 0,2-8 1,7-8-112,5-9 1,5-6 375,-5-2 0,5-10 187,-4 2 0,5-6 0,-2 6 0,4 2 0</inkml:trace>
  <inkml:trace contextRef="#ctx0" brushRef="#br0">4292 3187 7679,'13'-16'-771,"-1"-1"1,-4 1 1573,1 3-57,-7 1-341,9 5 0,-5 3 0,2 8 1,3 4-100,-3 9 1,-1 4 74,2 8 1,-5 4-42,4 8 0,-4 3-218,4 6 0,-5-1-109,1 1 1,-2 5-140,-2 3 1,0 0-127,0-5 0,0-2 113,0-13 0,1-4-220,3-9 1,-2-6-226,2-2 109,3-9 0,-2-4-427,3-8 1,-1 1 502,-3-5 0,-2 0 399,2-5 56,-3 1 1,-6-6 0,-2-1-1</inkml:trace>
  <inkml:trace contextRef="#ctx0" brushRef="#br0">4280 3597 7695,'-7'0'1303,"12"0"1,4 0-1263,7 0 1,2 0 46,-1 0 0,9 0-783,-1 0 1,8 0 423,0 0 1,7 0 270,1 0 0,6 0 0,-3 0 0</inkml:trace>
  <inkml:trace contextRef="#ctx0" brushRef="#br0">5421 3547 7679,'-7'-7'1256,"-4"2"-907,10 5 0,1 0-111,8 0 0,5 4 90,3 0 1,3 6-66,6-2 1,0-1-217,0 1 1,0-5 97,-1 1 1,5-3-468,0-1 1,4-1-930,-4-3 0,4-3 693,-4-6 1,0-4-420,-4-4 977,0-3 0,-6 0 0,-1-1 0</inkml:trace>
  <inkml:trace contextRef="#ctx0" brushRef="#br0">5768 3225 7679,'-19'-7'153,"-3"1"41,6 6 1,3 0 153,5 0 0,1 2-37,-1 2 0,-2 7 441,6 5-494,0 6 0,5 2 0,3 7 212,5 5-456,-4-1 0,6 13 1,-3-3-3,3 4 1,-2 6-180,-1 3 1,-5-2-28,1 2 1,-1-6-111,1 2 1,-3-3 156,3-1 1,-2-6-19,-2-3 1,-2-9 46,-2-7 0,3-5-63,-3-3-332,2-9 323,2 3 0,0-16-376,0-4 1,2-3 390,2-5 0,-1-3-577,5-9 752,0-3 0,4-11 0,1-1 0</inkml:trace>
  <inkml:trace contextRef="#ctx0" brushRef="#br0">6079 3535 7679,'8'0'701,"0"0"-13,-5 0-342,8 5 0,-8 3 296,5 9 0,-5-2-149,1 6 0,-4-1-644,-4 5 1,1 0 137,-5 0 1,4-2-1008,-5-2 1,5 1 198,-4-5-811,5-1 1632,-2-9 0,5-1 0,0-6 0</inkml:trace>
  <inkml:trace contextRef="#ctx0" brushRef="#br0">6128 3361 7679,'4'-8'597,"1"-1"1,0 5-204,-1-4 1,-1 4 81,5-4-66,0 5 1,3-4-87,-2 3 0,2 3-837,-3-4 0,3 5 378,1 5 1,1-3 134,-1 7 0,1-1 0,-1 4 0</inkml:trace>
  <inkml:trace contextRef="#ctx0" brushRef="#br0">6364 3646 7733,'-7'0'586,"2"0"1,5 2 31,0 2 0,0-1-39,0 5 0,0 0-200,0 4 1,0-3-358,0-1 1,1-1 275,3 1-629,3-2 1,9-6 256,1 0 0,1-6-269,-2-2 1,0-4 183,4-5 1,0 2-692,0-6 0,-2 2 288,-5-2 1,-2-1 293,-3 6 1,-3-5 433,-5 4 0,-2 5-193,-7 4 1,1 5 415,-8-1 1,-2 4-233,1 4 1,-5 7 328,1 6 0,2 5-137,-2-2 1,2 8-1,-2 1 1,4 4 32,4-4 0,1 5-113,-1-1 1,6-2-407,3-2 0,3-7 170,1-2 1,5-6-376,4-2 1,3-5 231,5-7 0,-2 0-552,5 0 1,1-5 305,4-3 1,0-3-556,0-2 0,-1-1 272,1-2 0,4 2 639,0-3 0,0 4 0,-4-5 0,0-1 0</inkml:trace>
  <inkml:trace contextRef="#ctx0" brushRef="#br0">6860 3212 7679,'-1'-8'605,"-3"0"-347,2 5 1,-5-4 285,3 3 1,3 4-182,-3 0 1,1 7 204,-1 9 0,2 5-7,-2 8 1,3 3-195,1 5 1,0 4-258,0 1 0,0 4 96,0 0 1,0 2-763,0 2 0,0-5 424,0 1 1,4-6-439,0 1 1,6-8-263,-2-4 0,5-8-580,3-5 1,2-8 346,3-3 1065,2-4 0,-4-18 0,6-3 0</inkml:trace>
  <inkml:trace contextRef="#ctx0" brushRef="#br0">7183 3634 7679,'0'-7'691,"-2"0"-205,-2 3 1,1 3-118,-5-4 1,0 5 405,-5 5 0,1 1-302,0 7 0,-1-1-339,1 1 0,-1-1 85,1 0 0,1 1-639,3-1 0,-2-3 256,6-1 58,0-5 1,7 2-881,5-5 1,2-5 460,10-4 1,2-3-308,7-5 0,-3 2 353,3-5 0,-2 3 381,-3-4 0,1 1-78,0-5 0,-4 4 323,-1 1 0,-5-1 65,2-4 0,-3-4 176,-2 0 1,1-5-74,-1 1 1,-5-7-87,-3-2 0,2-3 227,-2 4 0,1-5-126,-1 5 0,-2 2 608,2 10-207,3 0-379,-6 15 1,5 3-7,-6 11 1,0 7-71,0 10 0,0 1-139,0 2 1,0 5-1,0 0 0,0 0 29,0 4 1,0 1 27,0-1 1,0 4-400,0-4 1,0 6 169,0-2 0,0 7-626,0 1 1,-2 4 347,-2-3 0,3 5-485,-3-2 1,2-2 44,2-2 1,0-8-110,0-4 1,2-7-341,2-1 1202,3-12 0,11 3 0,1-12 0</inkml:trace>
  <inkml:trace contextRef="#ctx0" brushRef="#br0">7815 3746 8804,'-7'0'3497,"2"0"-6871,5 0 3374,0 5 0,-6-4 0,0 5 0</inkml:trace>
  <inkml:trace contextRef="#ctx0" brushRef="#br0">9118 3609 7801,'-6'-12'-513,"-2"-1"0,1 1 1034,-1-1 0,0 2 13,-5 3 1,1-1 88,0 4-361,-1 1 1,-1 4 193,-2 0 1,2 2-128,-3 2 1,4 8 77,0 9 1,-3 4-141,-1 4 0,1-2-50,3 6 0,6-5-131,3 1-18,3-3 1,1-3-258,0-2 0,1-9 191,3-7 1,5-4-451,7-1 1,3-11 203,6-6 1,0-5-1,-1-2-447,-4-1 1,2-4 413,-5 0 0,2 1 98,-7 8 1,4-2 86,-8 5 1,3 2-207,1 7 592,-5 2 0,-1 13-204,-6 5 1,0 2 466,0 7 0,4-1-73,0 5 1,2 0-183,-2 0 1,-2-2-857,7-2 1,0 1 322,8-5 0,-2-1-1092,6-3 1,-1-1 171,5 0 1151,6-5 0,-5 4 0,4-4 0</inkml:trace>
  <inkml:trace contextRef="#ctx0" brushRef="#br0">10929 3435 7801,'0'-27'431,"0"2"0,0-1 403,0 9-168,-5 1 1,-2 5-25,-6 3 1,0 8-230,-4 8 1,-4 8-197,-8 5 0,2 2-11,-6 2 1,5 1-170,-1 3 1,4-2 72,5 1 0,2-7-67,5-4 1,7-4-481,1 0 1,5-1 292,5 1 0,3-2-367,8-3 1,5 3 224,8-3 1,-1 3-56,5 2 0,-6-1 46,2 0 0,-4 1 325,-4-1 0,-3 5-146,-6-1 0,-5 6 385,-3-1 1,-4-2 25,-4 2 0,-4-4-146,-9 3 0,-2-5 70,-6 2 0,-4-3-99,0-2 1,4-4-528,5 1 0,4-8 207,0-1 1,3-5-713,5-8 1,4-5 411,8-2 0,0-4-314,9-1 0,-2-4 814,9 0 0,1-5 0,4 2 0</inkml:trace>
  <inkml:trace contextRef="#ctx0" brushRef="#br0">11078 3535 7801,'12'0'1470,"1"0"0,-2 1-516,-3 3 1,-2 4 131,-6 9 0,0 2-495,0 6 0,-6 4-294,-2 0 0,2 4-90,2-4 0,3 0-1290,1-4 774,0 0-202,0-6 0,5-7 1,5-8-596,5-2 1,0-8 553,6-2 0,-2-10-64,2-7 0,2 0-53,-2-4 534,-3-2 0,0 5 1,-6-3-43,1 2 0,-2 4 326,-3 2 1,-1 1 343,-3 7 43,-3-2 0,4 15 254,-10 0 0,3 10-343,-7 6 1,5 11 795,-4-3-871,5 4 1,-6-3 0,4-1-195,3 1-201,0 0 0,2 0-69,0 0 0,0 0 1,0-2-257,0-2-781,0 2 1,0-9-1,0 2-2040,0-2 2049,6-7 1120,1-1 0,5-6 0,1 0 0</inkml:trace>
  <inkml:trace contextRef="#ctx0" brushRef="#br0">11636 3522 6815,'0'-12'-493,"2"5"93,2 3 221,-3-3 179,5 6 0,-6-5 0,0 6 0,0 0 0,0 6 0,0-5 0,0 4-4,5-5 12,-3 0 2,3 0-10,-5 0 0,0 0 0,0 6 0,0-5 0,0 5 0,1-6 0,4 0 407,-4 0-120,4 0-292,-5 0 111,0 0-509,0-6 100,0 5 303,0-5 0,0 6 0,0 0 0</inkml:trace>
  <inkml:trace contextRef="#ctx0" brushRef="#br0">11686 3200 7801,'0'-25'334,"0"2"-234,0 2 1,0-1 918,0 5-264,0 1 122,0 9 1,0 4-366,0 11 1,0 8 137,0 13 1,4 4-227,0 8 1,0 3-23,-4 6 0,0-1-258,0 1 1,-4-2-199,0-2 1,-4 6-159,4-2 0,-6-2 238,2-3 0,1-5-754,-1 2 1,3-9-61,-3-4-60,5-14 454,3-4 1,11-18 19,6-6 0,1-4 331,-2-8 0,-2 1-72,3 4 0,1-2 538,-2 5-271,1 6 105,-5 5-172,1 6 0,-7 6 121,-1 2 1,-4 7-15,-1 2 0,-6 0-66,-2-5 1,0 0-334,-5 1 0,4-1 99,-8 1 1,-1-5-380,2 0 0,-5-5 212,5 1 1,-6-3-195,1-1 1,2 0 149,-2 0 1,6-4-389,-2 0 0,8-6 167,0 2 1,7-3-140,-3-1 679,4 5 0,7-4 0,0 4 0</inkml:trace>
  <inkml:trace contextRef="#ctx0" brushRef="#br0">12207 3609 7801,'19'-12'0,"-5"1"967,-6 2 0,-4 0 192,5 5-190,-7-1 1,-2 5-426,-8 0 1,-4 6-131,-5 2 0,-3 3-155,-9 2 1,2 3-124,-2 1 1,3 3-88,1-3 1,6 4-226,3-5 0,3 1-352,5-5 1,2 1 351,6-1 0,0 0-630,0 1 0,11-5 319,6 0 1,5-5 141,3 1 1,0 2 107,-1-2 1,0 4 544,-3-4 0,1 6-74,-6-2 1,1 2 130,-5-2 0,-5 3 621,-3-3 1,-2 3-378,-2 2 0,-2-1-270,-2 1 0,1-2-98,-5-3 0,0 1-1709,-5-4 997,6-1-896,-4-4 1,10-2 158,-3-2 1,2-7-123,2-5 1,6-6 1329,2 1 0,3-8 0,7-3 0,2-5 0</inkml:trace>
  <inkml:trace contextRef="#ctx0" brushRef="#br0">12467 3733 7801,'9'4'900,"-1"0"1,-4 5-36,4-5 0,-4 1 1218,5-1-1102,-6 3 0,6 2 22,-5-1-670,0-5-101,2 2 1,1-5-914,5 0 0,-3-5 488,-1-4 0,0-6-851,4-1 1,4-1 105,-4 5 0,3-5-159,-7 1 0,-2-1 717,-2 5 0,-3-1 173,-1 1 0,-5 4 378,-3-1 1,-7 7-216,-2-3 0,-4 10 787,5 3 1,-6 7-393,1 2 1,3 6 1107,2 2 0,-2 0-400,1 4 1,2-3-297,7-1 1,2-1-1026,6 1 1,0-1 190,0-4 0,7-3-810,5-9 1,8-4 629,9-8 0,2-8-710,7-9 1,3-8 433,0-4 1,5-3 282,-5-1 0,6-11 0,-3-3 0</inkml:trace>
  <inkml:trace contextRef="#ctx0" brushRef="#br0">13112 3212 7801,'-8'4'1346,"0"0"1,4 6-777,-4-2 0,3 9 268,-3 4 1,4 3 471,-4 5 0,1 9 99,-1 7 0,2 3-722,6 2 1,0-1-781,0 1 0,0 0 130,0-1 0,0 0-1152,0-4 0,0-8 756,0-8 1,0-4-150,0-4 1,1-5-262,4-8 0,-4-3-777,3-10 1,2-1 179,-2-7 1,-2-1 719,-6-2 0,-3 1 17,-5-6 1,-4-1 628,-1-7 0,-5-3 0,1-5 0,-2 0 0,-2 0 0,0-1 0,0 1 0,6 7 375,3 5 410,7 0 337,4 17 1,8-3-432,5 11 0,3 4 306,14 0 1,-2 5-475,10-5 0,0 4-457,4-4 1,5 0 61,-1-4 0,0 0-1006,-3 0 0,-1 0 321,0 0 557,0 0 0,-5 0 0,-2 0 0</inkml:trace>
  <inkml:trace contextRef="#ctx0" brushRef="#br0">14117 3572 7810,'-7'-7'1057,"2"1"0,5 8-636,0 2 1,0 8 57,0 9 1,0 7-116,0 1 0,0 4-274,0-4 0,-4 5 87,0-1 1,0-3-760,4-1 0,0-4 447,0-4 0,0-2-2251,0-2 1325,0-9 1061,0 3 0,0-17 0,0 0 0</inkml:trace>
  <inkml:trace contextRef="#ctx0" brushRef="#br0">14130 3398 7905,'-13'-5'0,"2"-2"1034,3-6 1,3 5-438,5 0 0,1 4-449,3-5 0,4 7 59,9-2 1,2 2-1379,6 2 1,0 2 293,0 2 1,-2-2 876,-2 7 0,8-1 0,-3 4 0</inkml:trace>
  <inkml:trace contextRef="#ctx0" brushRef="#br0">14390 3621 7905,'0'13'319,"0"-1"1,-1 2 342,-3 3 1,2-4-245,-2 4 0,3-3 213,1-2 0,0 1-241,0-1 1,0-4-131,0 0 0,1-3-16,3 3 1,-1-5-382,5 1 1,1-3-81,3-1 0,2-1-198,2-3 1,0 1-110,4-5 0,0 1 285,0-2 0,4 0 51,-4 5 1,0 0 32,0 4 0,-5 0 232,2 0 0,-5 1-132,-3 3 1,0 3 301,-5 5 0,5 1-255,-5-1 0,1 1-296,-1-1 0,-2 4-904,2 1 1,3 0 1207,1-5 0,3 0 0,2 1 0</inkml:trace>
  <inkml:trace contextRef="#ctx0" brushRef="#br0">16177 3063 7818,'0'-18'1,"0"1"1311,0-4-643,0 3 0,-2 11 263,-2 3 1,1 4-356,-5 4 1,4 10-196,-4 11 1,-1 10 190,-3 11 1,0 6-196,-1 2 0,1 7-287,-1 1 1,2 2 41,7-27 0,0 1 0,-1 0 0,-1 0-149,2 3 0,0 0 0,1-1 1,0-1-344,1-4 0,0 0 1,1 35 181,1-8 0,5-5-22,4-16 0,7-12 66,5-16 1,8-6-105,4-7 1,8-13 3,5-8 1,-2-5 8,1-11 0,-1 1-200,2-9 1,-3 3 278,-6-3 0,0 0-119,0-5 1,0-2 100,1-6 1,-3 0 6,-18 25 1,0 0 0,0-2 0,0 1 36,-2-1 0,-1-1 1,-1-2-1,-1-2-8,-1-2 0,-2 1 1,-1 5-1,0 1-85,8-27 0,-8 13 403,-3 20 0,-4 10 1118,-1 11 14,0 5-601,0 9 0,-1 2-379,-4 8 0,0 5 17,-3 4 0,-2 5-17,6 7 0,-6 7-118,2 6 1,1 1-18,-1 7 1,1-4-107,-1 4 0,-3 5-99,6-28 1,1 0-1,-5 34-139,5-33 1,-1-2-1,-4 27-337,5 1 0,-5-12 279,5-1 1,0-9-1060,4-3 0,1-9 559,4-7 1,6-5-2556,5 5 3249,6-6 0,3 8 0,7-3 0</inkml:trace>
  <inkml:trace contextRef="#ctx0" brushRef="#br0">17467 4105 7726,'7'-5'4260,"0"-2"-2873,-3-6 1,-3 5-275,3 0 0,-4 1-2052,-4-1 1,1-3 938,-5 2 0,0-2 0,-5-1 0</inkml:trace>
  <inkml:trace contextRef="#ctx0" brushRef="#br0">2990 5395 7737,'0'-12'661,"0"-1"-198,0 1 1,-2 4-101,-2-1 0,3 5 632,-3-4-604,2 5 1,4-2-14,2 5 1,-1 0-102,5 0 1,-5 6-43,1 7 0,3 6-40,1 10 0,-3 3 5,0 5 1,-4 2-118,-1 2-6,0 3 1,0 11 0,0 2-197,0-1 1,-1 5 102,-4-3-297,4 2 0,-9 1-11,6-3 1,-5-4 111,0-9 1,4-8 172,1-8 1,-2-4-11,2-4 78,0-3 120,4-12 1,1 1 201,3-2 1,3-3-127,6 7 1,-1-5 327,1 4 1,-1-4-293,0 4 1,1-4-77,-1 5 0,2-7-226,2 3 0,-2 0 72,3-1 1,1 0-68,-2-4 0,2 0 92,-1 0 1,-4 0-702,4 0 0,-3-4 301,-2 0 0,1-1-2007,-1 0 103,0 4-379,1-10 2627,-6 10 0,-2-5 0,-5 6 0</inkml:trace>
  <inkml:trace contextRef="#ctx0" brushRef="#br0">3548 6090 7737,'-6'-7'-1868,"4"1"3301,-7 6-913,7 0 1,-8 2 13,6 2 0,0 3-96,4 5 1,-4 0-69,-1 1 0,1-1 557,4 1-223,0-1-590,6 0 0,1-5 53,5-3 1,2-4-298,2-4 0,0-4 171,4-9 1,1 0-540,4-4 1,-5-3 144,1 4 1,-6-4-27,2 0 0,-3 0 168,-2 3 0,-5 4 43,-3 4 0,-4 1 150,-4-1 1,-4 6-91,-9 3 1,2 4 171,-6 4 1,1 5-24,-5 7 0,1 4 173,4 4 1,-2 7 41,5 2 1,1 4 113,3 4 1,2 2-151,3 2 1,-2 2-75,6-5 0,0 2-160,4-7 0,5-4 108,4-12 1,7-3-616,5-6 0,2-5 289,2-3 1,1-9-598,3-8 1,3-6 123,5-10 1,0-3-712,1-5 1122,-1 0 1,0-6-1,0-1 1</inkml:trace>
  <inkml:trace contextRef="#ctx0" brushRef="#br0">4267 5507 7737,'0'8'1173,"0"0"1,0-4-764,0 5 0,-1-4-158,-3 7 1,1 0 279,-5 8 0,0 8-148,-5 9 1,2 7 61,3 10 1,-2 4-419,6 8 0,-4 3-20,6-32 1,0 0 0,-2 32-484,4-3 1,0-4 412,0-4 1,1-6-352,3-10 1,-1-12 236,5-13 1,0-9-745,5-4 0,-5-3 369,0-1 0,-3-5-267,3-3 0,-5-3 818,1-2 0,-8-5 0,-3-1 0</inkml:trace>
  <inkml:trace contextRef="#ctx0" brushRef="#br0">3933 6139 7737,'-7'0'969,"-4"0"-275,9 0 0,-1 0 186,12 0 0,2-5-386,14-4 1,2-2-433,10-1 1,7-2 77,6-2 0,5-4-709,7-4 0,4 4-140,1 4 0,-1 2 709,-4 2 0,-6-6 0,-1-2 0</inkml:trace>
  <inkml:trace contextRef="#ctx0" brushRef="#br0">5979 5519 7737,'0'-12'1083,"0"-1"-662,0 1 0,0 4 336,0-1 1,0 1-299,0-4 1,0 3 205,0 1 0,7-4-271,6-5 1,5-1-40,6 2 0,8-4-108,5-4 1,2 3-38,6 0 0,2 5-327,7-5 0,3 10 223,5-1 0,-5 7-239,1 1 1,-5 8 157,0 5 1,-6 3-401,-1 5 1,-3 2 202,-2 6 1,0 4-175,-8 0 0,-2 5 62,-2-1 0,-5 3 71,-3 1 0,-3 2 91,-6 2 1,-1-1-19,-2 6 1,-4-1 177,-5 5 0,-3-5-51,-5 1 1,-7 3-130,-14 5 1,2 0-157,-7-5 0,-3-5 469,-4-2 0,-6-8-78,2-1 0,2-11-116,1-1 1,2-7-275,-1-6 1,3-2 240,-4-6 1,5-10-1097,4-2 1,0-15 80,8-2 1071,-3-5 0,8-6 0,-4-3 0,5-5 0,1-7 0</inkml:trace>
  <inkml:trace contextRef="#ctx0" brushRef="#br0">6401 5482 7737,'7'-13'361,"-1"5"515,-6 0 223,5 0-189,2-5 0,5 6-512,1 3 0,-1 6-134,1 6 1,-1 6-179,0 10 1,1 8 75,-1 5 1,-5 12-146,-3 8 1,-2 10-299,-2 3 1,-5-31 0,-1 2 233,-2 2 0,-1 1 0,-2 0 1,-1 0-125,-2 3 0,-1 1 0,-2 1 0,-1 0 85,0 1 1,-1-1 0,-3-3-1,0-1 43,3-5 0,1-2 0,-2-2 0,0-1 37,1-2 1,0 0 0,2-2-1,-1-1-60,-15 23 1,6-10 29,7-14 1,5-4-126,-2-5 103,9-2-390,2-11 1,8-7-702,2-8 0,-2-9 1049,7-3 0,0-5-1118,8-4 1218,-3-3 0,4 1 0,-6 0 0</inkml:trace>
  <inkml:trace contextRef="#ctx0" brushRef="#br0">7815 5866 7737,'-8'0'0,"0"0"0,4 0 757,-5 0-420,7 0 1,-2 0 70,8 0 1,8 0-99,9 0 1,2 0-270,2 0 0,4 4-21,0 1 0,4 0 129,-4-1 1,5-2-611,-1 2 1,-1-3 318,1-1 1,-1 0-936,1 0 1,-3 0 1076,-5 0 0,0 6 0,0 1 0</inkml:trace>
  <inkml:trace contextRef="#ctx0" brushRef="#br0">7853 6127 7737,'-13'12'385,"1"1"1,4-5 85,-1 0 0,6-4-8,-1 5 0,8-7-16,5 2 1,7-2-106,5-2 1,8 0-143,4 0 0,3 0 13,1 0 0,2-2-461,2-2 0,-2-1 217,2-4 1,2 3-1210,-2 1 1,6 4 1239,-2-3 0,4 3 0,0 1 0</inkml:trace>
  <inkml:trace contextRef="#ctx0" brushRef="#br0">9837 5221 7650,'-6'-12'0,"-1"5"469,3 3-158,2-3 281,-9 6 0,4-3-182,-5 8 1,-1 4-118,1 8 0,-2 4-83,-2 5 1,1 1-1,-6 3 1,0 2-245,-4 7 0,1 4 79,-1 4 0,0 2-271,0 2 1,4-5 253,1 1 0,5-6 35,-2 1 1,9-14-2,4-6 0,2-6-284,2-2 5,0-1 1,2-5 21,2-3-161,3-2 0,5-7 144,1 1 1,-1 0 165,0 4 0,1 1-89,-1 4 1,-1 3 373,-3 8 1,2 0 93,-6 4 1,2 6 182,-2 8 0,-3 3 10,3 4 1,-2-1-166,-2 5 1,0 5 32,0 4 0,-6 4-50,-2-5 0,-3 4-979,-1-7 1,3 2 485,1-7 1,5 2-1361,-1-1 1,3-8 713,1-5 1,0-6 794,0-3 0,-4 1 0,-1-4 0,1 2 0</inkml:trace>
  <inkml:trace contextRef="#ctx0" brushRef="#br0">10793 6065 7737,'0'-24'202,"0"4"0,-4-4 10,-1 4 1,-3-2 302,4 1 1,-6 3 36,2 6-325,3-1 0,-9 1 0,4 1 226,0 2-292,1 4 1,-4 6 74,1 3 1,-5 3-137,1 6 1,-1 6 89,5 6 0,0 1 25,-1 7 0,-2 0 85,3 4-396,-4 1 0,14-3 103,-7-2 1,7-2-47,-2-6 0,2-6-249,2-3 1,2-7 162,2-5 0,7-10-432,5-6 0,8-7 1,-1-10 149,5-4 1,1-3-264,-5-1 1,5 5 234,0 3 0,-4 4 355,-4 4 1,-5 5 327,5 8 1,-6 4-230,2 8 1,-8 8 181,0 9 1,-7 4-164,3 3 1,-4-1-11,-1 2 1,0-3 108,0-1 1,0-2 802,0-2 1,0-3-457,0-6 1,-4-4-578,0 1-795,0-7 0,5-2 510,3-8 1,-1-4-373,5-5 1,0-2-57,5-6 806,-1-5 0,6-2 0,1-5 0</inkml:trace>
  <inkml:trace contextRef="#ctx0" brushRef="#br0">11276 5494 7737,'0'7'237,"0"4"132,0-3 1,-1 3 32,-3 2 1,3 2-25,-4 6 1,4 2-23,1 14 0,0 6-175,0 15 1,-1 5-191,-1-26 0,0 1 0,-1 1 0,-1 0 0,-2 1 0,-1-1-155,1 0 0,0-1 0,-1 30 141,3-11 0,2-6-616,2-18 1,2-11 337,2-17 0,8-15-675,9-7 0,0-10-178,4-6 1154,-3-9 0,8-2 0,-5-5 0</inkml:trace>
  <inkml:trace contextRef="#ctx0" brushRef="#br0">11723 5333 7737,'0'-12'1157,"-5"5"1,2 1-249,-5 6 0,3 6-398,-3 2 1,4 15 47,-4 10 1,-1 9-235,-3 7 1,0 12-509,-1 5 0,7-27 1,0 1 25,0 3 0,-1 1 0,1-2 0,0 1 125,0 1 0,0-1 1,-1-3-1,1 0-451,0-5 1,0 0-1,-2 33 227,-1-6 0,7-11-202,-3-6 1,4-9-41,1-3 0,4-10-672,0 2 0,6-8 172,-2-1 998,-2-7 0,10 2 0,-2-5 0</inkml:trace>
  <inkml:trace contextRef="#ctx0" brushRef="#br0">12492 6065 7737,'-8'0'28,"0"0"1,4 0 291,-5 0 803,7 0-280,-4 0-7,6 0-306,0 0 0,6 0-174,2 0 1,7 4-32,1 0 0,7 4-58,-3-4 0,4 1-230,0-5 1,1 0 64,0 0 1,1-2-447,3-2 0,-1-3 279,5-5 0,-6-1-972,2 1 0,-2-6 39,-3-3 1,1 2 488,0-2 1,-7 6-384,-6-1 1,-1-2 891,-7 1 0,1-5 0,-5 3 0</inkml:trace>
  <inkml:trace contextRef="#ctx0" brushRef="#br0">12815 5593 7737,'-13'6'0,"1"-3"519,0 5 1,3-4-135,1 4 0,5 5 345,-1 3 0,-1 6-277,0-1 0,1 4-20,4 4 0,2 0-244,2 8 1,-1 0 23,5 13 0,-5-3-308,1 6 0,-3 4-69,-1 1 1,0 7-83,0 1 1,0-2-1,0-6 0,-1-3-165,-3-5 0,2-6 179,-2-3 0,-1-9 47,0-7 1,1-6 84,4-6-112,-5-6 228,3-2 1,-3-6-97,5-3 0,-4-3-241,0-6 1,-5-1 312,5-2 0,-1-2-787,1-3 0,1-6-25,-5 2 820,5-8 0,-3 1 0,6-5 0</inkml:trace>
  <inkml:trace contextRef="#ctx0" brushRef="#br0">13112 6040 7737,'0'12'0,"0"-3"574,0-1 1,5 0-137,-1 5 0,0 4 218,-4 4 1,-1-2-250,-4 2 0,3-2 105,-7 2 0,5 5-930,-4-5 1,5 5 317,-1-5 1,-1-3-2176,0-2 1359,1 4-633,4-7 1549,0 0 0,6-19 0,1-8 0</inkml:trace>
  <inkml:trace contextRef="#ctx0" brushRef="#br0">13162 5779 7737,'-8'-6'1976,"0"1"-1336,5-1 0,-3 3-67,6-5 0,2 5-201,2-1 1,-1 2-901,5 2 1,1 0 344,8 0 0,-3 0-1051,2 0 1,-2 0 132,-1 0 1101,-1 6 0,6 1 0,1 5 0</inkml:trace>
  <inkml:trace contextRef="#ctx0" brushRef="#br0">13336 6114 7737,'0'13'16,"0"-1"0,0 1 148,0-1 0,0 0 471,0 1 1,0-1-206,0 1 0,1-5 72,3 0 0,3-5-348,6 1 0,-1-3 59,0-1 0,6-1-260,3-3 0,-2-4 91,2-9 1,-2-2-31,2-6 0,1 0 79,-5 0 1,0 2-442,0 2 0,-7-1 54,2 6 1,-8-5-204,0 4 582,-2 1 1,-8 5-95,-2 3 1,-7 2 212,-2 6 0,-5 2-61,1 2 1,-2 8 8,-2 9 0,5 2-29,-1 2 1,2 1 180,-2 3 1,-1 1-25,5 3 1,1 7-65,3-2 1,6-3-204,3-1 0,3-7-180,1 2 1,0-8-459,0-5 1,5-3 341,4-5 1,6-4-460,1-8 1,7-3 311,-3-5 0,4-5-285,0 1 1,1-7-28,0 3 742,5-4 0,-3-6 0,3-2 0</inkml:trace>
  <inkml:trace contextRef="#ctx0" brushRef="#br0">13882 5507 7737,'-7'7'938,"-3"4"0,6-3-354,1 3 0,-4 7-230,-1 2 1,1 9 275,-1 4 1,4 9-222,-5 3 1,1 8-176,-4 0 1,4 8-82,-1 1 1,1-4-371,-4 4 1,3-8-62,1-1 0,1-2 268,-1-1 1,1-7-818,3-6 0,2-5-139,-2-8-18,8-4 0,5-8 414,7-8 1,-2-8-737,3-4 1306,2-9 0,0-2 0,6-6 0</inkml:trace>
  <inkml:trace contextRef="#ctx0" brushRef="#br0">14117 6127 7737,'-12'5'217,"0"2"59,-1 6 1,1-1 432,-1 0 1,1 6 53,-1 3 1,5 2-304,0 2 0,1-1-363,-1-4 0,-2 2 65,6-5 0,0-1-260,4-3 185,0-6-202,0-2 161,5-5 0,1-5-306,2-4 1,-1 3-628,-3-3 387,-2 7 475,3-4-38,1 6 0,-5 1 131,3 4 1,-3 1-82,-1 7 1,-4-5 639,0 0-447,0 1 1,0 3-24,0 0 0,0-3-389,4-1 247,0-5-463,5 8 0,3-11 221,9 0 1,1-6-425,3-6 1,3-7 253,1-6 1,1-7-127,7-9 1,-1-3 174,1-6 0,2-1-36,-6-3 1,0-2 417,-5-6 0,-4 1-79,-4 3 0,-7-1 279,-5 5 1,-4 5-201,-4 3 1,1 9 1332,-5 4-1006,5 8 0,-4 18 658,3 3-556,2 3 1,-5 6 50,3 3 1,3 3 223,-3 2 0,-2 5-480,2 2 1,-1 5 123,1 4 1,1 3-97,-6 5 0,1 4-293,-4 1 0,4 5 83,-1-2 0,1 3-342,-4 2 0,-1 4 56,1-1 1,4 4-79,-1-7 0,6-4-369,-1-8 1,3-4 274,1-5 1,1-7-384,3-14 1,3-2 261,6-6 0,-1 0-284,1 0 1,0-7 297,4-5 0,-3-2 489,2-7 0,4 0 0,-1-3 0</inkml:trace>
  <inkml:trace contextRef="#ctx0" brushRef="#br0">14800 6028 12768,'-13'5'1849,"-1"2"-1316,-2 5 0,-3 6-192,-6 3 0,-1 2-93,-3 2 0,2 4-567,-1 0 0,8 0 38,8-4 1,1-6-109,7-2 0,5-5 2,7-4 0,10-2 146,7-6 0,0 0 27,4 0 1,1 0-48,-1 0 1,0 0 297,-4 0 1,-5 0-87,1 0 1,-6 0 162,2 0 1,-7 5-21,-2 4 1,-5-3-57,1 3 0,-8-1-341,-5 4 1,-7 1 93,-5-1 1,-2 1-444,-2-1 0,-6-4 265,-2 1 1,2-3-400,-2 3 0,-5 0 786,-3-5 0,-11 6 0,1-3 0</inkml:trace>
  <inkml:trace contextRef="#ctx0" brushRef="#br0">15631 6003 7737,'7'5'0,"2"-2"669,-5 5 0,5 2-508,-5 6 1,0 9 1285,-4 8 1,-1 5-783,-4 3 0,-1 3-637,-7 6 0,2-8 152,3-4 0,-2-7 11,6-6 1,0-6-1149,4-2 756,0-9 1,5-13 200,4-12 0,2-5 0,1-3 0</inkml:trace>
  <inkml:trace contextRef="#ctx0" brushRef="#br0">15730 5866 7737,'8'0'1529,"1"0"1,-1 0-1165,4 0 0,-4 0-223,1 0 0,-1 0-307,4 0 1,2 0-1291,3 0 1,-3 4 668,2 1 0,2 3 786,-1-4 0,5 6 0,-3-3 0</inkml:trace>
  <inkml:trace contextRef="#ctx0" brushRef="#br0">15991 6251 7737,'-14'29'951,"-3"0"0,3-2-575,-2-6 0,2 2 2325,2-2-1250,5-3-1248,1 0 1,8-11-4,2-3 0,7-8-335,5-5 1,8-8-151,1-8 0,4 0-403,4-4 1,1-1 45,-5 1 0,4 4 337,-4 4 1,-1 6 337,-8-1 1,2 7-193,-5 5 0,-6 6 311,-7 6 0,-3 3-111,-1 14 0,0-2 900,0 10 0,-5-4-339,-3 4 1,2-1-264,2 1 1,3-7-1025,1-5 1,0-6 251,0 1-1501,0 4 0,5-8 1934,3 1 0,9-7 0,2-6 0</inkml:trace>
  <inkml:trace contextRef="#ctx0" brushRef="#br0">17020 5544 7737,'7'-6'1042,"4"-1"0,-8 1-434,5 1 1,-5 7 266,1 6 1,-3 6-379,-1 11 0,-1 10 213,-3 7 0,1 7-277,-5 9 0,-5 6-374,6-28 1,-2 2 0,-2 2 0,0 1 134,1 3 1,-1-1 0,0 1-1,-1-1-87,-1 3 0,1-1 0,0-3 0,0-1-52,2-2 1,0 0 0,3-3-1,1-1 124,2 31 0,6-19-346,6-10 0,11-14 196,14-6 0,3-10-311,1-7 0,5-9 146,-1-11 1,6-8-685,-2-13 0,0-3 169,0-6 1,-5 0-493,1 1 1,-2-5 506,-2 0 0,-18 24 1,1 0 292,1-1 1,-1 0 0,13-31 115,-16 29 1,-1 0 0,-1-2 0,-2 1 48,0-1 0,-1-1 0,0-2 0,-1-1 124,0 0 0,-1 0 1,8-29-348,-6 10 1873,0 17-1010,-5 11 0,-1 28 389,-6 15 1,-6 9 336,-2 7 0,-7 4-516,-2 8 1,-3-1-109,3 5 1,-4 1-65,5 4 1,-1 3-301,5 1 1,1 4 77,3-4 1,-2 5-948,6-1 0,0 5-280,4-1 1,0 3-715,0-7 0,0 1 1663,0-1 0,-4-3 0,0-5 0,1-1 0,1 1 0,2-1 0</inkml:trace>
  <inkml:trace contextRef="#ctx0" brushRef="#br0">19129 5333 7610,'0'-12'0,"0"-1"514,0 1 1,0-1 233,0 1 885,0 5-1145,0 2 1,-4 6-81,0 3 1,0 10-112,4 11 0,-4 6-24,-1 11 0,1 3-86,4 9 1,0 4-318,0 8 0,0-29 1,0 0 185,1 4 1,-2 1-1,-1 1 1,0 1-336,0 1 1,0 1 0,-3 0 0,0 2 180,1 1 0,0 1 0,-1-1 1,-1 1 82,0 0 1,0-1 0,0-2-1,1-1-297,0-3 0,1 0 1,-1-4-1,1 0 3,2-4 0,0 0 1,-7 27-292,5 4 1,-1-12 229,1-1 1,2-3-62,-2-9 0,1 1-9,-1-5 0,3-1 22,-3-3 1,2-8-312,2-9 729,0-8 0,0 2 0,0-2 0</inkml:trace>
  <inkml:trace contextRef="#ctx0" brushRef="#br0">14936 5383 7811,'0'7'414,"0"-2"0,0-4 332,0 4-80,0-4 62,0 4 1,4-3-261,0 2 0,6-3 192,-2 3 0,5-2-265,3-2 0,5 0-334,8 0 0,-2-2-200,6-2 1,1-3-355,3-5 1,-1 0-805,-3-1 0,-3 1 710,-5-1 1,-2 2-1287,-2 3 1873,-9 3 0,-1-1 0,-4-1 0</inkml:trace>
  <inkml:trace contextRef="#ctx0" brushRef="#br0">15097 5407 7811,'-5'20'0,"-3"-4"0,-2-1 721,2 2 0,-2-2-231,6 6 1,0-1 443,4 5 1,0 1-222,0 3 0,0 2 11,0 2 0,0 3-640,0-3 0,0 4 72,0 4 0,0-6-990,0 2 1,-2-4 585,-2 0 0,3 1-355,-3-5 1,2-1-107,2-7-2191,0-3 2027,0-6 1,0-7 66,0-5 806,0-11 0,-5-8 0,-2-6 0</inkml:trace>
  <inkml:trace contextRef="#ctx0" brushRef="#br0">15035 5866 7811,'9'-8'346,"-1"0"1,-4 4 103,4-5 1,1 7 341,3-3 1,0 0 206,1 1 0,-1 0-458,1 4 1,0 0-576,4 0 1,-2-4 87,6-1 1,-5 1-1140,5 4 0,-6 0 241,2 0-68,2 0 0,-7 6 912,1 2 0,-6 3 0,-7 2 0</inkml:trace>
  <inkml:trace contextRef="#ctx0" brushRef="#br0">15035 6065 7811,'-19'12'562,"1"-4"-105,6 1 1,5-5 308,3 4 0,4-5-193,4 1 1,8-4 57,9-4 0,8-3-145,4-5 0,7-2-155,1-3 0,6 2-865,-1-6 1,6 2 268,2-2 1,5 4 264,-1 4 0,-3-5 0,0-1 0</inkml:trace>
  <inkml:trace contextRef="#ctx0" brushRef="#br0">20643 5383 7811,'-9'4'1424,"1"0"-229,5 0-177,-2-4-672,10 0 1,4 0 82,7 0 1,9 0 33,8 0 0,7 1-217,1 4 1,6-4-51,-1 3 0,2-3-535,1-1 0,0 0-133,-4 0 1,3-1-419,-2-3 1,-7-3 131,-2-5 0,-10-1-654,-2 1 0,-6-1 474,-6 1 938,-6 5 0,-7-9 0,-7 2 0</inkml:trace>
  <inkml:trace contextRef="#ctx0" brushRef="#br0">20990 5383 7811,'-13'5'212,"1"2"1,0 10 356,-1-1 1,6 6 2,3-1 1,3 6 364,1 2 1,0 10-245,0-2 1,1 4-453,3 1 0,-2 1-281,2 2 1,-3 2 0,-1-6-634,0-1 1,0-3 273,0-4 28,0-2 1,0-8-1838,0-2 183,0-3 1092,0-11 933,0-2 0,-5-10 0,-2-2 0</inkml:trace>
  <inkml:trace contextRef="#ctx0" brushRef="#br0">20928 5866 7811,'0'-7'2584,"5"-4"0,4 6-1961,7-3 1,3-3-201,6 2 1,6 2-101,2-1 1,4 1-914,4-1 1,-6-3 432,2 3 0,-8 2-1294,0 2 0,-10 4 420,-6 4 0,-8 9 1031,-9 7 0,-8 4 0,-8 1 0</inkml:trace>
  <inkml:trace contextRef="#ctx0" brushRef="#br0">20878 6176 7811,'0'7'867,"0"-1"1,2-6-319,2 0 1,4-2-68,9-2 0,7-3-107,9-5 1,13-2-912,4-2 0,7 2 252,1-3-76,3 4 0,1 0 0,0 1 0</inkml:trace>
  <inkml:trace contextRef="#ctx0" brushRef="#br0">22007 5494 7811,'-8'-11'-160,"0"3"367,5-3 1,-7 8 234,6-5-1,0 5-25,4-8-196,0 10 1,5-9-1,4 6 1,3 0-13,5 4 0,3-4 553,9 0 0,3-1-316,5 5 0,0 0-229,1 0 0,-1 2-168,0 2 1,0 3 38,0 5 0,-6 1-116,-6-1 0,-2 0 86,-6 1 1,-5 1-166,-4 2 0,-5-2 59,1 2 0,-8 2-139,-4-1 1,-9 5-195,-3-1 1,-9 2 6,-4 2 0,-3 0-63,-2-1 1,1 0 105,0-3 1,4-4-149,0-4 0,5-6 72,-1-3 1,9-3-69,3-1 1,9-1-127,4-3 602,2-3 0,13-6 0,3 1 0</inkml:trace>
  <inkml:trace contextRef="#ctx0" brushRef="#br0">22640 5804 7811,'-13'13'1723,"1"-1"0,0-4-1214,-1 1 0,-6 0-162,-6 8 1,-5-3-114,-7 2 0,-1 2-442,1-1 1,0-1 207,0-3 0,-1-2-218,1-3 1,1-3-341,3-5 1,3 0-717,5 0 0,6-1 1274,2-3 0,-2-3 0,0-5 0</inkml:trace>
  <inkml:trace contextRef="#ctx0" brushRef="#br0">22975 5333 7744,'-13'0'2329,"6"0"0,3 0-1546,8 0 0,5 0-211,7 0 0,5 6-1,8 2 0,3-1-357,5 1 0,1-4-275,4 4 1,-2-4-873,5 5 1,-3-6 642,3 1 0,-9-3-503,1-1 1,-8 0-129,0 0-2801,-3 0 3722,-12 0 0,-14 0 0,-14 0 0</inkml:trace>
  <inkml:trace contextRef="#ctx0" brushRef="#br0">23248 5469 7744,'-18'18'0,"3"-4"642,-6 3 0,10 2-183,-2 2 1,4 2 394,-4 2 0,7 1 631,1 3 0,0 3-747,1 5 0,-2 3 12,2 5 1,1-5-311,-5 6 0,5-2-858,-1-3 0,3 1 307,1-5 1,0-6-414,0-2 1,0-7 438,0-1 1,0-2-1483,0 2 1,1-4-2419,3-9 1717,3-3 2268,6-10 0,-1-8 0,0-6 0</inkml:trace>
  <inkml:trace contextRef="#ctx0" brushRef="#br0">23161 5941 7744,'-6'-13'486,"4"5"430,-7 0-100,7 5 0,2-2 223,8 5 0,4 0-491,5 0 1,3 0-559,9 0 0,3 0 46,5 0 0,2 0-1377,2 0 0,-1-2 1341,6-2 0,-1 3 0,5-5 0</inkml:trace>
  <inkml:trace contextRef="#ctx0" brushRef="#br0">20394 6883 7794,'0'-12'548,"-5"-1"1,-1 1-121,-2 0 1,-3 1 266,3 2 1,-3 0 84,-2 5 1,1-5-308,0 5 1,-6 0 1,-3 4 1,2 6-138,-2 2 1,4 8 6,-3 5 1,5 2-140,-2 2 0,5 0-119,3 0 0,0-2 274,5-2-590,0 2 0,5-10-224,3-1 0,7-5 298,6-7 1,5-5-643,-2-4 1,4-7 354,1-5 1,-5-2-58,1-2 0,-2 0 103,2 0 0,-2 5 333,-2-1 1,-8 6-3,4-2 344,-4 9 266,4 2 111,-6 6 0,-2 10-183,-5 3 1,0 7 0,0 1 324,0 2 1,0 1-128,0-4-470,0 4 0,0-6 1,0 4 55,0-2 1,4-4-27,1 0 1,3-6-26,-4-2 0,6-5 13,-2 1 0,3-3-219,1-1 0,1-11 0,-1-2 0</inkml:trace>
  <inkml:trace contextRef="#ctx0" brushRef="#br0">20643 6821 9423,'0'-7'2827,"0"2"0,-2 5-1207,-2 0-1138,3 5 1,-5 2-384,6 6 1,0-5-811,0 0 1,0 5 535,0 3 0,2 1-164,2-5 1,-3 1 306,3-1 1,-1 0-2347,1 1 1546,3-6 0,5-2 105,1-5 1,-1 0 295,1 0 1,-1-5 86,0-4 0,1-2 445,-1-1 0,1 0-155,-1-1 266,0 1-244,1 5 0,-5 1 768,0 6 1,-5 6-314,1 2 1,-4 3 544,-4 2 1,-1-1-347,-4 0 1,0 5-542,5-1 1,-2 0-1989,2-8 1233,3 3-2374,-5-4 2186,6 0 1,6 2 5,2-5 856,-3 1 0,12-5 0,-3 0 0</inkml:trace>
  <inkml:trace contextRef="#ctx0" brushRef="#br0">21139 6921 7794,'-13'0'2490,"1"0"1,0 1-1732,-1 3 0,1 3 140,-1 5 0,1 1-352,0-1 1,3-4-643,1 1 0,4-2 143,-4 1-135,5 3 1,-1-10 122,8 3 1,3-4-858,5-4 0,6-3-788,3-5 0,2-2 736,2-2 1,0 0-54,0-4 1,-1 0 397,1 0 0,0-4 211,0 4 1,-2-8 97,-2-1 0,1 0 450,-5 4 0,-1 1-30,-4-1 0,-5 1 90,-3 4 1,-2-2 725,-2 5 186,0 1 0,-2 9 171,-2 3 1,2 8-700,-7 4 0,2 6 332,-1 6 0,-3 1-451,3 8 1,1 1-226,-1-1 1,5 4-70,-1-4 1,2 0-1102,2-4 0,0 1 124,0 3 0,0-3-249,0 3 1,5-8-1363,-1-4 1,7-4 335,1 0 1990,1-1 0,10-5 0,-4-1 0</inkml:trace>
  <inkml:trace contextRef="#ctx0" brushRef="#br0">21784 6747 10668,'-13'0'2485,"8"-4"-2182,5 0 1,10-6 1037,6 2 0,12 1-599,1-1 0,5-1-883,3-3 1,1 4-501,-1-1 1,0 2-670,0-1 0,-1-1-1262,-3 4 1,-3 1 610,-5 4 1961,-5 0 0,-3 0 0,-4 0 0</inkml:trace>
  <inkml:trace contextRef="#ctx0" brushRef="#br0">22057 6710 7794,'-13'12'756,"1"5"184,0-1 1,-1 6 1144,1-1 0,-1 4-1082,1 4 1,1-3 366,3 3 0,2 1-655,6-1 1,0 0-828,0-4 0,0-2-629,0-2 1,0 1-823,0-6 1,0 5-4096,0-4 3558,0-1 2100,-5-3 0,-8-7 0,-6 0 0</inkml:trace>
  <inkml:trace contextRef="#ctx0" brushRef="#br0">21945 6983 7794,'13'0'2549,"-1"0"-1217,0 0 0,1 0-653,-1 0 1,2 0-396,2 0 0,0-2-65,4-2 0,0 3-1777,0-4 0,2 4 477,-5 1 1,-5 4-1016,-3 0 2096,-7 6 0,4-3 0,-6 5 0</inkml:trace>
  <inkml:trace contextRef="#ctx0" brushRef="#br0">21871 7255 7794,'-20'6'0,"2"-1"1863,6 4-1295,5-4 1,3-5 748,8 0 0,4-5-512,9-4 0,8-3-393,8-5 0,3 2-427,1-5 1,0 4 57,0 0 0,5 1-1364,-1-2 1,0 3 423,-3-2 897,-1 2 0,0 2 0,0-1 0</inkml:trace>
  <inkml:trace contextRef="#ctx0" brushRef="#br0">22950 6846 7794,'0'12'0,"-1"2"0,-4 3 0,4 2 0,-3 6 0,-2 1 2573,2 3 0,-4-1-1253,4 5 0,0-2-812,4 2 0,0-2-242,0-6 1,0-6-35,0-3 0,1-3-26,3-5 0,-1-2 103,5-6-309,1-11 0,3 2 0,0-9 0</inkml:trace>
  <inkml:trace contextRef="#ctx0" brushRef="#br0">22913 6685 7794,'12'-6'2388,"1"4"-1817,-1-7 1,4 7 777,1-3 1,1 3-625,-2-2 0,4 2-1448,5-2 1,-5 4 476,1 4 1,-5 3 245,5 5 0,0 6 0,4 2 0</inkml:trace>
  <inkml:trace contextRef="#ctx0" brushRef="#br0">23297 6908 9208,'-12'0'5767,"4"0"-4592,-1 0 1782,7 0-2184,-9 6 0,9-4-605,-2 7 1,3-5-1,1 4 1,0-4-449,0 4 0,0 1-40,0 3 1,0-4-196,0 1 0,5-1-143,3 4 0,3 1 256,2-1 0,-1 1-58,1-1 0,-1 0 58,1 1 0,-2-1 294,-3 1 0,1-1-52,-4 0 0,3 1-280,-4-1 1,0 5-128,-4-1 0,-1-3-171,-3-5 0,-3 0-643,-6 5 1,-5-1 684,-2 0 0,-4-3 696,-1-1 0,-5-5 0,-2 2 0</inkml:trace>
  <inkml:trace contextRef="#ctx0" brushRef="#br0">24414 6908 7922,'0'-16'907,"0"-1"0,0-1-92,0 2 1,0 2 104,0-3 1,-6 5-178,-2 4 0,0 2-300,-5 6 1,2 3 177,-9 5 1,-1 3-205,-4 14 1,0-2 207,1 10 0,0-1-176,3 1 1,-1 2-78,6-6 1,5 0-315,7-5 0,-2-4-173,2-4 1,1-3-804,7-5 1,9-5 573,7-12 0,8-4-236,1-12 1,5-6 203,0-2 1,-4 3-570,-1 1 0,-4 4 373,-5 5 0,1 2 287,-9 5 473,4 6 1,-15 13 481,3 10 0,-8 8-635,-4 5 1,-3-2-91,-2 6 1,5-5 232,0 1 0,5 0 424,-1-4-2,2-3 0,9-15 434,6-3 1,0-10-492,8-6 0,-2-7-216,2-10 0,1-3-7709,-5-5 7382,5 0 0,-8-6 0,3-1 0</inkml:trace>
  <inkml:trace contextRef="#ctx0" brushRef="#br0">24749 6375 16009,'0'12'1883,"-4"2"-827,-1 3 1,-4 7-491,1 9 1,-5 10-178,-3 7 0,2 10-646,6-25 0,-1 1 0,0 0 0,0 1-93,1 0 0,0 0 1,-3 32-1468,7-3 0,-2-5 1118,2-7 0,1-8-1686,7-13 1,5-13 212,7-12 2172,3-5 0,6-9 0,0-1 0</inkml:trace>
  <inkml:trace contextRef="#ctx0" brushRef="#br0">25208 6858 7922,'-17'2'188,"1"2"1,-2 3 660,1 5 1,2 2-296,-6 3 1,2 7 84,-2 9 1,-2 3-228,2 2 0,3-3-167,2-2 0,3-2 192,5-6-665,3-12 1,12-4 229,5-18 1,7-6-284,10-14 1,3-4-147,5-8 0,2 1 43,2-6 1,-7 8 156,4 1 1,-9 10 123,0 11 1,-9 8 59,-3 3 0,-5 14-18,-4 11 0,-3 13 700,-10 21 0,-1 3-138,-7 5 1,-1-2-215,-2-2 1,1 3 694,-6-3 0,4-2-423,-3 2 0,-1-11 39,-4-2 0,6-10-186,2-6 1,4-10-338,0-6-57,1-7 0,4-8-423,-1-7 1,7 0-1534,-3-12 0,0 0 1281,1-3 1,0-7-1517,4-2 1,4-4 2172,0-4 0,4 1 0,-4-6 0,0 1 0</inkml:trace>
  <inkml:trace contextRef="#ctx0" brushRef="#br0">25468 7020 7922,'0'25'1480,"0"-5"-1147,0 1 0,0-5 3258,0 5-2628,0-6 1,2 2-173,2-9 0,3-2-326,5-6 0,3-11-946,6-6 1,1-6-480,11-6 0,-4-3 718,4-5 1,-5 0-1211,1-1 0,-1-2 776,-3 3 1,-3 0-895,-9 12 1053,-6-2 0,-9 18 244,-10 1 0,-6 18 54,-7 10 1,-4 11 642,0 10 0,-2-1 881,6 5 1,-3-3 1578,7 3 1,4-5-1815,0 2 0,5-5-591,3-4 0,9-4-1099,9-9 1,7-7 464,5-9 1,8-10-674,4-6 0,1-9 593,-1-12 0,3-4-2523,-3-8 1,6-8 2757,-2 4 0,6-4 0,-10 4 0,0-1 0</inkml:trace>
  <inkml:trace contextRef="#ctx0" brushRef="#br0">26101 6338 7922,'0'12'0,"0"0"1816,0 1 1,4 1-855,0 2 0,-1 5 1024,-7 8 0,-3 4-1022,-5 8 1,-1 3 3,1 6 1,-2 1-410,-3 3 0,2 1-1105,-5 3 0,3-3 94,-4-6 1,6-5-1057,-1-2 64,2-15 1177,7-9 1,7-19-653,8-12 0,9-4 311,3-8 0,4 1-20,1 4 1,-1-2 223,1 5 0,-1 6 422,-4 7 1,4 3 7,-4 1 1,-2 5 322,-1 3 1,-3 3 256,-2 2 0,-5 5 709,-3 2 1,-4 4-58,-4 1 0,-3-5-584,-5 1 0,-2-5-859,-3 5 1,-2-6 183,-6 2 0,2-3-1368,2-2 0,-2-1 446,2-3 1,2-2-202,-2-6 0,7-2-1123,2-2 0,5-8 2247,7-9 0,0-8 0,0-2 0</inkml:trace>
  <inkml:trace contextRef="#ctx0" brushRef="#br0">26337 6896 7922,'8'8'0,"0"0"0,-4-4 0,5 5 0,-5-2 0,4 1 0,-5 3 0,1-3 0,-3 3 4486,-1 2 1,0 3-2336,0 1 1,0-1-1910,0-3 1,-1-1-112,-3 0 1,2 1-1701,-2-1-369,-3 1 1541,6-7-1000,-5 0 0,12-13 546,2-5 1,5-6-36,3-7 0,3 0 386,6 0 0,0 2-141,0 2 1,-4 3 413,-1 6 0,-5 0 532,2-1 765,-3 6 1,-3 3-756,-3 8 0,-2 4 397,-6 9 1,-5-2-284,1 6 1,-5-5 217,0 5 0,-2-4-217,-1 3 1,-1-5-850,1 2 0,0-3-299,-1-2 0,1 2-708,-1 2 1,5-2-1680,0 3 3105,0-3 0,-5 3 0,1 3 0</inkml:trace>
  <inkml:trace contextRef="#ctx0" brushRef="#br0">26659 6747 7659,'7'-13'403,"3"5"643,-6 0 2334,5 0-2517,-2-5 0,4 5 980,-2 0-879,2 5-920,-4-3 0,5 6-631,0 0 1,1 0-742,-1 0 0,1 0-2565,-1 0 3893,0 0 0,6 6 0,2 1 0</inkml:trace>
  <inkml:trace contextRef="#ctx0" brushRef="#br0">27056 6908 7671,'-12'-7'0,"-2"-2"1709,-3 4 0,2 1-812,-5 4 1,-7 7 442,-6 6 1,-3 5-585,-1 6 0,6 1-277,2 0 1,7 0-457,1 0 0,11 3 34,2 1 1,7-5-655,5-8 0,3 2 459,5-1 0,6-2-856,3-7 1,2 2 435,2-6 1,4 0-1102,0-4 0,0 0 529,-5 0 1,5 0 1129,0 0 0,0 0 0,-4 0 0</inkml:trace>
  <inkml:trace contextRef="#ctx0" brushRef="#br0">27850 6883 9176,'-12'14'1594,"-1"3"1,-1 3-574,-2 9 1,1 4-462,-6 9 0,6-2-160,-2 5 0,9-10-197,4-2 0,4-13-206,4-7 0,6-6-266,10-7 1,2-7 245,12-6 1,-1-9-850,4-7 0,0-7 468,0-1 1,-5 4-400,-3-4 1,-6 7 284,-6-3 0,-2 9 289,-11-1 0,-8 10 97,-12 3 1,-9 5 81,-12 7 0,-2 5 231,-2 4 0,3 7-185,1 5 0,5 2-303,8 2 1,3-4 175,0-1 1,12 0-1123,0 0 0,12 0 1253,5-4 0,9-2 0,2 4 0</inkml:trace>
  <inkml:trace contextRef="#ctx0" brushRef="#br0">28197 6858 7671,'18'-5'1235,"-4"4"-781,3-4 0,-8 7 811,0 6 1,-7 2-247,2 10 1,-4 7 134,-4 6 0,-1 1-277,-3-1 0,-2 3-394,6-3 0,0-3-455,4-1 0,0-4 17,0-4 0,1-9-125,3-8 0,4-4 133,9-4 1,4-4-479,8-9 1,-3-7-44,3-9 1,1-3-442,-1-1 0,4-1-622,-4 1 1,-1 0 738,-8 0 1,-2 1-360,-5 3 0,-1 0 1151,0 8 0,-5 3 0,-1 9 0</inkml:trace>
  <inkml:trace contextRef="#ctx0" brushRef="#br0">28706 7057 7671,'0'12'0,"0"1"0,0-5 2713,0 0-1463,0-5 0,10 3 273,2-6 0,9-2-1194,-1-2 0,5-4-123,4-9 0,3-2 0,5-6 0,4-4-13,1 0 1,-1-4-2339,-4 4 0,-6 0 1178,-6 4 1,-8 2-203,-8 2 0,-7 5 657,-10 8 1,-6-2 537,-10 6 1,-7 5 761,-2 7 1,-7 10-574,-1 7 1,2 5-282,2 8 1,8-1-95,-4 0 0,5 2 552,4 2 0,4-2 321,4 2 1,6-4 29,2-4 0,5-2-320,-1-7 1,8-8-175,4-4 0,5-11-55,3-5 0,8-8-2425,5-13 1,5-5 2230,-1-3 0,3-9 0,1-2 0</inkml:trace>
  <inkml:trace contextRef="#ctx0" brushRef="#br0">29215 6958 7671,'0'20'0,"0"1"0,0-2 2047,0 2 1,-2 2-998,-2-2 0,1 3 879,-5 0 0,5 1-1008,-1 0 0,-1-4-493,1-1 1,-1-5-334,5 2 1,0-3-489,0-2-259,0-5 0,2-3 509,2-8 0,3-8-483,5-9 1,6-2 134,3-2 1,4-6-503,4-2 0,2-4 462,7-4 1,-5 2-330,0-2 1,0-2-139,4 2 1,-1 1-1695,-3 7 2692,-3-3 0,-5 11 0,0-2 0,0 0 0,-1 7 0,1 0 0</inkml:trace>
  <inkml:trace contextRef="#ctx0" brushRef="#br0">29773 6635 7671,'-13'0'0,"8"-5"3050,5-4 0,12 3-1025,13-3 1,11 1-379,10-4 1,7-1-1567,5 1 0,6-2-373,-29 6 0,0 0 0,30-6-271,-30 5 1,0 1 0,27-6 301,-8 2 1,-7 0-1917,-14-1 1,-9 5 918,-7 0 1,-10 5 1257,-7-1 0,-11-9 0,-8 0 0</inkml:trace>
  <inkml:trace contextRef="#ctx0" brushRef="#br0">30145 6499 7671,'-12'25'326,"-1"-1"0,1 5-163,-1 0 1,5 7 1826,0 1 1,0 12-152,-5 8 0,1 8-676,-1 1 0,7-30 0,0 0-232,0-1 0,0 0 0,-7 33-292,1-2 0,1-14-1350,2-6 1,4-13 433,5-8 1,0-10-1231,0-7 0,3-6 954,5-2 1,0-12-1051,9-8 0,-3-5 1603,-2-4 0,0-3 0,1-5 0</inkml:trace>
  <inkml:trace contextRef="#ctx0" brushRef="#br0">29835 7020 7699,'-12'0'8209,"5"0"-7572,23-6 1,12-1-155,21-5-1,8-5-240,5 1 1,-27 5-1,2 0-1172,2 0 1,0 1 0,1-1 0,-1 0 629,-2 1 1,0-1 0,31-7-2309,-6 6 0,-3 1 2608,-9 3 0,-9-9 0,-11 3 0</inkml:trace>
  <inkml:trace contextRef="#ctx0" brushRef="#br0">31100 5990 7699,'0'-16'757,"0"-1"0,0-3-535,0 3 1,2-4 1189,2 5 1,3-5-641,5 5 0,6-5-569,3 4 1,8 1 5,4 3 0,12 2 62,13 3 0,-15-1-146,6 4 0,-11 1-96,-5 4 1,7 2 39,-11 2 1,-3 7 126,-26 5 1,-8 6-175,-13-1 1,-3 4-18,0 4 0,-5-2 115,0 6 0,-3 1-35,7 3 0,-9 1-10,1 4 1,-3-2-112,-5 5 1,6-4 333,2 5 0,5-5 173,-1 5 0,10-8-129,7 0 1,5-7-80,7-6 1,1-4-52,3-1 1,-1-6-862,5-1 1,2-2 448,7-7 0,-2 4-423,5-4 1,-4 2 409,0-2 1,-1-1-312,2 5 1,-3 0 603,2 4 1,-3 6-160,-5 3 0,3 4 1620,-3 4 0,2 7-783,-2 5 1,-2 2 955,-6-2 0,0 2-854,0 2 0,0 2-524,0-6 0,0-3-375,0-5 1,-2-6 118,-2 2 0,-1-3-1749,-4-1 1,-2-4 1025,3 0 1,-2-5-2518,2 5 0,-3-6 511,3 1 2649,-3-2 0,-2 4 0,1 1 0</inkml:trace>
  <inkml:trace contextRef="#ctx0" brushRef="#br0">31696 7479 7940,'-25'0'556,"7"-6"-263,6-2 1,5-7 657,7-2-951,0-5 0,0 3 0,0-6 0</inkml:trace>
  <inkml:trace contextRef="#ctx0" brushRef="#br0">2965 8173 7709,'-37'-5'0,"5"2"925,3-5 1,8 1-600,5-2 1,8-2 1030,3 3 1,10 3-613,3 1 1,10 2 34,7 2 1,5 2-328,7 2 1,2-2-61,2 7 1,3-7-140,6 3 0,-2 0-189,-3-1 1,4 0-208,-4-4 1,5-4-340,4 0 0,-8-6-1311,4 2 0,-10-3 872,-3-1 1,-5 3-2783,-7 1 3702,-6 5 0,-7-2 0,-6 5 0</inkml:trace>
  <inkml:trace contextRef="#ctx0" brushRef="#br0">3399 8210 7709,'-14'25'-912,"-2"0"1,2 0 2633,-3 0 0,5 5-800,4 3 0,-2 4-1,6 5 1,-6 2-240,2 5 0,-2 2-29,2 3 0,-2-3-1038,6 3 0,0-7 367,4-2 0,2-2-1216,2-2 0,4-5 792,9-11 0,0-7-1072,4-6 0,5-5-14,-5-7 1528,5-11 0,-1-8 0,7-13 0</inkml:trace>
  <inkml:trace contextRef="#ctx0" brushRef="#br0">3982 7925 7709,'0'-7'5804,"0"2"-5239,0 5 1,-1 2 481,-3 7 0,2 6-491,-2 14 1,1 9-132,-1 12 1,1 13-386,0-24 0,-2 1 1,-1 3-1,0 1-473,-2 5 0,-1 1 0,-2 2 1,0-1 286,1 1 1,0 0 0,0-1 0,0 0 136,-1-3 1,2-1 0,3-7-1,2-2-2020,-4 24 1425,5-22 0,13-23-109,2-17 1,9-17 274,-1-12 0,4-6-186,1-7 0,-3 2 211,2-5 1,-6 1 44,7-2 1,-7 3 604,3 6 1,-5 6-225,5 2 1,-7 12 216,-2 5 0,1 9 392,-5 3 1,-3 11 696,-1 10 1,-2 6-597,-2 2 1,0 6 576,0-2 1,-4 2-446,0 3 1,-5-7-145,5-2 1,-4 2-1322,4-2 0,0-1 425,4-3 0,0-5-1250,0-4 0,1-3 811,3-5 0,3 1-704,5-4 0,1-3 520,-1-6 0,5-7 808,-1-5 0,6-12 0,-2 2 0</inkml:trace>
  <inkml:trace contextRef="#ctx0" brushRef="#br0">4429 8806 7709,'0'18'1600,"0"2"0,0-2-749,0-1 0,4-2 241,0 1 0,2-3 401,-2-1 1,-2-1-785,7-7 0,4-1-634,8-7 1,3-8-1,0-9 1,5-8-1192,0-4 1,4-7 746,-4-1 1,0-1-819,-4 5 1,-6 1 606,-2 3 0,-5 3-205,-3 5 1,-4 2 393,-5 2 1,-10 9 360,-2 7 0,-13 7 752,0 6 0,-6 11-495,2 14 1,-2 5 967,2 3 0,3 2-523,-3 2 1,3 3 237,1-2 1,6 1-406,3-2 1,7-3-1431,5-9 0,3-4 363,1-9 0,9-7 139,4-9 0,12-4-1379,-1-4 1,5-9 774,0-7 0,2-8 1027,2-1 0,3-5 0,-5 2 0</inkml:trace>
  <inkml:trace contextRef="#ctx0" brushRef="#br0">4937 8719 8768,'7'12'2126,"-3"1"0,2 3-1646,-2 1 1,0-1 1192,-4-3 0,0 3-819,0 1 0,-4 3-135,0-3 0,0-1-284,4-3 0,0-5-1082,0 0 194,0-5 1,7-3-281,5-8 1,2-10 176,7-7 1,-1 0 242,5-4 1,0-1-866,0 1 1,-1 4 526,1 5 0,-1 5 968,-4-2-324,-2 9 0,-7 4 842,-2 8 1,-4 7-135,-5 5 0,0 6-405,0-1 1,-1 2-1482,-3 2 0,1 0 698,-5 0 0,5-2-763,-1-2 1,-2 1 1249,2-5 0,0 5 0,4-3 0</inkml:trace>
  <inkml:trace contextRef="#ctx0" brushRef="#br0">6997 8719 7740,'-13'-17'393,"1"1"0,-5 1 209,1 6-401,-1-2 0,1 11 152,-1 0 0,1 13 86,3 12 1,-3 6 241,-1 11 1,-4 3 15,5 9 1,-1-3-414,5 3 0,1-5-381,3-3 0,3-11 16,10-10 1,2-7-193,5-10 1,6-3 150,3-10 0,6-7-78,2-9 1,4-8 168,-4-4-1221,6-8 1,-9 2 535,3-2 0,-3 2 329,-1 2 0,-5 0 501,1 0 0,-7 7 0,-2 5-258,-6 7 748,-5 10 1,-1 13-345,0 12 0,-4 6 699,0 6 0,-4 3-194,3 5 1,-3 0-202,4 0 0,-2 0-687,2 1 0,3-5 159,-3 0 0,8 0-1932,4 4 0,5-5 440,3-3 1456,9-9 0,12 4 0,7-5 0</inkml:trace>
  <inkml:trace contextRef="#ctx0" brushRef="#br0">8746 8806 7709,'-17'-28'0,"1"3"0,-1-1 669,5 10 0,1-1-186,2 5 0,-2 5 317,3 3 1,-3 4-316,-1 4 1,3 4 65,1 9 1,1 3-72,-1 9 1,3 4 6,5 9 0,0 7-399,0 9 0,0-3-109,0-1 1,1-3-268,3-1 1,3-2 248,5-3 1,2-9-1550,3-11 1234,2-11 0,10-12 0,1-10-2019,2-8 1328,7-12 1,-1-5-873,3-8 1917,-2-3 0,0-5 0,2-4 0,-19 23 0,0 0 0</inkml:trace>
  <inkml:trace contextRef="#ctx0" brushRef="#br0">9267 8074 11681,'0'14'1643,"0"2"1,-4 5-1106,0 8 1,-6 4-140,2 8 1,1 9-132,-2 8 0,1 9-581,2-30 1,0 1 0,0 1-1,-1 2 268,1 2 1,0 0 0,0 2 0,0 0-207,-1-1 0,1-1 1,2-1-1,1-1 104,1-6 0,0 0 0,1 25-357,1-10 0,1-14 118,3-15 1,3-9-101,6-12 1,0-3-53,4-5 1,1-3 31,2-14 1,4 2 492,-3-10 1,2-2-253,2-6 1,-4 4 105,-1-1 1,-5 3 315,2 6 0,-3 4 73,-2 4 1,-4 11 411,1 2 59,-7 5 0,4 10-60,-6 6 1,0 5-39,0 6 0,-4 5 579,0 0-836,-1 0 0,1 0 233,0 0 1,-1 4-221,1-4 1,2 0-343,-2-4 1,3 0 37,1 0 0,0-1-731,0 1 1,0-4-1,0-2-1206,0-1 0,0-1 86,0-5 627,0-5 1,1-2 1168,3-5 0,3-5 0,5-2 0</inkml:trace>
  <inkml:trace contextRef="#ctx0" brushRef="#br0">9825 8979 7709,'-7'0'2473,"0"4"-1409,3 1 1,3 4 88,-3-1 1,2 4-951,2 0 1,0 6-28,0 2 1,-4 5-473,0 4 0,0-1 240,4 5 1,0-7-1158,0-1 0,0-2 803,0-6 0,5-6-1252,4-7 0,2-3 1662,1-1 0,6-11 0,1-2 0</inkml:trace>
  <inkml:trace contextRef="#ctx0" brushRef="#br0">10110 8905 7709,'0'-19'642,"-5"-3"-341,-3 5 0,-2 5-123,2 3 0,-3 5 32,2-4 0,-2 7 677,-1 1 0,-6 6-234,-3 11 1,2-2-243,-2 6 0,1-1-28,-5 5 1,0-4-114,0 0 1,2-2 20,2 2 1,-1-3-64,6-6 1,-1 4 18,5 1 0,-4 1-50,4-2 1,-2 0-54,10 4 1,0 0 65,4 0 0,0 4-25,0-4 0,6-2-372,2-1 1,3-3 167,1-2 1,6-5-515,3-3 1,2-3 310,2-1 0,0-9-769,0-4 1,1-7 439,3-1 1,-3-2-111,3-2 0,-3-4 112,-1 0 1,0-6 206,0 2 1,-6-1 317,-3 1 0,-2 1-95,-1 3 1,-7 4 1028,-1 1-717,-4 4 848,-1 13 1,-4 9-522,0 10 0,-6 7 622,2 10 0,-3 3-352,-2 5 0,1 5-151,0-1 1,-1 0-70,1-3 1,1-1-187,2 0 0,4-1-1211,5-3 0,0-8 548,0-9 1,5-3-791,4-5 1,3-4 510,5-8 1,2-9-1399,6-7 0,-5-5 563,1-4 0,-2 1 1393,2-5 0,3 0 0,-5-4 0</inkml:trace>
  <inkml:trace contextRef="#ctx0" brushRef="#br0">10582 8892 7709,'-13'25'2126,"1"0"0,0 0-1032,-1 0 1,1 4 482,-1 0 0,5 4-791,0-4 1,1 4 696,-1-4 1,2-2-742,6-6 0,2 1-1649,2-6 0,3 1-1460,5-5 0,-4-5 1511,0-3 0,1-2-2044,3-2 0,-4-2 2900,1-2 0,-1-8 0,4-7 0</inkml:trace>
  <inkml:trace contextRef="#ctx0" brushRef="#br0">10545 8744 7709,'-7'-13'0,"3"1"0,4-1 0,4 1 0,8-2 0,9-2 0,2 1 0,2-6 0,4 4 0,0-3 0,5 5 0,-1-2 0,-2 9 0,5-3 0,-5 4 0,7-6 0</inkml:trace>
  <inkml:trace contextRef="#ctx0" brushRef="#br0">10867 8917 7721,'-5'31'1760,"-4"2"1,4-2-849,1 2 1,2-5 1674,2 1 1,0-3-1326,0-1 1,0-6-368,0-2 1,2-5-407,2-4 1,3-2-547,5-6 1,5-1-407,-1-4 0,6-6-524,-1-5 1,8-10-922,4 1 1,1-3 1047,-1 4 1,-2 4-400,-6 4 1,-2 3 619,-2 5 0,1 3 1084,-6 5 0,-5 5-334,-7 3 1,2 9 893,-2 3 0,0 0-479,-4 0 0,-1 1-252,-3 4 1,2-4-1065,-2-1 0,1 0 590,-1 0 0,2 4 200,-7-4 0,-4 4 0,-7 1 0</inkml:trace>
  <inkml:trace contextRef="#ctx0" brushRef="#br0">12108 8793 7773,'-6'13'694,"5"-5"175,-3 0 0,-2 0-75,2 5 0,-4 1 389,4 2 1,-2 3-547,2 6 0,3 4 13,-4 0 1,3 6-458,-2-2 0,2 1-655,-2-1 1,3 2-548,1-6 982,0 0 0,1-7-1541,3-6 1,-1-1 750,5-11 0,-1-1 817,1-7 0,9-8 0,-3-8 0</inkml:trace>
  <inkml:trace contextRef="#ctx0" brushRef="#br0">12120 8582 8451,'12'0'439,"1"0"0,-1 0-2877,1 0 2438,-1 0 0,0-5 0,1-2 0</inkml:trace>
  <inkml:trace contextRef="#ctx0" brushRef="#br0">12331 8818 7773,'0'12'1085,"0"1"1,0-5-771,0 0 1,0 1-112,0 3 0,0-4 1604,0 1 1,0-1-876,0 4 0,0-3-274,0-1 1,4-4-530,0 4 1,6-4-447,-2 5 0,3-7-526,2 3 1,-1-4 614,0-1 0,6 0-674,3 0 0,-2-6 417,2-2 0,-2-3-177,2-1 0,1-1 209,-5 1 1,-1 5 398,-4 3 1,1 2 266,-1 2 0,-5 6 270,-3 2 1,-2 5 126,-2 3 1,0 3-308,0 6 0,0 0-922,0 0 1,0-4 375,0-1 0,0-5-2831,0 2 3073,5-3 0,2-7 0,5-2 0</inkml:trace>
  <inkml:trace contextRef="#ctx0" brushRef="#br0">14539 8272 7773,'-8'-4'-351,"0"0"1,3 0-50,-3 4 0,4 0 204,-4 0 0,4-1 196,-5-4 0,7 4 0,-4-4 0,6 3 540,0-2 847,0 3 484,0-10-1014,0 4-90,0 0 402,0-4-766,0 4 0,0-1-59,0-1 0,4 5-64,0-4 1,2 4 11,-2-4 0,3-1-26,5-3 1,2 0-47,3-1 0,2 2 25,6 3 1,4-2 59,0 6-264,0 0 0,0 5 119,-1 3 0,7 3 0,-3 6-53,-1-1-466,0 1 0,-2 3 232,0 1 1,1-1-209,-1-3 0,-3-1 0,3 2 94,-3 2 1,-1-1-55,0 6 0,-11 5 51,-6 7 0,-5 3 175,-3 1 0,-13 12 170,-8 4 0,-7 2-430,-10 3 1,0-4 328,17-25 1,0 0 0,-17 25-35,17-25 1,0 0 0,-17 16-42,1-4 1,5-9 64,3-11 0,3-5-892,1-7 0,2-9 416,2-9 1,3-7-1271,6-5 1,1-8 1755,2-4 0,-5-5 0,6 0 0,0 4 0</inkml:trace>
  <inkml:trace contextRef="#ctx0" brushRef="#br0">14651 8272 7773,'12'-5'893,"-5"-2"1,4 0-100,-3 3 0,-1 3-307,2 1 1,-1 1 286,4 3 1,-1 6-301,-3 10 1,-2 7 443,-6 10 0,0 5-339,0 4 0,-1 4-257,-4 3 1,-7 5-240,-9 8 0,8-33 1,-1-1-333,0 3 1,-1 0-1,-3 0 1,0-1-45,-1 1 1,1 1 0,-1 0-1,1 1 229,-3-2 1,0 0-1,2-4 1,1 0-899,-15 27 0,4-13 383,8-8 0,3-6-914,6-11 435,5-2-1703,2-11 1896,5-1 865,0-6 0,0-11 0,0-3 0</inkml:trace>
  <inkml:trace contextRef="#ctx0" brushRef="#br0">16623 8136 7773,'13'-25'458,"-5"0"249,0 1 1,-5 3-244,1 0 1,-1 7 456,1 2-607,-3 5 0,9 10 162,-6 5 0,4 7 65,-4 14 1,5 8-65,-5 9 1,4 8 523,-4 4-975,0 8 0,-4-2 312,0 7 0,0-34 0,-1 0-435,0 2 0,-2 1 0,-2 2 0,-1 1 87,-2 1 1,-1-1 0,-1-1 0,0 0-310,1 0 0,1-1 0,-2-4 0,1-1 0,-5 20 197,3-6 0,7-13-170,0-12 0,2-13-282,2-12 1,6-12 168,2-13 1,9-5-122,3-7 0,0-6 161,0-3 0,-3-2 290,4-2 1,-2 8-79,2 5 1,1 6 594,-6 11 1,1 7 537,-5 9 1,-1 10-251,-3 6 1,-1 7-252,-3 10 0,-2 3-154,2 5 0,-3 4 159,-1 1 1,-4-5-120,0-4 1,0-5-511,4 1 0,0-3-403,0-1 1,5-6-649,4-3 1,3-3-808,5-5 0,-2-2 1037,5-6 1,1-2-439,4-2 1404,0-3 0,5-11 0,2-1 0</inkml:trace>
  <inkml:trace contextRef="#ctx0" brushRef="#br0">17467 8830 8998,'-6'-12'3276,"-1"5"-2562,-5 3 0,-5 4 208,1 4 0,-8 10-408,0 11 1,-1 9 596,-4 8 0,3 3-520,1-4 0,7 3-772,6-6 0,5-1-815,7-12 1,1-5 693,3-11 0,9-4-684,7-5 1,4-11 523,0-5 0,1-8-326,0-5 1,0 2 226,0-6 0,0 4-9,-1-4 1,-4 5 181,-4-1 1,-2 8 301,-2 5 797,-5 2 0,-1 9-524,-6 5 1,-2 11 702,-2 9 0,2 8-445,-7 1 1,2 0 422,-1-4 1,-2-1-328,6 1 1,0-1-510,4-4 0,0 2 37,0-5 1,7-5-1171,5-4 0,4-5-128,8 1 1,-2-9-2286,7-8 3514,3-4 0,0-14 0,5 0 0</inkml:trace>
  <inkml:trace contextRef="#ctx0" brushRef="#br0">18112 8781 7773,'-6'7'1876,"1"0"-1114,-3-3 0,-6-1 1,3 3 1619,-3 0-1475,3 4 1,-11 1-1,4 7 592,-1 1 0,3-3-1017,0 5 1,2-6-504,2 2 0,5-2-24,3 1 0,2-2-16,2 3 1,6-3 149,2-2 1,9 0-379,3 1 0,4-1 206,1 1 0,-1-5-489,1 0 1,-4 0 58,0 5 1,-6-2 34,1-3 0,-7 3-314,-5-3 0,-3-1 300,-1 1 1,-7 1-887,-5 3 1,-8-4 656,-8 1 1,-4-2-237,-5 1 0,-1 1 957,1-4 0,-6-1 0,-1-4 0</inkml:trace>
  <inkml:trace contextRef="#ctx0" brushRef="#br0">19923 9079 7773,'0'-20'-1274,"-4"-3"1019,0 2 0,-2 2 1162,2-2 1,1 5-82,-5-5 0,0 6-5,-5-2 1,1 3-195,0 2 1,-2 1-253,-3 3 1,2 2-24,-6 6 0,5 11-102,-5 6 1,2 6 140,-2 6 1,-1 3-63,6 5 1,3 6-124,5 2 0,5-3-358,-1-5 0,4-1 190,4-7 1,3-2-180,6-6 1,4-5 131,4-7 0,4-7-724,4-10 0,4-6 393,8-10 0,-2-3-145,2-2 1,-6-2 87,-2-6 1,-6-1-81,2 1 0,-4 5 415,-4 3 0,-9 9-176,-8 3 700,-2 3 0,-4 10-333,-2 8 1,-3 9 493,-5 12 1,4 4-283,-1 0 1,7 1-74,-3-1 0,4-2 46,1 6 1,1-1-687,4 1 1,1-2-512,7-7 1,5 1-2311,2 0 3193,9 0 0,-2 0 0,3-1 0</inkml:trace>
  <inkml:trace contextRef="#ctx0" brushRef="#br0">29376 9079 7773,'0'0'0</inkml:trace>
  <inkml:trace contextRef="#ctx0" brushRef="#br0">21610 8967 7773,'-4'-25'676,"0"0"1,-4 5-211,3-1 0,1 10 891,4-1-955,0 7 0,0 8 84,0 14 0,0 3-98,0 13 1,0 5-151,0 3 0,4 0-124,1-3 0,4-3 69,0-2 0,-3 0-348,3-8 1,-1 1 197,4-9 0,1-5-480,-1-3 1,6-8 215,3-1 0,-2-12-515,2-13 1,-1-3 230,5-9 0,-4 3 67,0-8 0,-6 4 209,1 1 0,-2 3 22,-2 1 1,0 6 319,-4-2 0,-3 4-168,-5 4 780,0 9 1,-1 8-361,-3 8 1,1 8 611,-5 9 1,-1 4-200,-3 4 1,0 1-75,-1 3 1,5 3-1135,0-3 1,1-1 202,-1 1-65,-3-6 0,9 2 1,-2-8-148,3-4 0,6-4-1205,3 0 1,5-8 455,3-5 1,0-7 1197,4-9 0,1-14 0,4-9 0</inkml:trace>
  <inkml:trace contextRef="#ctx0" brushRef="#br0">22131 8793 7773,'-5'-12'1726,"3"5"-1214,-3 1 0,5 13-206,0 6 1,0 6 882,0 10 0,4 3-553,0 5 0,0 0 33,-4 0 1,0 5-232,0-1 0,-1 4-1314,-3-3 1,2-1 574,-2-4 0,3-10-78,1-7 1,1-6-1002,3-6 1,5-4 590,7-8 1,-1-10 102,6-10 1,-2-3 300,2-6 1,1 0 324,-5-4 0,3 0-62,-3 0 1,-1 0 587,-3-1 1,-1 7-369,0 2 0,-3 8 890,-1 4-188,-5 4 1,4 7 619,-3 6 0,-3 7-440,3 10 1,-2 2-489,-2 6 1,-2-1-83,-2 1 0,3 0-131,-3 0 0,2 2-1156,2-2 0,0 3 594,0-7 1,-1 2-1836,-3 2 0,1-2 279,-5-2 1839,5 2 0,-14-3 0,4 4 0</inkml:trace>
  <inkml:trace contextRef="#ctx0" brushRef="#br0">22776 8868 7773,'-5'-7'1504,"3"1"0,-5 13-506,3 6 1,3 6-461,-3 10 0,2 9 462,2 12 0,0 12-724,0-25 0,0 0 0,0 3 1,0 0-282,1 4 0,-2-1 0,1 1 0,-1-1 205,-1 0 0,0 1 0,-1-1 0,-2 1-322,-3-1 0,-1 0 0,2-3 0,0-1-942,-1-3 1,0-2 0,-6 32 543,2-12 1,-5 0-993,1-5 0,-1-10 615,5-6 0,5-11-747,3-5 1168,2-9 0,2-14-346,0-10 822,6-17 0,-5 0 0,5-10 0</inkml:trace>
  <inkml:trace contextRef="#ctx0" brushRef="#br0">22689 9041 7773,'5'-24'0,"-1"-1"0,5-3 0,0 3 0,2-1 0,1 10 0,5-1 0,-1 5 0,6-1 0,-1 1 0,-2 5 2961,2 3 0,-6 4-1624,2 4 0,-5 8-860,-4 9 0,-2 8-619,-6 4 0,-11 8 171,-6 5 0,-5 2-142,-3 2 0,-5-1-642,-3 1 1,1-2-470,-1-2 1,6-1-497,-2-8 1,8-5 76,4-15 729,9-6 0,11-24 914,13-7 0,4-11 0,9-10 0,-3-3 0</inkml:trace>
  <inkml:trace contextRef="#ctx0" brushRef="#br0">23012 8954 7773,'8'-4'0,"1"0"0,-5 0 1425,4 4 1,-4 0-661,4 0 0,-5 6 664,1 2 1,2 3-677,-2 1 0,0 6-64,-4 3 1,0 2-221,0 2 0,0 5-180,0 4 0,-4 1-772,0 3 1,-7-1 389,-2 0 1,0 6-984,-8 2 0,0-1 449,-4 2 0,1-6-1034,-1 1 1,5-7-469,4 0 1317,2-12 0,7-6-13,3-16 1,8-11 824,4-10 0,9-7 0,2-4 0</inkml:trace>
  <inkml:trace contextRef="#ctx0" brushRef="#br0">29388 9252 0,'-69'0'0,"-1"0"0,0-1 0,0 1 0,0 0 0,1 0 0,-1-1 0,0 1 0,0 0 0,0-1 0,1 1 0,-1 0 0,0 0 0,0-1 0,0 1 0,1 0 0,-1 0 0,0-1 0,0 1 0,0 0 0,1-1 0,-1 1 0,0 0 0,0 0 0,0-1 0,1 1 0,-1 0 0,0 0 0,0-1 0,0 1 0,1 0 0,-1-1 0,0 1 0,0 0 0,0 0 0,1-1 0,-1 1 0,0 0 0,0 0 0,0-1 0,1 1 0,-1 0 0,0-1 0,0 1 0,0 0 0,1 0 0,-1-1 0,0 1 0,0 0 0,0 0 0,1-1 0,-1 1 0,0 0 0,0-1 0,0 1 0,1 0 0,-1 0 0,0-1 0,0 1 0,0 0 0,1 0 0,-1-1 0,0 1 0,0 0 0,1-1 0,-1 1 0,0 0 0,0 0 0,0-1 0,1 1 0,-1 0 0,0 0 0,0-1 0,0 1 0,1 0 0,-1-1 0,0 1 0,0 0 0,0 0 0,1-1 0,-1 1 0,0 0 0,0 0 0,0-1 0,1 1 0,-1 0 0,0-1 0,0 1 0,0 0 0,1 0 0,-1-1 0</inkml:trace>
  <inkml:trace contextRef="#ctx0" brushRef="#br0">23099 9017 7773,'-13'0'-647,"1"0"495,0 0-111,5 0 167,-4 0-119,9 0 462,-3 0 1,6-5-79,3 1 0,-1-5 602,5 0-483,1-2 1,-1-1 220,0-1 1,-4 1 185,5 0-167,-7-1 1,5 1-163,-3-1 1,-1 5-65,5 0 1,-4 5 24,5-1 0,-5-1-123,4 0 0,0 1 69,5 4 186,-1 0-376,6 0 1,-4 2 79,2 2 1,-6 3-255,-2 5 1,-5 6 62,1 3 1,-4 2-178,-4 2 0,-7 4-418,-5 0 1,-6 4 348,1-4 0,-3 1-687,0-1 1,3-7 327,0 3 1,6-10-1306,-1-3 1411,7-5 0,4-9 527,5-7 0,5-4 0,2-12 0</inkml:trace>
  <inkml:trace contextRef="#ctx0" brushRef="#br0">23372 8967 7773,'7'5'520,"2"-2"166,-5 5 1,5 1 552,-5 3 1,0 2-599,-4 2 0,0 0-54,0 4 1,4-3-210,0 3 0,4-4-337,-3 0 1,6-6 57,1-2 1,3-5-969,10 1 1,-3-8 584,7-4 0,1-9-1034,-1-4 0,2-2 332,-2-2 0,-9 4 485,1 1 0,-7 0 437,-6 0 1,-3 1-90,-5 2 0,-6 5 607,-7-1 0,-6 6-375,-10 7 0,1 2 835,-5 2 0,6 5-347,-2 12 0,4 1 697,4 11 0,-2-2 24,2 6 1,3-7-695,2 7 1,7-2-1151,5 2 1,3-4 404,1 0 1,1-11-315,3-1 0,5-7 368,7-6 0,4-4-1930,4-8 0,1-9 2027,0-7 0,0-9 0,0-3 0</inkml:trace>
  <inkml:trace contextRef="#ctx0" brushRef="#br0">23856 8917 8512,'0'9'3164,"0"-1"1,0 1-1976,0 8 1,1 2-250,3 6 0,2 4-437,2 0 1,1 5-777,-4 0 1,0-3 231,-1 2 1,-2-5-807,2 1 763,-3-9 0,1-3 100,2-9 0,3-8-760,5-8 0,6-10 246,3-7 1,3-5-918,5-7 1,2-2 716,2-2 0,1-2-1015,-5-2 0,1-2 337,-1 5 1137,-2 1 1,8 4-1,-3 0 1</inkml:trace>
  <inkml:trace contextRef="#ctx0" brushRef="#br0">24898 8458 7709,'0'-12'2387,"0"0"1,1 5-1625,3 3 1,-3 13 253,4 8 1,-10 12-485,-3 8 1,-8 10-131,-5 6 0,-9 8-550,11-30 1,0 0 0,0 1-1,0 0 26,-4 3 0,0 0 0,4-5 1,0-1-271,-18 29 1,6-8-213,11-9 1,7-11-40,9-13 1,8-9 273,4-4 0,9-8-143,4-4 0,1-7 146,-2-2 0,4-4 265,-4 5 0,4-3 408,1 6 0,-5-1-141,1 10 1,0 0 89,4 4 0,-5 1 345,1 4 1,-7 2 334,-2 5 0,-1 4-419,-7 1 0,0 4 312,-4-5 0,-1 6-342,-3-1 1,-4-2-132,-9 2 1,-1-6-161,-3 2 1,-6-4-182,2 0 1,-7-1-296,3 1 0,-4-2-440,4-3 0,0-3-943,5-5 0,4 0 771,4 0 1,8-1-688,3-3 0,5-4 811,5-9 1,7-4-835,9-8 1601,8-2 0,8-12 0,7-1 0</inkml:trace>
  <inkml:trace contextRef="#ctx0" brushRef="#br0">25071 8954 7709,'0'9'1613,"0"-1"1,0-4-768,0 4 0,-1-1 970,-3 2 1,1 3-720,-5 0 1,-1 2-323,-3 7 1,0-5-823,-1 5 1,1-6 83,-1 2 0,7 1-1695,1-2 1405,4-5 1,8-5-1101,5-6 1,2-2 561,7-2 1,-1-4-482,5-9 0,-4 4 593,0-4 0,-1 2 311,5-2 0,-6 8 343,-2-4 0,-2 5-54,2 0 1,-8-2 980,4 6 0,-9 1-617,0 7 0,-3 3 937,-1 6 1,-5 0-451,-3 4 0,-3-2 252,-2 6 0,1-5-724,-1 5 1,2-6-839,3 2-1864,3-3 2000,5-8 1,6 0-720,7-6 1,1-7 438,6-5 0,1-2-864,4-7 0,0 1 969,-1-5 1,1 0 576,0 0 0,0-1 0,0-3 0,-6 3 0,-3-3 0,-2 8 244,-1 5 0,-5 3 795,0 5 431,-5 2 1,2 13-629,-5 6 0,-4 1-372,0 6 0,-1 1-159,1 4 1,1 0 1288,-5-1 0,5 1-825,-1 0 1,-2-4-569,2-1 0,-4-5-1418,4 2 860,-1 2-474,5-5 0,6-2 502,2-7 0,5-10-327,3-3 1,-1-3 118,6-1 1,0 1 182,3 2 1,-3-2 344,0 3 0,-6 3 482,2 1 958,-4 2-1113,0 2 0,-6 2 402,-3 2 1,-3 3-258,-1 5 1,1-4-486,4 0 0,-3-3 71,7 3 1,-1-5-161,4 1 1,2-4-358,3-4 1,3-1-637,9-7 0,-1 1 29,5-10 1,3 5 487,1-5 1,-1 1 357,-7-5 0,-7 5 0,3 4 1,-10 2 1730,-3 2-1277,-5 5 0,-10 7 1272,-5 8 0,0 3-699,-9 2 1,-1 0 168,2 4 1,1-8-866,6 4 1,4-3-12,5 2-798,0-5 0,7-2 519,5-5 0,7-5-1434,10-3 0,3-9 747,5-4 1,2-3-800,2-5 0,5-3 477,7-5 1,-2-3 943,-24 17 1,0 0-1,26-24 247,-26 19 0,-1-1 0,14-17 0,-2 5 0,-15 10 1961,-6 15-1663,-9 5 0,-4 14 1969,-8 5 1,-3 1-969,-5 12 1,-1 1 225,1 7 1,-5-1-409,1 5 1,-1-4 428,5 4 1,-1-3-1621,1 7 0,5-6 73,3 6 1,2-3-5475,2 4 5475,0-1 0,0 0 0,0 0 0</inkml:trace>
  <inkml:trace contextRef="#ctx0" brushRef="#br0">27081 9413 7666,'4'-20'0,"0"-1"0,0-1 4120,-4-7 1,0 7-2395,0-3 0,-1 5-1452,-3-1 1,-7-1-275,-6 5 0,-10-5 0,0 3 0</inkml:trace>
  <inkml:trace contextRef="#ctx0" brushRef="#br0">6538 10604 7692,'4'12'0,"0"1"0,4-1 1118,-4 1 1,7 0 575,2 4 1,5-3-924,6 2 1,7-6-211,2-2 0,8-5-160,5 1 0,6-4-494,2-4 0,1-4-86,-1-9 0,-3 2-537,2-6 1,-3 1 489,-4-5 1,-9 4-523,-8 0 1,-4 6-3258,-5-1 4005,-7 2 0,-2 2 0,-4-1 0</inkml:trace>
  <inkml:trace contextRef="#ctx0" brushRef="#br0">6786 10728 7692,'-13'25'670,"1"0"1,1-1-207,3 1 0,2 0 712,6 0 1,0 4-551,0 0 0,6 5 547,2-1 1,-3 3-565,0 1 0,-4 1-93,-1-1 0,0 1-480,0 4 0,0-4 25,0 4 1,0-4-1316,0-1 0,0-4 804,0 0 1,0-5-1381,0 1 0,0-8 725,0-5 1,1-8 60,3-3 1,-1-4 608,5-1 1,-5-6 434,1-2 0,-2-3 0,3-7 0,2-1 0</inkml:trace>
  <inkml:trace contextRef="#ctx0" brushRef="#br0">6773 11361 7692,'-7'-7'1045,"2"-4"1,10 9 3,4-2 0,7 3 270,5 1 0,4 0-154,4 0 0,4 0-595,8 0 1,3-6-753,6-2 0,1-3 174,3-1 0,-9-1-600,1 1 0,-12 1 474,-5 2 0,-4 4-2174,-5 5 1,-7 1 2307,-9 3 0,-19 9 0,-6 6 0</inkml:trace>
  <inkml:trace contextRef="#ctx0" brushRef="#br0">6761 11733 7692,'-12'12'971,"-1"0"231,6 1 1,9-6-431,10-3 0,9-8 228,12-5 0,3-3-1074,13-4 0,4 0-259,9-4 0,-2 5-1632,-2-2 0,3 7 1965,-3 2 0,2 5 0,2-2 0</inkml:trace>
  <inkml:trace contextRef="#ctx0" brushRef="#br0">5967 10666 7692,'5'-12'251,"-3"-5"-56,2 1 1,-3-7 20,-1 3 1,0-4 3,0 0 1,0-1 213,0 0 1,0 0-96,0 0 1,2 6-96,2 3-5,-3 2 1,5 14-44,-6 8 0,-2 14-69,-2 11 1,-4 10 68,-9 6 0,-2 7-213,-6 6 0,-4 0-158,0 0 1,12-27-1,0 0 15,0 0 1,1 0 0,-1 4 0,-1-1 101,2 0 0,-1-1 0,2 0 0,0 0-8,2 2 1,1 1-1,3-4 1,0-1-241,-3 27 1,6-9-224,11-20 1,3-10 310,8-10 0,4-1 61,4-4 0,0 9 407,-3 4 0,-1 7-181,-7 6 0,0 12 764,-8 8 0,3 5-677,-4 3 0,0 0 627,-4 0 1,0-1-363,0-3 0,1-8 73,4-9 1,7-9-1308,9-8 1,8-6 543,4-9 0,4-8-1597,4-13 1,5-9 1865,8-16 0,-3-6 0,-23 20 0,0 1 0,1-3 0,1 1 0,2-1 0,0 1 0</inkml:trace>
  <inkml:trace contextRef="#ctx0" brushRef="#br0">7567 11757 7859,'7'-5'1764,"-1"-2"-1314,-1-5 1,-2 1 803,5 2-491,-5 4-417,8-1 0,-8 5-138,5-3 0,-4 8-156,4 4 1,-5 9 6,1 3 0,2 1-105,-2 4 1,0-7-195,-4 7 1,0-3 184,0 2 1,0-4-209,0-4 1,0-2-117,0-2-354,0 1 0,1-6-120,4-3 1,-4-8-356,3-5 1,-1-8 1207,1-8 0,-3-6 0,5-6 0</inkml:trace>
  <inkml:trace contextRef="#ctx0" brushRef="#br0">7629 11571 7692,'7'0'3735,"-1"0"-3055,-6 0 0,1 0 9,3 0 1,3 0-250,6 0 0,2-5-1442,5-3 0,2-5 639,11-3 0,6-4-1528,7-4 1559,2-7 0,1-6 0,1-7 0</inkml:trace>
  <inkml:trace contextRef="#ctx0" brushRef="#br0">8709 10505 7692,'-5'-25'0,"1"0"0,0 5 877,4-1 1,3-1-342,5-7 1,7 1 246,14-5 1,3 7-337,5 1 1,-1 6-131,-3 7 1,2 5-296,-6 3 1,-6 5 61,-6 7 1,-9 10-97,-4 11 1,-3 7 87,-1 1 0,-9 6-35,-4 6 0,-3-3 34,-1-1 1,2 1-400,-6 3 1,5 0 20,-5-4 0,6-2-16,-2-6 0,1-1 5,3-3 0,0-4 86,9-8 1,-1-2-141,5-3 1,0 0 69,0 4 0,2 1 211,2 4 1,-3 1-141,3 3 1,-2 5 380,-2 3 0,4 8 79,0-8 0,4 3 209,-4-3 1,6 0 110,-2 0 0,3-4-261,2 0 0,-1-4 193,1 5 0,3-1-151,1 4 1,-1 0-434,-3 0 0,-1 0 139,0 1 0,-5 2-247,-2-3 1,-4 3 158,-1-7 1,0-3-829,0-1 1,-4-3-104,0-1 1,-6-7 978,2-6 0,-3 1 0,-2-6 0</inkml:trace>
  <inkml:trace contextRef="#ctx0" brushRef="#br0">9230 11956 8733,'5'-7'822,"-4"1"0,6 5-443,-2-3 0,-3 3 201,7-4 0,-5 4-222,4 1 1,0 6-141,5 2 1,-5 3-148,0 1 0,-1 6 95,1 3 1,-2-2-383,-6 2 0,4-1 198,0 5 0,0-1-328,-4-4 1,0-2 80,0-5-1747,0-1 1010,-5-5 1,2-7 1001,-5-8 0,-1-14 0,-3-5 0</inkml:trace>
  <inkml:trace contextRef="#ctx0" brushRef="#br0">9254 11745 7692,'7'0'2863,"-1"6"-2287,-6-5 0,5 6 76,4-3 1,3-3-249,5 3 1,3-2-979,9-2 1,3 0 393,5 0 0,6 0-662,2 0 0,4-2 260,0-2 365,1 3 1,-6-5 0,-1 6 0</inkml:trace>
  <inkml:trace contextRef="#ctx0" brushRef="#br0">9924 11894 7692,'-25'0'589,"2"0"159,2 0 0,2 0-185,3 0 0,-2 1-190,-3 3 1,-2 3 526,2 6 0,-1 6-401,1 6 0,-1 5 131,6 7 0,0 0-247,8 1 1,4-7-312,8-2 0,7-4-80,6-4 0,9-1-92,-1-7 1,6-3-525,-2-10 1,2-6 393,-2-2 1,-3-5-1493,3-3 0,-3-3 32,-1-6 1690,-6 0 0,4 0 0,-3 0 0</inkml:trace>
  <inkml:trace contextRef="#ctx0" brushRef="#br0">9701 12117 7692,'-4'12'1087,"0"1"1,0-5-469,4 0 1,1-5 374,3 1 1,4-4-377,9-4 0,4-3-138,8-5 1,2-6-1212,6-3 1,6-8 490,3-4 1,1 2-854,-2-2 1,2-1 1092,-6-3 0,1 0 0,-5 0 0</inkml:trace>
  <inkml:trace contextRef="#ctx0" brushRef="#br0">10371 11733 7674,'0'7'2374,"0"-2"1,7-5-1540,5 0 0,3-5-415,10-4 1,3-7-1303,9-5 1,2-4 594,2-4 1,-1 2-594,5-6 0,-6 5 518,-2-1 1,-7 8-1984,-9 5 2345,-3 8 0,-11-3 0,-2 4 0</inkml:trace>
  <inkml:trace contextRef="#ctx0" brushRef="#br0">10681 11534 7674,'-19'18'35,"2"3"1,1 2 1143,3 2 0,-1 1-520,10 3 1,0 3 254,4 5 1,0 6 100,0 2 0,4-1 447,0 2 0,6-6-947,-2 1 1,2 2-228,-2-2 0,-1-4-1718,-3-4 0,-2-5 917,2 1 1,-3-4-1609,-1-5 0,-1-2 1011,-3-5 0,-5-1 1110,-7 1 0,-3-7 0,-6 0 0</inkml:trace>
  <inkml:trace contextRef="#ctx0" brushRef="#br0">10396 12365 7674,'-7'13'3020,"-4"-7"-2538,9 5 0,4-9-32,10 2 1,12-8 144,9-4 1,5-8-304,8 0 0,1-6-98,11 1 0,-5-2-1995,5-2 0,0 0 1801,4 0 0,-5 6 0,-2 1 0</inkml:trace>
  <inkml:trace contextRef="#ctx0" brushRef="#br0">12728 10964 7684,'0'-20'246,"0"-2"159,0 6 0,0-5 12,0 5 1,-6-1-112,-2 5 1,-4-1 117,-5 1 0,-2 1-106,-6 3 0,-5 2 61,-3 6 1,-5 3-50,-3 5 1,-3 6 15,-6 11 0,5 5-213,-1 3 1,8 3 262,1 1 1,8 3-318,12-3 0,6 2 77,11-10 0,8 0-124,9-4 0,8-2 50,12-2 0,6-8-572,2-4 0,8-7 308,0 3 0,0-4-490,-8-1 0,-2-4-246,-6 0 0,-7 0-2050,-5 4 2968,-11 0 0,-4 0 0,-2 0 0</inkml:trace>
  <inkml:trace contextRef="#ctx0" brushRef="#br0">12145 11497 7684,'-13'5'0,"1"4"0,5 2 0,3 1 0,8 1 0,10-5 0,11 0 0,11-5 0,9 1 0,9-3 2677,4-1 0,4-5-2244,4-3 0,3-3-586,-32 4 0,0 1 0,1 0 0,0 0-362,1-1 0,1 1 0,-2 2 0,-1 0-586,3 0 1,-1 0 873,-4 2 1,0 1 0,2-2 0,-1 1 0,33 2 0</inkml:trace>
  <inkml:trace contextRef="#ctx0" brushRef="#br0">13472 10728 7684,'0'7'1050,"6"-2"0,-3-6-796,5-3 1,0-3 800,4-5 0,8-6-479,5-3 1,5-2-198,7-2 1,7 0-129,6 0 0,5 6-414,7 2 1,1 5 369,4 4 1,-7 5-239,6 11 1,-12 2 83,0 11 0,-14 5-237,-11 7 1,-9 3-13,-3 1 0,-10 1-99,-7 4 0,-8-2 90,-13 5 1,-1 2-187,-11 7 0,-4-2 269,16-23 0,0 0 0,-20 22-14,4-1 1,-2-2-116,-2-7 1,4-1-48,-1-7 0,2-7-76,8-5 1,-6-10-288,6 2 0,-1-9 143,4 0 1,5-10-968,4-6 1485,2-6 0,7-1 0,2 1 0</inkml:trace>
  <inkml:trace contextRef="#ctx0" brushRef="#br0">13820 10802 8883,'6'9'609,"-1"-1"0,-4-3 78,-1 8 1,0 2-128,0 10 0,0 11-209,0 5 0,0 13-127,0 8 1,-2-27-1,-2 1-396,1 3 1,-2 1 0,-2 1-1,-2 1 182,-1-3 0,-1 0 1,-3 3-1,-1-1 47,-1-2 1,-1 0-1,0 2 1,0 0-225,0-4 1,0 0 0,0-2 0,0-2 110,-12 25 1,0-12-429,4 0 0,2-3-326,2-6 0,7-8-1837,6-13 2647,5-2 0,-8-2 0,4 1 0</inkml:trace>
  <inkml:trace contextRef="#ctx0" brushRef="#br0">15035 12030 7652,'-12'0'8518,"0"0"-10494,-1 0 0,1 0 887,-1 0 0,0 0 1089,-4 0 0,-2 6 0,-6 1 0</inkml:trace>
  <inkml:trace contextRef="#ctx0" brushRef="#br0">16809 11286 7652,'9'-21'0,"-1"1"0,-4 5 424,4-2 1,-5-1-79,1 2 0,-3 3 106,-1 5 1,-1 5-81,-3-1 0,-4 8-49,-9 4 1,-1 5-77,-2 3 1,-4 4-141,3 5 1,-1-2 51,2-2 1,-2 2-184,5-2 0,5-2-39,3 2 0,7-2 105,-2 2 0,9-3-339,7-6 0,8 0 134,9 1 1,1-1-45,3 1 0,0-5 46,-8 0 1,1 0 125,-9 5 1,-2-1-32,-7 1 1,-2 0 229,-6 4 0,-3-2-24,-5 6 0,-2-6-16,-11 1 0,5-2-223,-5-1 0,5-7 107,-5-1 1,6-4-516,-2-1 1,8-1 219,0-4 1,5-1-656,-4-7 0,5-5 389,-1-2 0,4 0-103,4 0 656,9 4 0,6-7 0,6 4 0</inkml:trace>
  <inkml:trace contextRef="#ctx0" brushRef="#br0">17293 11199 7888,'-7'0'1160,"-4"0"1,8 7-256,-5 6 1,1 10-393,-1 10 0,-3 4-106,3 5 1,1 2-107,-1 5 0,5 0-225,-1-4 1,2-1-801,2-11 0,6-5 524,2-16 1,9-6-672,3-6 1,4-7 412,0-10 1,5-3-606,0-9 0,0-3 447,-4-5 1,3 0 265,-3-1 1,1 3 349,-10 1 0,1 0 0,-5 5 0,-1-5 0,-3 1 0,-2 4 0,-6 4 0,-1 3 247,-4 9 1,3 0-169,-7 8 0,5 1 757,-4 4 1,4 6-331,-4 2 1,5 9 264,-1 3 1,1 5-321,-1 4 0,2 3 18,-2 5 1,-3 0-15,-1 0 1,1 1-131,-1-1 1,1-1-816,-1-3 0,-2 5 364,6-5 0,-4 0-788,4-8 0,0-6 430,4-2 0,6-9-685,7-4 0,5-13 497,7-8 1,-1-6 10,1-6 661,0-3 0,0-5 0,0 0 0</inkml:trace>
  <inkml:trace contextRef="#ctx0" brushRef="#br0">18062 11274 7652,'0'-13'0,"0"1"0,-1 4 844,-3-1 1,1 3-96,-5-3 0,-1 4 52,-3 5 0,-5 1-174,1 3 0,-6 6-227,1 11 1,-2 5-52,-2 11 1,4 0-118,1 0 1,6 1-149,1-1 0,2-1 63,7-3 1,1-4-640,8-9 1,7-7-91,9-9 1,4-6-524,3-6 0,4-10-574,5-11 1,1-9 843,-1 1 0,-1-8 835,-3 4 0,3-11 0,-5 1 0</inkml:trace>
  <inkml:trace contextRef="#ctx0" brushRef="#br0">18459 10691 10765,'-8'11'1887,"0"5"0,-1 8-1251,-3 5 1,0 9 197,-1 12 1,-5 6-940,-2 11 0,10-33 0,0 0 142,0 4 1,0-1-1,1-2 1,1-1-985,-13 32 1,6-8 649,-1-4 1,3-8-619,5-8 0,4-11 345,8-19 0,4-3 114,9-10 1,2-8 66,6-12 1,5-5 4,3-8 1,-1 3 137,1 1 1,0 0 74,4 5 0,-5 2 357,-3 6 1,-7 7-196,-1 6 1,-7 6 688,-2 2 1,-1 13-58,-7 12 0,-1 1 81,-7 7 0,-3 3-284,-6 1 0,0 3 203,-4-7 0,3 1-529,-2-1 0,6-2-507,2-6 0,5-6-161,-1-3 0,3-6 392,1-2 1,1-5-2963,3 1 3144,-2-2 0,14-2 0,-2 0 0</inkml:trace>
  <inkml:trace contextRef="#ctx0" brushRef="#br0">19489 11348 7652,'0'13'1093,"0"4"0,1-3-335,3 3 0,10-9-292,11-4 0,9-5-144,8-7 1,10-3-132,2-14 1,5 0-502,-28 7 1,0-1 0,2 1 0,-1 0 0,-1-4 1,0-2-1,-1 4 1,-2-1-980,17-24 1,-3 0 1287,-9 0 0,3-3 0,-5 4 0</inkml:trace>
  <inkml:trace contextRef="#ctx0" brushRef="#br0">20072 10654 7652,'-25'18'0,"4"-2"970,1 9 0,5 2-417,-2 11 0,3 6 503,2 5 0,-1 8-798,1 9 0,0 2 168,5-33 0,1 0 0,-6 27-19,-1-8 0,5-5-1010,0-3 0,5-9 268,-1-8 0,8-10-65,4-7 1,10-6-561,7-10 1,7-10 403,9-11 0,3-6-653,6-11 0,-3-2 228,2-5 0,-7-2 788,-19 24 0,-1 0 1,18-27 192,-21 23 0,-1 0 0,17-27 0,-18 26 0,0-1 0,1 2 0,-1-1 0,-1 0 0,1-1 0</inkml:trace>
  <inkml:trace contextRef="#ctx0" brushRef="#br0">20568 10492 7652,'18'-37'-895,"-4"17"1,-2 6 2314,-8 22 0,-2 11-621,-2 14 0,-3 9 243,-5 3 0,-2 5-486,-11 4 1,-1 3-325,8-24 1,-1 1 0,2-1-1,-1 1 62,-3 1 0,1 0 0,1 2 0,1-1-74,-3 0 1,1-1 0,1-1 0,1 1-713,-3 0 0,1 0 1,-6 23 268,1-5 1,7-10-36,6-14 0,4-11 254,8-14 0,8-4 115,9-4 0,2-8-239,2-9 1,6-2-19,2-2 0,-3 1-810,-1 4 1,1 3 647,-1 9 0,0 2-2,-4 6 1,-2 2 27,-2 2 1,-4 4 408,-9 9 0,-3 3-97,-5 9 0,0-3 267,0 3 1,-4-2-85,0-3 1,-4 0 506,4-4-395,0-2-367,4-11 0,9-1-339,4-6 0,6-6 231,-3-2 0,6-3-382,-1-1 1,7-1 221,1 1 0,-5 1 51,-3 2 0,-6 4-54,2 5 0,1 0 97,-2 0 0,1 0 102,-5 0 1,1-1 122,-1-4 1,5 3 204,-1-7 1,1 1-148,-5-4 0,1-1 351,-1 1 0,-1 0-226,-3-1 0,-1 1 345,-3-1 0,-2 5-211,2 0 0,-4 5-60,-4-1 1,-3 3 72,-6 1 0,-3 6 78,-1 7 0,-5 1-39,2 6 0,2 0-138,1 0 1,1 2-439,3-5 0,-2-1 182,7-3 1,2-1-1064,2 1 686,3-7 8,1 5 1,7-9-299,5 2 1,2-4-571,6-4 1,1 2 409,4-2 0,0-1 843,0 1 0,-1 0 0,7 4 0,0 0 0</inkml:trace>
  <inkml:trace contextRef="#ctx0" brushRef="#br0">21250 11447 7652,'6'-12'0,"-5"4"258,3-1 0,-2 5 225,-2-4 997,0 5-561,0-2-58,-6 5 1,-1 0-387,-5 0 1,0 5 184,-1 4 0,2-3-323,3 3 1,-3-2-180,3 1-421,2 3 305,-5-4 0,10 1-850,-3 0 716,2-5 0,9 3-1221,5-6 1,4-6 521,8-2 1,0-9-406,9-3 1,1-9 479,8-4 1,3-9 296,-18 20 1,0-1 0,-1-4 0,0-1 418,3-3 0,0 0 0,-2-2 0,-1-1 0,1 0 0,-1-2 0,-2-1 0,-2 0 0,-1-1 0,-1 1 0,12-25-58,-7 4 0,-7 19 722,-10 14-597,3 11 1,-10 10 948,3 8 1,-8 10-28,-4 11 0,-7 6 40,-2 11 0,-3 2-18,3 5 1,-4 1-166,5-1 1,-5 9-90,5 0 0,-5 0-301,5-8 0,0 2-392,8-2 0,-2 5 5,6-10 0,0-5-658,4-11 1,6-10 170,2-6 0,7-6-130,2-7 1,-5-3-1021,-4-5 0,-5-1 702,1-7 0,-9-2-321,-8 1 1,-6 0 730,-10 0 1,1 3 14,-5-2 1,2-2 440,-2 1 0,-2-3 196,6 3 0,2 2 636,6 7 928,3-3-828,11 9 0,9-3-366,10 5 0,7 4-393,10 0 0,3 0-18,5-4 1,6-4-714,2 0 0,8-6 402,0 2 0,1-3-773,-4-1 0,-5 1 929,1 2 0,-5-5 0,2 6 0,-5 0 0,-6-3 0,-4-3 0</inkml:trace>
  <inkml:trace contextRef="#ctx0" brushRef="#br0">22863 11323 7652,'-4'21'865,"0"0"1,-4-6-305,3 1 0,1-2-202,4-1 0,3-2 450,5-3 1,6-3-313,11-5 0,5-2-345,3-7 1,5-4 38,3-12 1,-1-6-490,5-2 0,-5-2-105,2-3 0,-5 3 331,-4 1 0,-4 0-327,-8 5 1,-8 4 195,-4 5 0,-9 9-46,-4-2 1,-9 9-28,-12 0 1,-5 2 308,-3 2 1,-3 12-36,-1 4 1,0 7 597,-1 6 0,3 4-140,1 9 1,8-4 49,6 4 1,4 0-382,0 0 1,8 3 73,4-3 1,5-7-958,7-6 0,6-8 555,11-4 1,5-9-224,3-4 0,7-10 148,1-6 0,6-11-1170,-1-10 1,6-3-1285,2-1 2732,-6-6 0,-4-1 0,-5-3 0,-2 6 0,-2 5 0</inkml:trace>
  <inkml:trace contextRef="#ctx0" brushRef="#br0">23620 11175 7652,'4'13'-33,"0"4"0,0-2 33,-4 6 0,4-1 1598,1 5 0,-1 4 357,-4 0 1,-4 1-1100,-1-1 1,-4-3-6,0 3 1,3-2-379,-3-3 0,7-4-3130,-3-4 1670,4-8-2581,1-2 2388,0-23 1,6 2-146,2-14 1,3-2 1324,1-2 0,1-3 0,-1-1 0</inkml:trace>
  <inkml:trace contextRef="#ctx0" brushRef="#br0">23657 10988 7652,'0'-16'1667,"0"-1"-1153,0 6 0,7 2 322,5 5 0,2-1-247,7 5 0,4 0-218,4 0 0,6 0-548,3 0 0,-1 0 178,4 0 1,-4-4-1825,-4 0 0,2-1 1823,-6 1 0,0 2 0,-4-3 0</inkml:trace>
  <inkml:trace contextRef="#ctx0" brushRef="#br0">23992 11137 7652,'7'25'383,"-2"0"-268,-5 0 1,0-6 1053,0-2 1,6-4-505,2 0 1,3-5 858,2 0 0,6-6-830,6-2 0,5-7-496,7-10 0,6-6-535,2-6 1,4-6 31,0 2 1,-3-1-1107,-1 1 1,-3-3 912,3 3 0,-10 1-2822,-2-1 3320,-6 0 0,-2-10 0,0-1 0</inkml:trace>
  <inkml:trace contextRef="#ctx0" brushRef="#br0">24625 10492 7652,'-13'18'0,"1"3"471,-1 8 1,0 3 233,-4 5 0,-2 11 292,-6 6 0,0 6-385,13-27 1,-1 1 0,1 0 0,0 2-161,-1 3 0,1 0 0,-2 1 0,-1 0 150,0 2 0,1-1 0,1-1 0,1-1-194,1-4 1,1 0-1,-8 27-921,2-8 1,1-6 316,11-7 0,6-11-234,11-13 1,6-9 355,10-4 1,3-9-1055,5-8 1,4-10-365,1-10 1,-2-8-3496,-7-5 4987,8-8 0,-9 1 0,-13 22 0,-1 0 0,-2-2 0,0 1 0</inkml:trace>
  <inkml:trace contextRef="#ctx0" brushRef="#br0">25009 10430 9738,'-5'13'1579,"2"-1"-1113,-5 1 0,-1 6 1145,-3 6 0,-5 6-805,1 11 0,-6 7-52,1 9 0,9-25 0,-1 0-655,-1 2 0,-1 1 1,2 1-1,-1 1 7,-3 0 0,1-1 0,1 1 0,1 0-282,-3-5 0,1 0 0,2-1 0,0 1 119,-15 24 1,6-8-1645,6-12 1418,6-11 0,22-14-926,6-7 0,10-15 519,6-7 1,5-9-339,3-3 0,-2 2 655,2 6 1,-4 3 465,-4 6 0,-7 5 257,-5 3 1,-10 4-306,2 4 0,-9 8 1821,0 9 1,-4 2-1048,-4 2 0,1-1 101,-5-4 1,4 2 68,-5-5-1050,7-1 0,2-5 85,8-2 1,10-5-462,7-8 0,1 1-33,7-5 1,0-1 331,4-3 0,-4 5-657,0 3 0,-9 3 213,1 1 1,-9 0-212,1 0 552,-9 0 1,-3 1 742,-5 3 0,-4-1-16,0 5 0,-6-1 339,2 1 1,1-1 278,-1-3-349,5-2-620,-2 9 1,6-10 67,3 3 1,3 2-98,6-2 1,0 0 52,4-4 0,2 0-433,6 0 0,-2 0-40,-2 0 0,1-4-192,-5 0 0,-1-5-27,-3 5 231,-6-5 558,-2 7 1,-15-3-173,-2 5 1,-9 5 193,1 4 1,0 6-141,0 1 1,5 6-678,-2-1 1,5 2-351,3 2 1,4 0-744,5 0 0,5 0-600,4-1 0,7 1 2232,5 0 0,2-6 0,2-1 0</inkml:trace>
  <inkml:trace contextRef="#ctx0" brushRef="#br0">19836 12452 7721,'-25'0'540,"6"0"-215,3 0 1445,2 0-696,7 0 415,23 0 0,13 0-714,25 0 1,4 5 418,8 4 0,2 2-1198,-33-5 0,0 0 1,1 0-1,0-1-248,30 3 0,0 2-932,-4-6 1,-5 0 711,-4-4 0,-9-1-383,-6-3 0,-8 1 374,-9-5 1,-5 4-3172,-8-5 3652,-2 7 0,-17-4 0,-3 6 0</inkml:trace>
  <inkml:trace contextRef="#ctx0" brushRef="#br0">20357 12514 7721,'-19'14'0,"2"2"0,4 4 1046,0 4 0,2 7-432,3 2 1,-3 8 993,3 5 1,-3 2-519,-2 1 0,-3 1-79,-1 0 1,-4 2-1531,5-2 1,-1 1 354,5-10 0,4-4-2766,-1-4 1843,7-5 138,-4-3 1,12-14 223,2-11 0,2-7-600,-2-10 1,-1 2 816,-3-6 1,-3 1 507,3-5 0,-6 0 128,-3 0 1,-4 0-155,1 1 1,1 4 2228,-2 4-1732,7 2 1,2 7 1257,8 3 0,4 3-801,5 1 0,8 0-195,8 0 0,1 0-405,-1 0 1,6 4-158,-6 0 0,6 1-1244,-6 0 0,-3-3 699,-1 7 1,-4-5-1476,-5 4 0,-3 2 850,-9 6 0,-9 1-37,-12 8 1,-11-3 1035,-14 7 0,-4 2 0,-8 2 0,0-1-176,1 1 0,5-5 176,2 1 0,5-1 486,4-3 1,8 1-262,9-9 0,9-5 1225,7-3 1,11-2-566,9 1 0,11-4-79,6-8 0,6-3-333,6-5 1,7-6-710,1-3 1,-1-4 64,-3-4 1,0 2-164,0-6 0,-8 1-1741,-4-1 0,-8 2 2075,-8 7 0,-3 3 0,-6 0 0,-7-1 0,-7-1 0</inkml:trace>
  <inkml:trace contextRef="#ctx0" brushRef="#br0">20804 13208 8219,'0'18'1121,"0"-2"-456,0 4 1,0-5-228,0 2 1,0-3 1095,0-2 0,0 1-761,0-1 1,0-4 337,0 0-732,5 1 0,1-1-2259,2 0 865,3-5 0,-4 1-2129,5-8 1380,-5-3 1,-1-9 486,-6-1 1277,0 1 0,0-8 0,0-2 0</inkml:trace>
  <inkml:trace contextRef="#ctx0" brushRef="#br0">20866 12960 7224,'19'0'-1118,"-1"0"2909,-6 0 1,5-4-814,0 0 0,5-5-118,-2 0 0,0-2-379,0-1 0,1 1-455,4 3 0,4-3 21,0 2 0,-5 0-47,-3 0 0,-6-7 0,3 2 0</inkml:trace>
  <inkml:trace contextRef="#ctx0" brushRef="#br0">22305 12799 7721,'11'-5'-870,"-3"-4"1,-1-2 1619,-3-1 1,-2 0-237,2-1 0,-4 1-31,-4-1 1,-3 5-111,-6 0 1,-3 1-186,-1-1 0,-5 2-14,1 6 1,-2 2 24,-2 2 0,-5 3-91,-3 5 1,1 6 89,-1 3 1,0 2 120,-4 2 1,-3 4-90,3 0 1,2 0-152,10-5 0,6 1 81,2 0 1,5-2-112,4-2 0,4-4 17,8-9 0,8-1 53,9-3 1,4-3 69,4 3 1,-2-2-50,6-2 0,0 0-199,5 0 1,-7 0 39,-2 0 0,-3 0-681,-1 0 1,0 0-45,0 0 1,-2 1-363,-2 3 1,-3-1 219,-6 5 1,-3-3 384,-1 3 0,-5-4 501,1 4 0,-3 0 0,-1 5 0</inkml:trace>
  <inkml:trace contextRef="#ctx0" brushRef="#br0">21809 13283 7721,'-13'5'-1234,"5"-2"925,0 5 1,4-5 3237,-5 1-2104,7 3 1,-3-5 301,10 2 1,6 1-248,5-1 0,8 1-421,0-5 1,3 0-497,6 0 0,1 0 76,7 0 1,-1 0-394,6 0 1,-5-5 269,5 1 1,-5 0-1301,5 4 1,-6 6 1383,1 2 0,-8 3 0,-3 1 0</inkml:trace>
  <inkml:trace contextRef="#ctx0" brushRef="#br0">22900 12688 7721,'0'-9'-505,"0"1"3479,0 5-1600,6-2 1,5 5-717,5 0 1,12 5-168,1 4 1,8 0-143,9-1 0,0-2-333,12-6 0,-4 0-8,4 0 0,-4-3-998,4-5 1,-11 0-62,-2-9 1,-12 3-802,-8 2 1,-11 4 81,-10-1 1770,-8 7 0,-14-4 0,-8 6 0</inkml:trace>
  <inkml:trace contextRef="#ctx0" brushRef="#br0">23186 12688 7721,'-18'12'0,"4"5"534,-3-1 0,5 6-143,4-1 1,1 4 594,3 4 1,2 6-463,-2 7 1,-3 5-13,-1-2 1,1-1-123,-1 2 1,0-2-359,-5 1 1,2-3-287,3-9 1,-2-3-1085,6-5-1392,0-6 2041,9-7 1,2-6 688,6-6 0,5-11 0,1-3 0</inkml:trace>
  <inkml:trace contextRef="#ctx0" brushRef="#br0">23086 13159 10133,'13'0'1682,"-1"0"1,8 0-1114,4 0 0,7-1-477,6-4 1,0 3-132,0-7 0,1 5-163,-1-4 1,-3 4-2840,-5-4 2441,0 5 0,-21 0 600,1 11 0,-23 6 0,-7 11 0</inkml:trace>
  <inkml:trace contextRef="#ctx0" brushRef="#br0">22987 13432 7721,'-5'12'-870,"-2"6"1,0-4 2154,3 2 0,8-7-520,4-5 1,9-3 11,3-1 0,9 0-315,4 0 1,9-5-283,3-4 1,3-2-387,2-1 0,0 0-521,-1-1 0,-5 1-198,-2-1 1,-9 2 924,-4 3 0,3-8 0,-1 2 0</inkml:trace>
  <inkml:trace contextRef="#ctx0" brushRef="#br0">23707 13407 7721,'-13'8'0,"1"0"1855,-1-5-487,7 3-300,0-6-661,6-6 1,6 3-82,2-5 1,-1 4 5,1-4 1,0 5-90,5-1 0,-1-2 87,0 2 1,1 0-132,-1 4 0,-3 0 449,-1 0-36,-5 0-372,8 0 0,-9 0-320,7 0 241,-7 0-395,9 0 220,-9 0 0,5 4-350,-3 0 246,-3 6 1,5-3 140,-6 5 0,0 1 66,0-1 0,0 5 139,0-1 1,-4 1 217,-1-5-315,1 1 0,0-1 4,0 0 0,0-3 104,4-1-157,-6-5 0,5 4 147,-3-3-480,3-3 179,1 5 0,-2-6 17,-2 0 0,3 5 32,-4 3 0,-1-1 31,-3 2 0,2 3 27,-1 4 1,0 1-36,-5-5 0,5 2 107,0 3 0,4-4-89,-4 4 1,5-3 126,-1-2 0,-2-4-61,2 1 0,0-1-47,4 4 0,0-3-96,0-1 1,0 2 73,0 6 1,-4-2-276,0 2 0,-6-2 112,2-1 0,1 3-664,-1 1 551,-1-1 1,-3-5-1465,-1-2 756,7-4 0,-4-8-299,6-5 1,0-3 163,4-14 0,0 2 544,0-10 1,0 0 559,0-5 0,0 1 0,0 0 0</inkml:trace>
  <inkml:trace contextRef="#ctx0" brushRef="#br0">23719 13134 7721,'-12'0'0,"5"1"2603,3 4-270,-3-4-972,5 4 1,4-5-1356,10 0 0,2 0 19,7 0 1,3 0-1749,5 0 0,4 0 996,-4 0 1,2 0 726,-2 0 0,-3 6 0,4 1 0</inkml:trace>
  <inkml:trace contextRef="#ctx0" brushRef="#br0">25034 13134 7721,'7'-12'675,"-2"5"1,-5 4-202,0 11 1,0 12 517,0 13 1,-5-2-101,-3 2 0,-2 3-407,2 1 0,-2 2-120,6-10 0,0-1-133,4-8 0,7-3-227,5-9 0,6-4 83,7-8 0,5-8-573,3-9 1,3-12 388,1-4 0,1-9-1038,-1 1 0,-6 2 315,-2 2 0,-9 6 370,-8 2 1,-5 6 108,-7-2 1,-12 9 140,-9 8 1,-5 5 344,-11 7 1,1 1-180,-10 4 1,6 8 86,-1 12 0,4 0-49,4 4 1,2-2-421,6 2 0,8-7-188,4 3 1,6-8-531,7-1 1133,0-2 0,6-7 0,1-1 0</inkml:trace>
  <inkml:trace contextRef="#ctx0" brushRef="#br0">25332 12985 7721,'25'-12'0,"-1"5"291,1 3 1,4 2 475,0 2 1,4 6 83,-4 2 1,-1 10-357,-8 7 0,-2 1-314,-5 7 1,-2 0 16,-3 4 1,-1-5 43,-3-3 0,-3-3-19,4-1 1,-4-1-268,-1-4 1,0-6-27,0-6 157,0-5 1,0 0-62,0-12 1,5 0 33,4-12 1,2 3-522,1-7 1,5 3 262,-1-7 0,8-2-405,0-2 1,3 1-384,6-1 1,0 1 985,4-1 0,0 3 0,0 5 0</inkml:trace>
  <inkml:trace contextRef="#ctx0" brushRef="#br0">26547 12762 10316,'24'0'1911,"10"0"-1392,20 0 0,11 0-189,-24 0 0,1 0 0,-1 0 1,0 0-570,5 0 1,-1 0-1,-4 0 1,-2-1 158,-3-1 1,-1-1 0,25 1-401,-14-7 0,-9 3-1282,-8-3-669,-8-2 1378,-9 4 1053,-7-5 0,-21 0 0,-5-1 0</inkml:trace>
  <inkml:trace contextRef="#ctx0" brushRef="#br0">26994 12762 7721,'-25'12'0,"2"5"926,2-1 0,3 2-353,6-1 1,5 6 333,3 6 1,1 2-408,-1-2 0,3 2 532,-4 6 1,4 1-776,1-1 1,0-4-624,0 0 0,-1-5-106,-3 1 1,-2-3-612,-2-1 1,-2-6-887,6-3 1,-4-6 935,4-2 0,-2-5 1033,2 1 0,3-14 0,-5-3 0</inkml:trace>
  <inkml:trace contextRef="#ctx0" brushRef="#br0">26833 13221 7721,'0'-13'0,"0"1"807,0 0 1,1 1-324,3 2 0,3 3 663,6 1 1,0 4-512,4-3 1,2 2-225,6 2 1,0 0-114,0 0 0,-5 2-440,1 2 0,-2-3-382,2 4 1,-4 1-573,-9 3 1,-3-2-559,-5 1 1,-1 0 727,-3 4 1,-4 5 560,-9 0 1,-8 0 363,-8 0 0,-3 1 61,-1 3 0,0 1-145,0-6 1,4 5 446,-1-5 1,4 1 280,1-5 0,6 1 809,10-1 0,6-4-153,3 1 1,7-7-696,9 3 0,5-4-298,16-1 0,6-1-96,6-4 0,-1 0-1091,2-3 0,-2-3 606,1 2 0,4-3-1652,-4-5 1,-4 4 1925,-3-4 0,-7 3 0,-6 2 0</inkml:trace>
  <inkml:trace contextRef="#ctx0" brushRef="#br0">27317 13407 7721,'0'12'3722,"0"-3"-2070,0-1-1107,5-5 1,2 6-188,5-5 0,1 6-212,-1-2 0,-1 3 65,-2 2 0,2 5-254,-3 2 0,-3 4 108,-1 1 1,-2 1 210,-2 3 1,-6-2-145,-2 6 0,-7-5-88,-2 1 1,1-3-1108,3-1 0,5-7 569,0-6 0,4-5-583,-5-7 0,7-7 61,-2-5 1016,2-6 0,8-13 0,1 0 0</inkml:trace>
  <inkml:trace contextRef="#ctx0" brushRef="#br0">27329 13246 10363,'3'-9'1790,"5"1"1,7 0-1314,14-5 1,8 1-289,9 0 1,6-1-1679,2 1 1,1 4 740,-1-1 0,-4 7 748,-1-3 0,1 4 0,-6 1 0</inkml:trace>
  <inkml:trace contextRef="#ctx0" brushRef="#br0">28706 12948 7721,'-1'-23'1271,"-3"2"0,1-2-561,-6 2 1,1 7 29,-4 2 0,-6 8-334,-3-1 0,-5 11-195,-7 6 1,0 8 3,-8 9 0,-2 2-128,1 6 0,1 5-1,4-1 0,7 5 71,5-5 0,11 0-111,10-4 0,9-3 110,8-1 0,10-10-396,10 2 0,9-13-146,3 1 1,-1-9-263,2 0 1,-2-3-918,1-1 0,-8-4 718,-8 0 1,-4-6-144,-4 2 0,-9 1 990,-8-1 0,-2 0 0,-2-5 0</inkml:trace>
  <inkml:trace contextRef="#ctx0" brushRef="#br0">28334 13419 7721,'-25'13'0,"4"-5"1589,1 0-610,10 1 269,-1 3 1,14-1-604,5-3 1,10 2 271,11-6 1,10 0-485,-2-4 1,12 0-293,1 0 0,8-1-1646,0-3 1,2-3 1080,2-6 1,5-5-2073,-1-2 1,-1 0 2495,-8 0 0,4-6 0,-4-6 0</inkml:trace>
  <inkml:trace contextRef="#ctx0" brushRef="#br0">29252 12948 8561,'-13'0'3894,"7"0"-2774,0 0-1,23 0 0,3 0-523,17 0 1,5 0-816,-1 0 0,10 0 175,-1 0 0,4-4-715,-1 0 1,-2-6-251,3 2 1,-6-2-3072,-6 2 4080,-12-3 0,-18 4 0,-6-5 0</inkml:trace>
  <inkml:trace contextRef="#ctx0" brushRef="#br0">29574 12960 7721,'-24'18'505,"-1"-2"-290,0 4 1,6 1-119,2 4 1,3-1 1542,2 1 1,4 6-770,-1 2 1,3 1 323,-3-1 0,4 3-569,5-3 0,-2-3-998,-2-1 0,3-4 287,-3-4 1,2 1-1570,2-6 1,0 1-1112,0-5-535,0 1 3300,0-6 0,-5-7 0,-2-7 0</inkml:trace>
  <inkml:trace contextRef="#ctx0" brushRef="#br0">29401 13370 13919,'12'0'1646,"1"0"-1164,-1 0 0,10 0-142,3 0 1,7 0-616,-4 0 0,6 0 230,-6 0 1,1 0-3094,-4 0 1761,-5 0 0,-8 1-530,-8 3 1,-14 3 1453,-6 6 0,-16 3 453,-5 1 0,-6 5 0,-2-2 0,3 8 0,-7 1 0,3 0 547,1-4 1,9-5-306,11 1 2580,6-6-1463,12 3 1,8-11 92,12-3 0,6-3-915,10-1 0,7 0-234,5 0 0,5-5-104,-5-3 0,2-8 24,-2 0 1,2-1-26,2 5 1,-6 0-199,-6-1 0,-5-5 0,2-1 0</inkml:trace>
  <inkml:trace contextRef="#ctx0" brushRef="#br0">29897 13581 7713,'12'6'-8,"1"0"8,-1-6 0,-4 4 0,1 0 0,-5 2 2885,4-2 0,-4-1-1312,5 5 0,-7 0-979,2 5 0,-1-1-733,1 0 182,-2 1 0,3-1-918,-5 1 1,-1-2 60,-3-3 0,2-1-1748,-2-3 2562,-3-3 0,0-1 0,-5-7 0</inkml:trace>
  <inkml:trace contextRef="#ctx0" brushRef="#br0">30145 13395 7685,'-12'0'3708,"5"-6"0,7-1-3204,8-5 1,9-1-237,3 1 0,8 0-3643,1-1 3375,5 1 0,-8-1 0,5 1 0</inkml:trace>
  <inkml:trace contextRef="#ctx0" brushRef="#br0">4851 14275 7683,'-29'0'-75,"0"0"650,0 0 182,9 6 0,15-4 240,13 7 1,17-2-469,16 1 0,6 3 21,15-3 0,2-1-537,-29-3 0,0 0 1,34-1-280,-3 1 0,-3-2 254,4-2 1,-7 0-357,-6 0 0,-7 0-762,-14 0-1305,-3 0 89,-11 0 2346,-14-6 0,-16-1 0</inkml:trace>
  <inkml:trace contextRef="#ctx0" brushRef="#br0">4950 14598 7683,'0'19'0,"0"-1"672,0-6 0,5 3-215,4-2 1,8 2 546,8-7 1,12-2-463,13-2 0,2-4-525,11-4 1,-3-9-366,-25 4 1,0-2 0,0-1 0,-1-1-87,2-1 0,-1-1 0,-2 0 0,0 0-456,25-19 1,0-1 889,-9 2 0,-2-3 0,-10-1 0</inkml:trace>
  <inkml:trace contextRef="#ctx0" brushRef="#br0">5322 14027 7683,'0'-19'0,"0"2"569,0 3 1,7 3-158,5 3 1,9 3 561,12 5 1,1 5-351,12 3 1,4 9-114,3 4 0,1 6-747,-4 2 1,-6 7 284,-3 1 0,-8 2-51,-4 6 0,-10-3-45,-6 3 1,-15 1-178,-14 3 0,-10 2 175,-16 3 0,18-27 0,-1 1-372,-4 1 0,0 0 1,-1 1-1,-1-1 194,0-2 0,0 0 1,0 2-1,0 0-43,0-2 1,0-1 0,3-1 0,1-1-1182,-23 17 1,12-9 1450,9-7 0,1-3 0,8-10 0,9-5 0</inkml:trace>
  <inkml:trace contextRef="#ctx0" brushRef="#br0">7803 14151 7683,'0'-8'529,"0"0"-35,0-1 889,0-3-509,0-1-20,0 7 0,0 6-186,0 8 1,-6 8 26,-2 5 0,-3 8-322,-1 4 0,3 7-129,1 1 0,1 2-145,-1-2 1,-2-1 75,6 6 1,0-1-229,4 5 1,0 4-100,0-1 1,4 3 53,0-3 1,2 8-103,-2 5 1,-3 0-131,4-4 0,-4 4 61,-1 1 1,0 1 96,0-6 0,0 2 362,0-10 1,1-5-108,3-3 1,7-4 12,6 0 1,5-8-59,-1-13 1,4 0 173,4-9 0,-2 2-38,6-10 0,0 0-85,4-4 0,-3-1 129,-1-4 1,-4-3 111,4-8 0,-6 0-204,2-4 1,1-1-23,-1-4 1,9-5-22,-5-3 1,5-8 17,-5-5 0,3-3-472,1-5 0,-16 24 1,0-1 168,0-2 1,-1 0 0,-1 0-1,-1 0-283,15-29 1,-18 28 0,-2-1-52,2-2 0,-1 0 0,-1-3 1,-3 0 241,-1-4 0,-1 1 1,0-1-1,-1 1-311,-4 0 0,-2-1 0,1 1 0,-2 1 361,-4 0 1,-1 1 0,0-3-1,-3 0-122,-4 2 0,-1 1 0,-2 2 0,-1 2-71,-17-25 0,-1 13-933,1 12 1370,2 5 0,3 10 0,-1 5 0,0 6 0</inkml:trace>
  <inkml:trace contextRef="#ctx0" brushRef="#br0">9341 14374 7683,'-23'-4'0,"2"0"0,-2 0 666,2 4 1,7 0 264,2 0 0,6 0-440,-2 0 1,7 1-99,1 3 1,7-2-107,9 2 1,6 1 213,11 0 0,7-1-118,14-4 1,-2 4-303,6 0 1,-4 0-45,4-4 1,-4 0-319,4 0 0,-7-1-265,-2-3 1,-1 2-598,-6-2 1,-6 1-588,-7-1 1,-13 3 264,-4-3 1465,-7 2 0,-11 8 0,-8 1 0</inkml:trace>
  <inkml:trace contextRef="#ctx0" brushRef="#br0">9527 14486 7683,'-12'12'0,"0"1"746,-1-1 1,5 6-228,0 3 1,5 2 219,-1 2 0,2 7-161,2 5 1,0 1 68,0 8 0,0 4-556,0 3 1,0 2-117,0-1 1,0-3-641,0 3 1,0-5 461,0-3 0,0-5-334,0-8 0,0-4-117,0-8-2027,0-3 2681,0-11 0,6-7 0,1-7 0</inkml:trace>
  <inkml:trace contextRef="#ctx0" brushRef="#br0">9440 15044 7683,'-12'0'2457,"5"0"0,3 0-1934,8 0 0,9 0 19,7 0 1,5 0-176,4 0 0,4 0-872,8 0 0,-1-1 392,6-3 0,-2-2-1370,2-2 0,-5-2 500,-8 6 1,-3 0-923,-5 4 1905,-11 11 0,-9 3 0,-12 10 0</inkml:trace>
  <inkml:trace contextRef="#ctx0" brushRef="#br0">9465 15429 7683,'-12'12'0,"-1"0"1529,7-5-1044,0 4 1,12-9 316,2 2 0,8-3-325,5-1 0,7 0-62,1 0 1,5-5-425,-1-4 0,3-2-396,1-1 0,0 4-1226,1-1 1,-1 2 398,0-1 1232,0 3 0,0-1 0,1-1 0</inkml:trace>
  <inkml:trace contextRef="#ctx0" brushRef="#br0">10222 15404 7683,'7'0'233,"-2"0"0,-3 0 1085,2 0-554,-3 0-361,5 0 0,-5 0-82,3 0 1,-1 0 153,5 0-280,-5 0 0,8 0-12,-3 0 1,-1 0-58,2 0 0,-5 0-105,4 0 1,-1 1-99,1 3 82,-2 3 1,-2 10-145,0-1 1,0 6 66,-4-1 0,-4 6-24,0 2 0,-4 4 68,3-4 1,-3 0 49,4-4 1,0-1-42,4-4 0,0-6 2,0-6 1,5-5-501,4 1 1,2-8 223,1-4 0,6-9-1174,3-3 0,-2-8 126,2-1 1341,-6-5 0,8 2 0,-3-5 0</inkml:trace>
  <inkml:trace contextRef="#ctx0" brushRef="#br0">10334 15242 7683,'-9'-6'2586,"1"1"-2282,5-1 0,-1 3-246,8-5 0,5 3-441,7-3 0,3 5-1092,6-1 1475,0-3 0,5 6 0,2-5 0</inkml:trace>
  <inkml:trace contextRef="#ctx0" brushRef="#br0">12170 15007 7683,'-13'0'583,"5"1"159,0 3 0,5 5-122,-1 7 1,2 5-256,2 8 0,0-2-460,0 6 0,0 2 134,0 6 0,0-8-865,0 0 0,6-5-221,2-3 71,3-6 976,2-7 0,-1-6 0,0-6 0</inkml:trace>
  <inkml:trace contextRef="#ctx0" brushRef="#br0">12120 14846 7683,'0'-18'1212,"0"4"-909,0-3 1,1-1-386,4 2 0,1 4-4,7 3 0,3 6 242,1-1 0,5 3-456,-1 1 1,3 5-597,5 4 0,-1 0 2,5 0 894,-5 2 0,2-4 0,-5 5 0</inkml:trace>
  <inkml:trace contextRef="#ctx0" brushRef="#br0">12716 14895 7595,'-6'7'0,"5"4"718,-4-3 1,0-1-238,1 2 1,-4-1-11,3 4 1,-3 2-160,4 3 0,-4-4 3,4 4 1,-2 1-173,2-2 1,3 2-139,-4-1 1,5-3-74,5 2 1,-3-2 152,7-2 0,0 1-156,8-1 0,-3-5 59,2-3 0,-2 2 26,-2-2 1,1 0-82,-1-4 0,-4 0 127,1 0-80,-7 5 0,4 2-110,-6 6 1,-7 0-616,-5 4 1,-2-2 351,-7 6 0,1-2-693,-5 2 1,1 1 66,4-6 1019,-4 1 0,10 1 0,-4 1 0</inkml:trace>
  <inkml:trace contextRef="#ctx0" brushRef="#br0">14155 15168 7683,'0'-30'692,"-5"4"-439,1-3 1,-5 8 60,0 4 0,-3 4-95,-5 0 0,2 6 119,-5 3 1,-1 14-97,-4 6 1,0 8 25,0 5 0,1 2-118,-1 7 1,6-1-1,2 0 1,7-1-154,2-3 1,5 1 126,-1-5-240,3-5 1,6-12 70,4-8 0,7-5-27,5-7 0,2-12-4,2-13 1,4-7-289,0-1 0,3 0 134,-8 3 1,4 7 110,-7 2 1,-2 8 220,2 5 0,-6 3-57,1 5 1,-6 13 147,-2 12 0,-4 11-68,5 5 1,-7 2 47,3 3 0,-3-1-12,2 0 1,-1-4-246,6 0 1,-1-5-312,4 1 1,2-9-529,3-3 0,0-5 923,4-3 0,8 2 0,-3-4 0</inkml:trace>
  <inkml:trace contextRef="#ctx0" brushRef="#br0">15383 15069 7683,'-2'12'0,"-2"1"0,3-1 0,-3 0 0,9 1 0,8-1 0,10 5 830,10-1 1,4-1-149,5-6 1,2-4 17,5-5 1,2-1-1080,3-3 1,-3-10 88,3-11 0,-5-1-1101,-3-7 0,-5 0 312,-8-4 1079,-8-1 0,-12 1 0,-8 0 0</inkml:trace>
  <inkml:trace contextRef="#ctx0" brushRef="#br0">15879 14647 7683,'-13'0'0,"-3"0"565,-1 0 1,2 3-137,7 5 0,-6 6 81,6 11 0,-5 11 7,9 5 1,0 11 58,4 6 1,0 7-562,0 1 0,0 4 180,0-3 0,0 0-228,0-1 1,4 0 75,0 0 1,-1-5-124,-7-11 1,-1-2 204,-4-3 1,-2-3-104,3-9 1,-2-3-278,2-5 1,-3-6-690,3-2-862,2-3 1660,-5-8 1,10-1-824,-3-10 1,-2-6 577,2-5 1,0-6-164,4 1 0,0-9 554,0-7 0,6-6 0,0-7 0</inkml:trace>
  <inkml:trace contextRef="#ctx0" brushRef="#br0">16053 15168 7683,'24'-5'1227,"-4"3"-587,-2-3 1,-7 10-265,-3 3 1,-3 9 496,-5 4 1,-1 3-377,-3 5 0,-3 2-146,-5 2 0,1 1-119,2-5 0,0 0-996,4-4 0,1-2 304,4-2-953,0-3 0,2-11-1113,2-3 2526,3-3 0,0-17 0,-2-5 0</inkml:trace>
  <inkml:trace contextRef="#ctx0" brushRef="#br0">16251 14920 14496,'14'0'-494,"2"0"0,0 0-2845,4 0 3339,1 0 0,4 0 0,-1 0 0</inkml:trace>
  <inkml:trace contextRef="#ctx0" brushRef="#br0">16437 15280 7683,'0'24'0,"0"-3"1102,0 0 0,2-5-453,2 5 1,-2-6 176,7 2 1,-1-9-340,4-4 0,5-2-358,-1-2 0,6-6-152,-1-2 1,4-13-160,4-4 0,-3-8-23,3 0 1,1-5-271,-1 0 1,-5 0-174,-8 9 0,-2 0 214,-2 4 1,-5 2 383,-3 2 1,-5 4-122,-7 9 1,-7 5 724,-14 12 1,-3 2-231,-5 13 1,4 4-72,0 9 0,1 6 98,-1 2 0,3 2-24,5-1 0,1 2 5,4-3 0,6 4-106,6 0 1,6-5-703,2-2 1,7-11 315,10-6 1,2-7-347,6-10 1,0-3 239,-1-10 1,3-11-778,1-9 1,4-13 161,5-4 1,1-5 566,-1-2 0,6-6 0,-21 26 1,0 1-1</inkml:trace>
  <inkml:trace contextRef="#ctx0" brushRef="#br0">17132 14461 10179,'-8'2'1569,"-1"2"0,5 8-1030,-4 9 1,4 13 385,-5 8 1,7 15-458,-2 10 1,1-32 0,0 1-292,1 1 1,0 1-1,-2 1 1,0 2-259,2 0 1,0 0 0,-3-1 0,1-1 72,2-2 0,0 0 0,-2 31-584,4-10 0,0-3 552,0-6 0,0-10-1752,0-6 1,10-11 753,2-5 1,10-11 1037,3-6 0,0 0 0,5-5 0</inkml:trace>
  <inkml:trace contextRef="#ctx0" brushRef="#br0">17603 15205 7771,'-30'31'0,"2"-5"655,-5 3 1,4 2 933,-4 2 0,0 2-651,-4-2 1,7-3 237,5-5 1,7-6-1203,10-2 0,3-3 48,10-2 0,3-5-657,8-3 1,5-4 502,8-4 1,3-4-95,5-9 0,-4-3 155,0-9 0,2 1-676,6-5 0,-2-4 132,2-5 1,2-3-179,-2 4 0,0-6 705,-3 1 1,-1-2-58,0-2 0,-5 1 216,-3-1 0,-5-1-85,-3-3 1,-4 4 80,-9-4 0,-3 14 353,-5 7 1,-1 16 422,-3 9 0,-4 8 315,-9 8 1,3 7-524,-2 14 1,-2 8 286,1 9 1,-3 2-430,3 2 1,1-1 219,3 1 0,-3 1-283,-1 3 1,1 1-343,3 3 1,6 2-545,3-2 0,3-1-684,1 1 0,9-2-1649,4 2 0,7-4 370,1-9 2419,3 3 0,3-10 0,3 2 0,4-2 0,-1 2 0</inkml:trace>
  <inkml:trace contextRef="#ctx0" brushRef="#br0">18484 15577 16294,'-8'0'2002,"-1"0"0,5 0-5496,-4 0 1568,0 0 1,-3-5 1925,2-3 0,-2-3 0,5-2 0</inkml:trace>
  <inkml:trace contextRef="#ctx0" brushRef="#br0">19687 15429 7718,'-1'-24'1210,"-3"3"0,2 4-520,-2 4 0,-3 1-262,-1-1 1,1 1 231,-1-1 1,0 5-260,-5 0 1,1 5 17,-1-1 0,1 4-36,0 4 1,-5 9-6,1 7 0,-2 5-11,1 4 1,2 8-158,-6 9 1,6-4-107,-1 0 0,3-4 107,5 0 0,2-7-417,6-2 1,2-5 195,2-8 1,4-5-1116,9-11 1,3-11 144,9-5 1,-2-12-252,1-5 0,-1 1 736,-3-1 0,1 2 185,0-3 1,-6 4 509,-2 5 1,-3 6-213,-2 2 1,-4 9 165,1 4-204,-7 3 1,4 8 944,-6 5 0,0 2-399,0 6 1,-4 1 535,0 4 0,0-4-635,4-1 0,0-3-1,0 3-1927,0-4 1,1 2 258,3-6-1357,3 0 2629,5 1 0,1-1 0,-1 1 0</inkml:trace>
  <inkml:trace contextRef="#ctx0" brushRef="#br0">20059 15391 7718,'-8'2'2337,"0"2"-1023,5-3-248,-8 10 1,6-4-294,-4 6 0,4-1 5,5 0 0,0 2-931,0 3 1,0-4 130,0 4 0,0-3-891,0-2 0,0 1 637,0-1 1,5-5-525,4-3 1,-1-4 257,4-4 1,-2-4-18,7-9 1,-4 2 342,0-6 0,-1 6 322,1-1 1,-1 2 59,0 1 0,1 2-222,-1 3 1705,1 3-1187,-1 5 0,-4 0 393,0 0 0,-5 9-316,1 4 1,-2 2-107,-2-3 0,-2 5-573,-2-1 0,3 1-548,-3-5 1,2 2-263,2 2 0,0-2 540,0 3 0,4-8 410,1 0 0,4-1 0,-2 4 0</inkml:trace>
  <inkml:trace contextRef="#ctx0" brushRef="#br0">20829 15342 7718,'-6'-7'918,"-1"-3"214,-5 6 0,-2 0 51,-3 4 1,4 0-594,-4 0 0,3 7 294,2 5 1,-5 6-378,1 7 1,-5 5-61,5 3 0,-1 5-112,5 3 1,5-3-20,3 4 1,2-9-348,2-4 1,6-9-262,2-3 0,5-9-449,3-4 0,3-12 472,6-4 1,0-10-1197,0-3 0,0-1 652,-1-7 1,0 0 52,-3-5 0,2 0 302,-2-4 0,2-2-174,2-5 1,-4-6-30,-1-3 1,-5-4 441,2-4 1,-3-1 415,-2 1 0,-5 8-198,-3 17 0,-2 7 1664,-2 13-929,0 3 647,0 11 1,-2 7-584,-2 8 0,3 3-183,-4 2 0,0 5 277,1 2 0,-4 9-113,3 4 1,0 3-169,1 1 1,1 5-238,-5-1 0,4 6-479,-5-2 1,1 9-81,-4 4 1,-1-3-1163,1-1 0,4-3 841,-1-1 1,7-6-747,-3-3 0,4-13-1507,1-8-466,0-5 3225,6-8 0,-5-1 0,4-6 0</inkml:trace>
  <inkml:trace contextRef="#ctx0" brushRef="#br0">22354 15404 7718,'-9'-25'354,"-4"0"0,4 2 529,-8 2 1,-1 4 146,2 9 0,-6 3-467,1 5 0,-7 7 253,0 5 0,-1 7-328,4 10 0,1 8 258,4 9 1,-2 2-316,5 2 0,2-5-261,7 1 1,-2-6-218,6 1 1,1-5-363,7-7 0,5-7-527,7-14 0,5-5 581,8-11 1,-3-3-884,3-14 0,1 3 518,-1-7 0,-4-2 207,-4 2 1,-2-5 191,2 1 1,-4 3 376,-4 1 0,3 3-46,1 1 0,-5 1-26,-3 4 1,-5 7 579,4 9-435,-5 3 0,2 10 550,-5 4 1,0 9-322,0 3 1,-1 1 367,-3 7 1,2-1-268,-2 1 1,-1 1-742,1-5 1,-1 4-461,5-4 0,0 0-837,0-4 1,6-6 336,2-2 0,5-4 1242,3 0 0,-2-6 0,4-2 0</inkml:trace>
  <inkml:trace contextRef="#ctx0" brushRef="#br0">22106 15763 7718,'-12'0'0,"0"0"0,3 0 717,1 0-368,0 0 0,-5 0 947,1 0-465,0 0 1,1-1-338,2-3 1,4-3 22,5-5 1,0-2-161,0-3 0,11-3 46,5-9 0,6-3-97,3-5 1,5 0-16,4-1 1,1 7-42,3 2 0,-1 0-56,0 4 0,-1-1-98,-3 9 0,-3 1-130,-5 3 1,3 2-145,-4 3 1,-1 2 145,-11 6 0,-4 0-226,0 0 0,-5 2 149,1 2 1,-2 4-32,-2 9 1,-6 9 67,-2 11 0,-4 6 98,-5 7 0,3 5 172,-2 3 1,-2 4-305,1 4 0,7-31 0,0 0 261,1 0 0,1 0 1,-7 33 27,7-19 1,-2-3 24,6-13 0,1-10-98,7-10 1,4-8-217,9-9 1,2-4 89,6-9 0,0-7-234,0-10 0,-2-1-1029,-2-3 1,1-3 620,-6 0 1,1-5-1180,-5 5 1,-5 0 275,-3 3 1561,-2 1 0,-2-3 0,0 0 0,-3 0 0,-5-4 0,-6-3 0</inkml:trace>
  <inkml:trace contextRef="#ctx0" brushRef="#br0">22342 15168 8984,'-7'0'2765,"3"0"-1895,8 0 1,4-4-3,9 0 0,1-2-1095,3 2 0,2-1 182,-2-4 0,2 0-564,2 5 1,0-5 478,0 5 1,-5 0-3455,1 4 3584,-6 6 0,9 6 0,-5 7 0</inkml:trace>
  <inkml:trace contextRef="#ctx0" brushRef="#br0">23136 15367 8879,'-12'0'2707,"-1"0"0,1 1-2022,-1 3 1,1 3 206,0 5 0,-5 6-382,1 3 1,-7 2-384,3 2 1,2 4 36,1 0 0,-1 4-449,2-4 1,1 3 54,6-7 1,4 1-79,5-10 0,0 1-374,0-5 1,5 1 269,4-1 0,3-4-71,5 1 0,1-1 102,2 4 0,4-4 404,-4 1 0,2-5-73,-1 4 1,1-4 79,-5 5 1,3-5 182,-3 4 0,-5-5 552,-3 1-423,-7 3-194,4 0 0,-16 5-801,-2 0 0,-9 1 344,0-1 0,-2 1-1048,-2-1 0,0-1 607,1-3 1,-1-2-762,0-6 1511,-5 0 0,3-6 0,-3-1 0</inkml:trace>
  <inkml:trace contextRef="#ctx0" brushRef="#br0">24749 15652 7718,'0'-44'-277,"-4"5"231,-1 6 0,-4 5 1071,1 0 1,-8 12-250,0 8 1,-10 5-55,1 3-1,-3 7-170,3 6 1,1 6 29,-1 10 1,6 4-244,2 8 0,-1 3-127,2 6 0,3-5 316,5 1 0,5-7-140,-1-2 1,4-3-500,4-9 0,9-8-9,7-13 1,5-4-66,4-4 1,3-13-550,5-8 0,4-9 402,1-3 0,-2-1-255,-7-3 1,5 2 188,-5 2 1,0 11 66,-8 5 0,-6 12 105,-2 5 0,-3 9 236,-2 7 1,-5 13 219,-3 12 0,-4 2 281,-4 7 1,-1-2-115,-4 1 0,0-4-192,5-7 1,-1-4-1301,5-5 0,3-6 579,5-3 0,1-9-2272,7-7 2789,4-5 0,-1-19 0,6-2 0</inkml:trace>
  <inkml:trace contextRef="#ctx0" brushRef="#br0">25245 15540 7718,'-7'14'118,"3"2"0,3-2 496,1 3 1,-5 1 791,1-2 0,0 6 436,4-1 1,0 2-964,0 2 1,0 0-566,0 0 1,0 0-117,0-1 1,0 0-1066,0-4 1,0-2 592,0-5 0,6-6-377,2-3 0,3-10 264,1-6 0,6-7-352,3-10 1,-2-2 176,2-2 1,0-1 170,3 5 1,-3 0 491,0 4 0,-2 6-144,2 2 1,-3 9 453,-6 4 0,0 3-244,1 1 0,-2 6 364,-3 7 1,-2 6-106,-6 10 1,0 3 8,0 5 0,0 0-341,0 0 0,0 1 131,0-1 1,0-4-1531,0 0 0,0-5 196,0 0 1109,0-1 0,0-3 0,0 1 0</inkml:trace>
  <inkml:trace contextRef="#ctx0" brushRef="#br0">26672 15590 7718,'1'-32'361,"3"3"0,-1 13 142,5 3 0,-1 12 390,1 5 1,2 11 500,-6 18 1,0 6-668,-4 10 0,0 5 387,0 0 1,0 4-699,0-5 1,0 1-101,0-4 1,0-7-119,0-6 1,6-8-231,2-13 1,10-6-206,7-14 1,5-10-289,7-11 0,5-11-344,-1-9 1,0-5 170,-4-4 1,-1-1 310,-3-3 0,-4 3-77,-8 6 1,-3 3 47,-6 1 0,-5 8 264,-3 4-47,-2 8 1,-4 25-25,-2 8 0,1 11 24,-5 14 1,4 2-13,-4 10 0,4 1 1512,-5 3 0,3-5-535,-3-2 1,0-4-416,4 0 1,1-5-2102,4 0 1,0-11-14,0-2-387,0-10 2150,6-4 0,1-23 0,5-4 0</inkml:trace>
  <inkml:trace contextRef="#ctx0" brushRef="#br0">27453 15404 7718,'-8'5'377,"0"3"1,3 4 558,-3 0 0,5-2 492,-1 2 1,3-1-707,1 10 0,0-3 483,0 6 0,0 0-567,0 9 0,0 7 396,0 9 1,-4 8-670,0 9 0,-3-29 1,0 2-459,1 4 0,-1 1 0,-3 5 0,-2 2-10,0 7 1,0 0 0,-1 0 0,1 1-656,-3 3 0,1 0 0,1-3 0,1-1-67,2-3 1,-1-2 0,1-6 0,0-2 305,3-4 0,1-3 1,-3 15-574,9-15 1,5-20 474,3-10 1,3-8-638,2-8 1,3-3 606,1-14 1,4-4-738,-5-13 1384,6-2 0,-3-11 0,6-1 0</inkml:trace>
  <inkml:trace contextRef="#ctx0" brushRef="#br0">27465 15652 7718,'7'-13'1000,"4"1"1,-4 0-431,6-1 1,-1 1 426,1-1 0,3 5-433,1 0 0,9 4-202,-1-5 0,2 7-122,-2-2 1,-6 8-173,-2 4 0,-9 10-43,-4 7 0,-9 6-131,-8 11 0,-12 9-150,8-21 0,-3 2 0,-1 1 0,0 1-86,-4 3 1,0 1 0,0-1-1,0 0-310,0 0 0,1 0 1,1-2-1,2-2 149,0-2 0,0 0 1,-13 21-635,9-14 0,8-16 162,34-44 975,-2-7 0,14-17 0,-3 1 0</inkml:trace>
  <inkml:trace contextRef="#ctx0" brushRef="#br0">27825 15652 7718,'7'12'0,"-1"2"939,-6 2 0,0 5-51,0 8 1,0 8 186,0 9 1,-6 14-535,2-25 1,0 1 0,-1 1 0,-1 0-602,0 4 0,-1 1 0,1 0 0,0 1 500,0 4 1,0 1 0,-3 0 0,0 1-194,-1 4 1,-1 1-1,0-3 1,-1-1-277,-1 0 0,1-1 0,-1-2 0,1 0 48,-1-3 0,1-1 0,2-5 0,1-1-728,0 0 1,1-3 0,-5 13 21,0-14 254,6-17 1,2-23-1119,5-13 1,1-15 727,3-10 0,7-12 19,6-9 0,-4 28 0,0-1 212,-1-8 0,1-1 1,1 0-1,1 1 330,-1-5 1,1 0-1,-2-1 1,0 0 261,1-1 0,1 1 0,-2-1 0,0 0 0,-1-2 0,1 1 0,-1 6 0,1 3 121,-1-1 0,0 3 0,0 7 0,1 5 808,12-14 0,-6 12-435,-2 17 0,1 6-205,-2 11 1,1 0 1085,-5 0 0,1 0-622,-1 0 0,5 6 83,-1 2 1,1 3 280,-5 1 1,1 6-596,-1 3 0,-5 4-16,-3 4 1,-12 7-142,-5 5 1,-11 7-842,-1 2 1,-7-1 118,3 5 0,-4-3-327,4-1 1,-4-1 451,4 1 0,3-9-4343,9-8 3362,6-13 0,18-29 476,6-15 1,10-15 276,10-19 1,3 0 321,-18 25 1,1 0 0,0 2 0,-1 0 137,20-27 0,-3 4 0,-2 9 0,-2 9 0,-6 11 0,-6 7 0,-3 10 0,-7 5 840,-5 12 1,1 4-353,-1 12 1,1 0 1640,-5 0 0,0 0-759,0-1 1,5-3 86,3 0 1,3-7-1375,2-2 0,-1-5-17,1-7 1,5-2-900,2-2 0,2-4 556,-1-8 1,2-8-121,-2-5 1,-3-1 246,-1 1 1,-5 3-1123,-4-3 1,-2 3 514,-6 1 0,-6 4 480,-2 0 1,-4 12 636,-5 1 1,-2 8-280,-6 8 0,-1 7 737,-3 14 0,4 4-413,0 8 1,2-1 1016,6 6 1,-4-1-494,5 5 1,-1-1-318,5 1 1,5-7-461,3-6 1,4-8-344,4-13 1,4-5-305,9-11 0,2-8 402,6-8 0,0-6-1749,0-16 1,4 4 941,0-7 1,4-2-2009,-4 2 2151,0-1 1,-1 0 0,1-3-34,-1 1 0,-3 3 838,-5 8-117,4 8 1,-10 4 1067,2 9 0,-8 9-365,-3 16-1,-4 5 1,-1 11 0,-1 2 760,-4 5 1,3 0-180,-7 9 0,1 1-592,-4 3 0,-1-4-148,1-4 0,0-3-119,-1 0 1,5-7-139,0-2 0,1-8 180,-2-4-187,4-9 0,6-8-477,3-8 1,9-10 225,8-7 0,2-6-867,2-6 0,5-1 5,3-4 0,3 5-426,1 0 1,0 1 306,1 7 1,-1-4-1574,0 4 2594,0 0 0,-1 9 0,-3-1 0,-4-1 0,-3-2 0,-1 0 0</inkml:trace>
  <inkml:trace contextRef="#ctx0" brushRef="#br0">29388 15540 7718,'38'-18'1693,"-5"6"-1181,0-1 0,-2 7 266,2 6 0,-4 11-173,-8 5 1,-8 13 40,-9 8 1,-3 6-156,-1 7 0,-11 5-260,-6 3 1,-5 1-116,-2-1-51,-1 2 1,-3-9 0,2 2-765,3-6 1,6-10 107,1-8 101,7-9 1,5-4-359,8-12 1,10-11-64,11-14 702,11-8 1,8-1 0,7-2 218,3 7 1,-3 3 722,2 10-642,-7-3 1,-5 13 0,-9 0 251,-7 4 1,-12 9 140,-8 6 0,-5 5-44,-5-1 0,-7 2-84,-9 2 0,-2-2-194,-2-2 1,-5 2-50,-3-2 1,2-3-63,2-2 1,-1-3-632,1-5 1,0-2 316,4-6 1,6-2-1003,3-2 1,3-4 549,5-9 0,2-2-385,6-6 0,3-1 616,5-3 0,12-1 484,13-3 0,8-9 0,3 4 0</inkml:trace>
  <inkml:trace contextRef="#ctx0" brushRef="#br0">30033 15900 7718,'13'12'0,"-5"2"0,0 3 0,-5-1 1190,1 9 0,-8-2-175,-4 10 1,-5 0 97,-3 5 0,-3-1-667,-6 0 0,5-7 157,4-5-919,8 0 324,2-11 0,17-7-65,6-11 0,5-12 150,3-4 0,4-9-867,-1-4 0,1 2 56,-4 2 1,-1-1-190,-4 1 1,1 2 497,-9 6 1,2 3 220,-10 6 1,0 3 527,-4 1 1,-6 5-258,-7-1 1,-1 10 104,-6 6 0,-1 2-145,-4 7 1,6-2 275,2 2 0,5 1-459,4-6 0,-2 2-1247,6-1 762,0-4 1,5 4-531,3-9 0,7-2 1155,6-6 0,5-11 0,-3-3 0,6-11 0</inkml:trace>
  <inkml:trace contextRef="#ctx0" brushRef="#br0">30406 15863 7718,'12'-13'1317,"0"2"-864,1 3 1,-6 4 319,-3 8 1,-3 4-326,-1 9 0,-5 3 287,-4 9 0,-3 3-269,-5 5 1,4 0-101,-4 1 0,-1-3 11,2-1-500,5-4 0,1-3 0,6-2-1153,1-5 942,2-5 12,12-8 0,-2-3 1,13-10-436,5-6 0,-1-8-518,7-8 893,-6-4 1,7 0 0,-8 2 148,-3 0 1,-6 7 22,-1-1 699,-2 7 1,-6 5 102,1 8 0,-12 8-196,-1 4 44,-6 9 0,-2 6 0,-2 6 503,-3-2 0,4 4-380,-4-2 1,3 0-172,2-5 1,4 1-925,-1 0 0,7-6-98,-3-2 1,4-3-472,1-2 1,1-1 394,4-3 1,1-2-1200,7-6 1905,-1 0 0,6-6 0,1-1 0</inkml:trace>
  <inkml:trace contextRef="#ctx0" brushRef="#br0">30889 16049 8144,'7'-6'4930,"-1"5"-3365,-6-5-1112,-6 6 1,-1 6 242,-5 2 1,0 3-319,-1 1 1,1 2-205,-1 3 1,5-2-375,0 6 1,5-6-474,-1 1 0,3-2-205,1-2 1,6-5 428,7-3 0,5-4-489,7-4 0,-2-3 391,-2-5 0,2-4 294,-2-1 0,-3-4 85,-2 5 395,4-1 8,-7 10 58,0 2 1,-8 10 470,-5 4 0,0 6-363,0 1 0,-4 5 188,0-4 0,0 3-233,4-3 1,0-5-323,0-4-1,0-5 0,1 3 0,3-6-29,5 0 0,3-11-746,5-6 1,3-6 412,9-6 1,-1-3-660,5-5 0,5-10 343,8-3 1,-21 19 0,0-2 263,2-2 1,-1-1 0,-1 0 0,0-1 159,0-2 1,0 0 0,-2 3-1,0 1 266,-3 2 1,-2 0 0,11-23 627,-13 6 64,-8 17 0,-3 17 19,-10 16 1,-2 6-372,-5 11 0,-6 6 903,-3 6 1,2 11-588,-1 2 1,-1 5 444,-4 2 0,2 5-768,2 0 1,2 4 85,2-5 0,7 7-1017,-2-3 1,4-1-1251,-1-3 1,4-5 1430,5-6 0,7-2-784,5-11 1,1-2 1155,3-6 0,-1-2 0,-1-5 0,-1-2 0,-4-2 0</inkml:trace>
  <inkml:trace contextRef="#ctx0" brushRef="#br0">21201 17363 7625,'-6'-12'279,"-2"-1"1,-3-2 189,-1 3 1,-5-3-112,0 6 0,-3 4 363,3 1 0,-5 4-277,2 4 1,2 8 120,1 9 0,3 9-190,2 8 1,-1 4 5,1 8 1,5-2-211,3-2 0,3 0-178,1-4 0,1-8-356,3-9 1,9-7 308,7-10 0,4-5-515,1-11 1,5-7 322,3-14 1,-1-3-499,1-5 1,-6-6 217,2-2 0,-8 3 234,-5 5 0,-3 0 111,-5 4 0,-2 2 0,-6 2 0,-9 10 191,-7 7 0,-6 5-92,-15 7 1,2 7 100,-6 5 1,8 6-25,4 7 0,4 0-292,4-1 1,9 1-146,8 0 0,9-4-178,8-1 0,7-4 620,13 0 0,0-8 0,9-3 0,1-4 0,-2-1 0,4 0 0,-3 0 0,-1-6 138,-4-2 1,-1 1-115,-3-1 1,-2 1 630,-7-1 1,1-5-256,0 1 1,-2 0-111,-2-5 0,2-2-318,-2-2 0,3-6-568,0-2 1,0-6-342,-3 2 937,-4-3 0,1-6 0,2-3 0</inkml:trace>
  <inkml:trace contextRef="#ctx0" brushRef="#br0">21697 17016 7625,'-32'6'649,"3"2"0,5 7-218,3 1 0,0 12 274,9 1 1,-2 7-260,10 5 1,0 5-202,4 7 0,0 0-335,0 5 1,5-5 506,4 5 1,0 4-155,-1 4 0,2-1-221,-6-7 0,0 3-37,-4-3 1,0 1-285,0-1 1,-5-5-123,-3-7 1,-3-9 298,-2-8 1,-1-4-466,-2-4 0,2-5 236,-3-8 0,2-2-212,-1-6 0,-4 0-36,-4 0 0,0-10-130,4-2 1,-4-9 31,3 0 677,-7-7 0,1-4 0,-3-5 0</inkml:trace>
  <inkml:trace contextRef="#ctx0" brushRef="#br0">22838 17351 7625,'4'-35'812,"1"6"0,0 1-310,-1 7 1,-2 7 190,2 2-421,-3 8 0,-6 5 136,-4 11 0,-3 8-192,-5 9 1,-2 2-28,-6 6 0,-4 6 12,0 3 0,0 3-230,5 5 0,-1-3 218,0 3 1,6-9 11,2-3 0,9-9 0,4-4 0,5-10-12,7-7 0,6-6-133,11-10 0,5-2-541,3-2 0,-2-2-1074,-2 6 0,-3 0 1184,-1 4 0,-2 5 430,-2 4 0,-5 9 129,-7 6 1,-4 7-114,-5 6 1,-1 6 386,-3 2 0,-7-1-280,-6 2 1,0-6-207,5 1 1,1 0-252,3-3 1,-2-4-541,6-9 0,1-6-597,7-2 0,3-5 1416,6-4 0,5-8 0,1-7 0</inkml:trace>
  <inkml:trace contextRef="#ctx0" brushRef="#br0">23272 17450 7625,'0'7'906,"3"3"-108,6-6 1,6 4-308,14-4 1,9 2 81,12-2 1,6-3-445,11 3 0,-7-2-649,6-2 1,-16-6-16,0-2 1,-10-3 390,-7-1 0,-4-1-1191,-9 1 1,-3-1 1334,-9 1 0,-8-6 0,-7-1 0</inkml:trace>
  <inkml:trace contextRef="#ctx0" brushRef="#br0">23694 17400 8269,'-18'38'322,"3"0"155,-5 4 0,8-2-137,0 5 1,4 1 562,0 3 1,-3 6-841,2 3 0,4 1 621,1-1 0,-2-3-658,2-5 1,-2-2-491,2-2 0,3-9-660,-3-8 0,2-8 447,2-5 93,0-2 1,0-9 175,0-5 0,0-5-454,0-8 0,-1 1 778,-3 0 1,-4-1 83,-9 1 0,2-1 0,-6 1 0,2-3 0,-2 2 0,-2-2 50,2 7 0,3 3-214,2 0 508,7 4 0,4 7-157,5 2 0,1 3 47,3 1 0,7-1 20,6-2 1,4 2-84,-5-3 0,5-3 18,-5-1 1,5 2 79,-4-2 0,3 0-274,-3-4 0,4 0 55,-5 0 1,5 0-633,-5 0 0,1-1 330,-5-3 1,2 1-693,3-5 944,-4-1 0,11-3 0,-5 0 0</inkml:trace>
  <inkml:trace contextRef="#ctx0" brushRef="#br0">23483 17946 7158,'-12'-7'-1053,"0"-4"1956,-1 3 1,1 1-340,-1-1 1,5 5 120,0-1 0,6 3-256,2 1 0,6 0 224,6 0 0,12 0-261,5 0 1,7 0 135,5 0 0,3 0-317,6 0 1,-1-5-386,1 1 0,-2-5-661,-2 0 1,0-2 587,-4-1 1,-2 0-462,-7-1 1,-4 1 274,-8-1 0,-4 5-2224,-4 0 2657,-6 5 0,-7-8 0,-7 4 0</inkml:trace>
  <inkml:trace contextRef="#ctx0" brushRef="#br0">23632 18207 7625,'-12'0'399,"-1"0"16,1 0 1,1-2 281,3-2 713,2 3-952,6-10 1,2 9 158,2-2 0,4 3-249,9 1 1,-2-2-66,5-2 0,5 3-339,4-3 1,4-3 82,-4-1 0,6 1-862,-2-2 0,3 0 531,1-8 0,4 4-1693,0-4 1,1-2 1976,-5-2 0,0-2 0,0-2 0</inkml:trace>
  <inkml:trace contextRef="#ctx0" brushRef="#br0">24128 18120 7625,'13'0'1021,"-5"0"-648,0 0 1,-3 0 414,3 0-199,0 0 1048,4 0-1141,1 0 0,-6 5-132,-3 4 1,-3 2-412,-1 1 0,0 0-805,0 1-1720,0-1 1615,-5 1-341,3-1 0,-3-6 1298,5-6 0,-6-11 0,-1-9 0</inkml:trace>
  <inkml:trace contextRef="#ctx0" brushRef="#br0">24240 17859 10425,'13'0'1324,"-1"0"0,0 0-934,1 0 0,5-1-1396,2-3 0,4-3 659,1-5 1,4-2 346,-1-3 0,7-2 0,-3-6 0</inkml:trace>
  <inkml:trace contextRef="#ctx0" brushRef="#br0">24960 17500 7625,'-13'7'873,"6"-2"0,3-6-430,8-3 0,5-3 265,7-6 0,3-3-211,6-1 0,0 1-27,0 3 1,-6 2-299,-2 3 0,-4 4 29,0 8 0,-6 8-384,-3 9 1,-3 8 179,-1 4 1,-9 7-204,-4 1 1,-7 6 28,-1-1 1,3-5-165,1-4 1,9-5 112,4-7 1,3-6-83,1-2 1,5-8 271,3 0 0,8-5-38,0 4 0,1 4 126,-5 5 1,0 5-76,1-1 0,-5 8 425,0 4 0,-5 2-140,1 3 0,-2-3-70,-2-1 1,0 0-364,0-5 1,0 3-982,0-8-1532,0 4 1232,0-14 429,0-2 1025,0-12 0,0-12 0,0-8 0</inkml:trace>
  <inkml:trace contextRef="#ctx0" brushRef="#br0">25754 18430 7603,'0'-7'342,"0"-4"-929,0 4 750,0 0 0,0 3 253,0 8 1,-5 3-209,1 5 0,-1 2 452,1 3 0,2-3-261,-2 2 0,3-1-2,1 2 1,1-8-96,3 4 1,3-5-1233,6 0 387,-1 3 0,0-9-401,1 2 1,-5-4 445,0-4 1,-5 1 497,1-5 0,-2-6 0,-2-5 0</inkml:trace>
  <inkml:trace contextRef="#ctx0" brushRef="#br0">25654 18083 9811,'0'7'3307,"7"4"-2752,6-3 1,0-3-409,8-1 1,0 2-577,4-2 0,5 0-692,3-4 1,3 0 296,1 0 1,4-4 823,1 0 0,-1-11 0,-4 1 0</inkml:trace>
  <inkml:trace contextRef="#ctx0" brushRef="#br0">26324 18157 7603,'-8'0'1649,"0"0"-1337,-1 0 1,-3 1 500,0 4 1,-1 1-310,1 7 0,-6 6 172,-3 6 1,-2 7-171,-2 9 1,6 4 11,2 9 0,5-3-537,3 3 0,5-10 62,8-7 0,5-6-223,7-11 0,5-7 171,8-9 1,-3-3-663,3-1 0,-3-10 341,-1-2 1,-2-7-665,-2 2 0,-3-3 378,-6 3 0,-5-4-951,-3 5 1,2-5 1566,-2 5 0,-5-6 0,-6 2 0</inkml:trace>
  <inkml:trace contextRef="#ctx0" brushRef="#br0">26151 18355 7603,'-6'7'0,"3"0"344,-5-3 1,5-1 534,-1 5 1,4-5-243,4 1 1,9-2 229,7-2 0,8 0-96,1 0 1,5-2-343,-1-2 1,7-3-892,2-5 1,3-5 357,-3 1 1,3-5-757,-4 5 1,-5-6-217,-7 1 1,-3-1 1075,-1 1 0,-6-8 0,-1 3 0</inkml:trace>
  <inkml:trace contextRef="#ctx0" brushRef="#br0">27031 17983 9803,'9'0'413,"-1"0"1,4 0-511,5 0 0,3-1-181,-3-3 1,9 1-5,-1-5 1,3 0 96,-4-5 0,5 1 460,0-1 1,2-3-147,-2-1 1,-3-3-448,3 3 0,-7 1-244,-2 3 1,-9 1-342,2-1 1,-10 2 902,-3 3 0,-6 3 0,-12-1 0,-1-1 0</inkml:trace>
  <inkml:trace contextRef="#ctx0" brushRef="#br0">27329 17810 7603,'-12'18'-1155,"-2"-2"866,-3 9 0,5-3 1616,-1 7 1,1 4-304,4 4 0,1 6-126,-1 7 0,4-1-512,-5 1 1,6-5-52,-1 1 1,3-8-1055,1 0 0,0-4 498,0-9 1,0 1-215,0-9 0,0 3 351,0-3 1,-6-1-2342,-2-3 2425,-8-6 0,-4-2 0,-4-5 0</inkml:trace>
  <inkml:trace contextRef="#ctx0" brushRef="#br0">26982 18554 7603,'-7'5'820,"3"4"0,2-2 178,2 1-556,0 0 0,6-1 86,2-3 1,10-2 311,7-2 1,11-3-267,9-6 0,5-4-228,3-12 0,4 0-1097,5 0 0,-29 11 0,0-1 547,0 1 0,0-1 0,28-14-663,-7 5 0,-5 0 297,-3 4 570,-3 2 0,-12 5 0,0 1 0</inkml:trace>
  <inkml:trace contextRef="#ctx0" brushRef="#br0">27962 18281 7603,'-9'-1'0,"1"-3"0,0-3 0,-5-6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2977 1178 7603,'-25'-18'0,"6"5"371,3-4 1,6 7-246,2 2 809,5 5 1,-8-2-411,3 5 1,-9 4-93,-4 0 1,2 6-96,-2-2 1,-3 7-78,-5 2 1,-6 6-234,2 2 0,1 1 84,-1 7 0,6 4 76,-2 5 0,3 5 60,1-2 0,7-2-221,6-2 1,5-6-283,7-2 230,5-6 0,8 2 0,7-8-86,4-5 75,6-2 0,-2-1 71,5-1 1,4-1 3,4-3 1,-4 2 73,-3-6 0,-11 6 269,2-2-237,-3 3 1,-8 3 76,-6 2 1,-8 4-42,-8 4 1,-6 3-1,-11 1 18,0 6 0,-4-3-284,0 2 1,0-9-21,5 1 1,0-10-48,3-3 0,4-6-1168,4-11 0,6-3 625,3-8 0,3-9-1196,1-8 0,1-3 1891,3-1 0,9-6 0,6-1 0</inkml:trace>
  <inkml:trace contextRef="#ctx0" brushRef="#br0">3064 1662 7603,'6'12'0,"-4"6"1406,7 3-504,-7 2 1,8 4 298,-6 1 1,2 4-476,-2 5-25,-3 1 0,10-1-211,-2 0 1,2-7-481,1-5 1,6-11 36,3-10 1,8-5-686,4-8 0,7-11 169,1-18 0,0 0 0,-5-8 399,-3 0 1,-4 1-856,-8 0 1,-9 11-229,-8 0 795,-8 12 0,-14 5 99,-11 4 1,-11 2 0,-6 3 139,-7 4 1,1 2 76,-6 2-41,5 6 0,-2 1-193,6 5 0,6 1 1,6-1-7,6 0 1,9 2 281,2 3 0,5 2 0,-3 6 0</inkml:trace>
  <inkml:trace contextRef="#ctx0" brushRef="#br0">5260 1215 7603,'-7'-6'1355,"1"-5"1,9 5-623,6-2 1,7-2 263,17 6 0,7-6-548,14 2 1,4 1-224,8-1 0,-3 5-688,3-1 1,-1 3 400,-7 1-36,-5 5 0,-19-1-47,-5 9 1,-2-2 189,-10 9 0,-6 2-194,-7 7 1,-4 9 89,-4 7 8,-3 9 1,-11 12-142,8-29 0,0 0 0,-2 2 0,0 1 201,0-1 0,-1 0 1,1-1-1,0 0 1,0 1-1,0 1-121,1-2 1,1 0 0,-6 24-116,8-9 1,2-14-163,6-14 1,1-7-593,4-10 0,1-4 348,7-8 1,-1-3-215,1-5 1,-6-6 845,-3-3 0,-3-2 0,-1-2 0</inkml:trace>
  <inkml:trace contextRef="#ctx0" brushRef="#br0">5483 1699 7603,'6'-12'3049,"2"1"-2239,8 2 0,5 0 363,8 5 1,4-5-585,9 5 1,-2-4-951,5 4 0,-1-4 304,2 3 1,-5 1-1621,-8 4 1,-10 6 432,-10 2 0,-9 13-1147,-12 4 2391,-6 8 0,-22-2 0,-2 7 0</inkml:trace>
  <inkml:trace contextRef="#ctx0" brushRef="#br0">5421 2096 7603,'-12'12'1719,"5"1"423,3-1-1615,2-5 0,13-1-1,6-6 1,6 0-1,8-2-55,6-2 0,6-8-382,6-9 1,8-2-375,5-2 1,1 0-253,-28 12 1,0 1 0,0 2 0,-1 1 536,2 0 0,-1 1 0,32-5 0,-5 0 0</inkml:trace>
  <inkml:trace contextRef="#ctx0" brushRef="#br0">8225 1935 7603,'-9'-24'0,"1"4"0,4 0 793,-4 4 0,0 2-323,-5-2 0,-1 2 757,-2 1-866,2 1 0,-8 5 0,4 3 104,-1 3 0,2 7 5,-3 7 1,4 10 156,0 10-476,-3 9 0,6-2 46,1 5 1,1-1-164,7 2 0,-1-5-460,5-8 434,0-3 0,6-12-302,2-5 1,9-6-472,3-7 1,9-16 483,4-4 0,2-16 1,-1-3-227,-1-3 1,-1-2 148,1-2 0,-4 7 160,-8 6 1,0 7 413,-9 1-244,3 6 0,-14 15 603,4 8 1,-4 9-360,-1 11 1,0 11 230,0 2 0,-4 3-169,0-3 0,0-1-557,4-3 1,4 2-69,0-7 1,10 0-241,-2-7 1,13-3-1136,0-6 1,8-5 1721,0-3 0,8-8 0,3-3 0</inkml:trace>
  <inkml:trace contextRef="#ctx0" brushRef="#br0">8709 1848 7603,'0'-37'660,"0"5"78,0 3 1,0 8 179,0 5-491,0 8 0,4 13-186,0 12 1,0 10-1,-4 5-42,0 0 1,0 3-120,0-1 0,1-4-137,3-1 0,-2 1-206,2-1 0,2-6 229,-2-6 0,4-3-160,-4-2 1,6-5 90,-2-3 1,4-5-86,5-7 1,-2-2 0,7-9 222,4 1 0,-2 3-30,1 6 0,-1 4 67,-3 5 1,-2 7-17,2 5 27,-6 6 0,2 11 151,-9 0 0,2 0-80,-6-4 0,5-1-539,0 1 1,-2-4-915,1 0 1085,0-6 0,0-2-1083,1-4 1,-1-6 1296,4 1 0,6-3 0,2-1 0</inkml:trace>
  <inkml:trace contextRef="#ctx0" brushRef="#br0">10086 1786 7603,'5'12'537,"-4"-3"94,4-1 1,-4 0 657,-1 5 1,0-1-615,0 0 1,1 2-381,3 3 0,-2 3-97,2 9 1,-3-1-147,-1 5 1,-1 0 46,-3 4 0,2 0-823,-2 1 1,3-7-149,1-2 1,5-14 518,4-6 1,7-15-628,5-10 1,4-15 408,4-14 0,1-3 125,3-2 1,3-2-1167,-3 2 1654,3-8 1,0 22 331,-3-5 1,-3 16-132,-5 4 0,-2 12 140,-2 5 0,-9 9 1230,-7 8-1323,-4 5 0,-7 12 772,-2 3 0,-3 7-511,-1 1 1,-5-4-75,1-3 1,-2-3 0,3 4-21,-2-2 0,5-11-491,3-2-306,7-4 0,-3-11 272,10-5 1,6-12-172,5-13 1,10-5-195,-1-8 1,8 1-400,0 0 0,-1 4 642,1 0 1,-5 9-34,1 0 1,-3 8 888,-1 4-590,-6 5 1,-5 20 681,-6 7 1,-5 5-378,1 8 0,-3 0 188,-1 4 1,-4-4-110,0 1 1,0-7-53,4 2 0,0-4-1155,0-5 1,0 3 516,0-7 0,1-1-1802,3-6 0,3 0 973,6-5 0,5-6 1059,2-11 0,15-5 0,3-7 0</inkml:trace>
  <inkml:trace contextRef="#ctx0" brushRef="#br0">11326 1935 7603,'-18'0'1152,"0"0"-865,-2 0 1,-8 3 1348,3 5 0,-9 3 396,-3 14 1,-6 4-1156,-7 12 1,6-3-319,3 4 1,13-2-191,7 1 0,12-9-1198,5-3 1,9-9 569,8-7 1,6-6-602,10-3 0,-2-10 593,7-6 1,0-7-1218,7-10 0,-2-2 320,2-2 0,-4-1 272,-3 5 1,0 0 585,-5 4 0,1 0 107,-1 1 1,-8 6 1364,0 5-1018,-6 1 0,-7 16 1203,0 0 1,-5 7-637,1 6 0,-4-2 718,-4 6 0,3-6 60,-3 1-1380,2 4 0,2-7 40,0 4 1,2-8 44,2 0 1,-2-7 82,7 3-141,-1-4 0,4-2 187,1-4-327,-1-1 0,1-7 0,-1 1 0</inkml:trace>
  <inkml:trace contextRef="#ctx0" brushRef="#br0">11562 1910 7603,'0'19'2324,"0"1"-1659,0-4 0,0 3 0,1 8 472,3 1-92,3-1 1,6 3 0,0-5 715,4 0 0,2-2-1249,6-2-372,5-3 0,-3-6-1342,2 0 0,1-5 753,-1-3 0,4-4-1697,-4-4 1,4-8 1187,-4-9 1,8-4-1987,-4-4 2944,0-2 0,-2-6 0,0-1 0</inkml:trace>
  <inkml:trace contextRef="#ctx0" brushRef="#br0">12132 1823 7603,'-19'13'0,"-4"0"1620,2 4 0,-2-1-313,-2 9 1,-6 3-338,-2 9 0,-2 4 0,-3 2-214,1 1 0,0 0-387,0 2 1,6-6-1044,7-11 0,4-2 469,8-10 1,4 1-3173,-1-2 2092,1-2 1285,1-2 0,2-12 0,5-7 0</inkml:trace>
  <inkml:trace contextRef="#ctx0" brushRef="#br0">12319 1860 7728,'6'0'3074,"5"6"1,-9 1-2537,2 5 1,-3 5 731,-1-1 1,0 6-581,0-1 1,0 7-876,0 0 0,0 1 166,0-4 0,-1 0-1640,-3 0 1,1 0 486,-5-1 1172,0-4 0,-10-2 0,-2-6 0</inkml:trace>
  <inkml:trace contextRef="#ctx0" brushRef="#br0">12319 1650 7701,'8'0'2738,"0"0"1,-4-5-2040,4 1 1,1-4-293,3 4 0,5-4-919,-1 3 0,6-3 186,-1 4 326,2 0 0,8-2 0,0 0 0</inkml:trace>
  <inkml:trace contextRef="#ctx0" brushRef="#br0">12753 2046 7701,'25'-23'1243,"-1"2"1,1 3-939,0 6 1,-4 1-97,-1 3 0,-5 2 606,2 6 0,-5 2-303,-3 2 0,0 3-474,-5 5 1,1 0-399,-5 1 1,0 1 322,0 2 1,-2-2-905,-2 2 627,3-2-227,-5-1 287,6-7 1,2 0 140,2-6 1,3 0-94,5 0 1,0 0 144,1 0 1,5 0 207,2 0 0,0-4-71,0 0 1,-4 0 242,0 4 1,-2 0-134,-2 0 1,-3 5 277,-1 3 1,-5 8-192,1 0 1,-4 10 407,-4-1 0,-3 8-194,-6 0 0,2 3-91,3 1 0,-2-5-391,6-3 0,0-4 77,4-5 1,10-7-467,2-9 0,14-5 287,3-8 0,7-10-645,5-14 0,4-8 3,4-5 1,1-4 264,-25 24 1,-1-1-1,1 1 1,0 1 120,0-2 1,0 0 0,-1-1 0,0 1 63,-1 0 1,-1 0 0,0-2 0,-1-1-335,16-28 0,-5 1 26,-3 0 0,-4 0 627,-5-1 0,0 4-68,-4 9 1,-2 4 708,3 8 1,1 5-262,-2 11 1433,1 1-1090,-5 15 1,-5 1 108,-3 8 0,-4 8-93,-4 5 1,1 9-520,-5 8 0,0 0 1291,-5 8-979,1-6 1,-1 8 0,0-1-175,-4 5 1,7-1-192,-2 3 0,2-2-1353,-2 2 1,1-2-273,3 6 0,2-6-3119,6 2 4547,0-3 0,4-1 0,0-1 0,-1-2 0,-1-5 0,-2-7 0</inkml:trace>
  <inkml:trace contextRef="#ctx0" brushRef="#br0">15184 2170 7701,'-12'32'0,"1"3"1010,2-7 0,4 1-425,5-4 0,0-4 160,0 0 0,7-8-204,5 0 1,6-6 10,7-7 0,5-11-529,3-6 0,7-10 30,2-7 1,3-7-947,-3-4 0,-1-8 761,-4 0 0,-2-4-220,-6 7 1,-3 4 116,-14 8 0,-2 8-181,-10 5 1,-13 3 144,-7 10 1,-9 5 80,-8 15 1,-5 11 786,1 15 0,-3 7-590,6 4 1,0 8 739,9 0 0,4 1-309,4-4 0,8 4 49,0-1 1,8 0-194,9-8 0,10-9-911,11-11 1,5-7 290,7-10 1,4-9 61,1-12 1,5-12-1090,-2-12 0,2-7 1020,-24 18 1,-1-2 0,3 1 0,-1-1-1209,-1 0 0,-1-2 1541,-1 0 0,1 0 0,2 2 0,0 1 0,-2-3 0,-1-1 0,-1 0 0,0 0 0,-2-1 0,0-1 0</inkml:trace>
  <inkml:trace contextRef="#ctx0" brushRef="#br0">16325 1203 7701,'5'-8'0,"-1"-1"639,0 1 0,-4 3-185,0 5 1,-6 8 834,-2 13 0,-4 6-320,-5 15 1,2 3 50,-6 9 0,5 5-1036,6-24 1,-1 0 0,1 1 0,-1 0 134,-1 5 0,0 1 0,1-1 1,2 0-287,1 3 1,0-1 0,1-1 0,1-1 135,2 1 0,0-1 0,1-5 0,1-1-1602,2 35 0,1-12 1079,3-8 0,7-11-1369,6-11 1,10-15 230,2-13 1692,6-22 0,7-9 0,4-10 0,2 0 0</inkml:trace>
  <inkml:trace contextRef="#ctx0" brushRef="#br0">16871 1054 7701,'-7'8'741,"3"1"0,-1-1-371,1 4 1,-5 2 645,5 3 1,-5 2-427,0 6 1,0 9 362,0 3 0,-2 14-434,3 3 0,1 12-419,3-29 1,0 1 0,0 3 0,0 0-165,-2 3 0,-1-1 0,1 2 0,0 0 65,0-4 0,-1 1 0,1-2 0,0-1-356,0 1 0,0-1 1,0 0-1,1-1 219,0-2 0,1-2 0,-5 26-854,5-19 0,-1-9-243,5-7-266,0-12 849,0-7 1,0-12-174,0-2 0,-5-4 159,-3-5 1,-5-4 663,-3-7 0,-4 1 0,-4-3 0,-1 5 0</inkml:trace>
  <inkml:trace contextRef="#ctx0" brushRef="#br0">16387 1910 7701,'-19'-19'607,"1"2"-47,6 9-245,5 2 1,7 6 435,8 0 1,14 0-278,7 0 0,7-1 194,5-3 1,8-4-277,4-9 1,8-2-807,1-6 0,-29 12 0,2 1 410,2 0 1,0-1-1,2 1 1,-1 1-1317,0 1 0,-1-1 0,29-11 1320,-12 6 0,-3-6 0,-2 2 0</inkml:trace>
  <inkml:trace contextRef="#ctx0" brushRef="#br0">18670 1228 7709,'-12'-4'672,"-1"0"-594,1-1 1,-1 0 0,1-2 194,0 0 1,3-3 760,1 6-623,5-5 1,-2 6 101,5-5-235,0 5 0,9-3 225,4 6 1,9 0-83,3 0 0,2 5 159,11-1 0,-3 0-212,11-4 1,-5 0-66,5 0 1,-5 0-257,5 0 1,0-6-203,8-2 1,-8-4-1522,-1-5 1657,1 3 1,-12-5-1410,3 2 1,-8 4 684,0-4 1,-8 3-829,-5 2 0,-6 4 191,-2-1 1380,-5 7 0,3-9 0,-6 4 0</inkml:trace>
  <inkml:trace contextRef="#ctx0" brushRef="#br0">18955 1228 7709,'-8'5'544,"0"4"1,4 3-162,-5 5 1,7-1 329,-2 9 1,-2-2-253,2 10 1,-4 6-40,4 6 1,-6 5-154,2 4 0,-3-2-640,-2 6 0,1-6-549,-1 2 0,2-3 382,3-1 371,-3-6 0,6-4 1,-4-10-726,5-5-519,-3-9 361,6 2 431,-5-11 619,1-1 0,-2-6 0,-5 0 0</inkml:trace>
  <inkml:trace contextRef="#ctx0" brushRef="#br0">18807 1836 7709,'12'-6'0,"-4"3"0,0-4 1883,2 2-1208,1-5 0,7 7 813,3-5 0,4 1-707,4-1 0,2-3-286,6 3 0,6-3-572,3-2 1,1 1-533,-2 0 0,-4 5 246,-8 2 1,-4 4-1,-8 1-102,-4 0 1,-11 6-3272,-6 2 3736,-11 8 0,-19 9 0,-8 7 0</inkml:trace>
  <inkml:trace contextRef="#ctx0" brushRef="#br0">18807 2133 7709,'-7'0'1585,"1"0"-995,23-5 0,3-2-210,18-6 0,10 0-992,6-4 0,10 3 239,-29 6 1,1 0-1,2 1 1,1 0 372,0 1 0,0 0 0,1-1 0,-1 1 0,-2 0 0,0 0 0</inkml:trace>
  <inkml:trace contextRef="#ctx0" brushRef="#br0">20891 1650 7709,'12'-6'0,"0"0"163,1-2 0,-1 3-206,1 5 1,-5 11 1685,0 5 0,-1 12-758,1 5 1,-2-1-205,-6 1 1,0 4-571,0 4 1,0 1 37,0-5 1,-1-1-517,-4-3 0,4-7 222,-3-5-2149,2-6 1326,2-3 968,0-6 0,-5-17 0,-2-3 0</inkml:trace>
  <inkml:trace contextRef="#ctx0" brushRef="#br0">21040 1451 7709,'5'-11'1878,"3"3"0,5-3-1395,3 2 0,-1 4-1075,6 1 1,0 2 294,4 2 0,2 2-1314,-2 2 0,-3 3 1611,-10 5 0,1 6 0,-1 1 0</inkml:trace>
  <inkml:trace contextRef="#ctx0" brushRef="#br0">21213 1823 7709,'-12'13'0,"-1"-1"807,1 0 1,5-3-314,3-1 1,3-4 1226,1 4-1109,0-5 0,5 3-26,3-6 0,9 0-502,4 0 1,-2-6 4,2-2 1,3-3-307,5-2 0,0-3 232,-4-1 0,3 1-2,-4 3 0,3 1 18,-11 0 0,5 5 121,-5 3 1,1 2-135,-5 2 1,-5 6 154,-3 2 1,2 8 2,-2 5 1,2 3-47,-2 0 1,3 1-1145,5 0 0,0-2 538,1-2 0,5 1-1346,2-5 1,8-6 1821,1-7 0,5-8 0,-2-3 0</inkml:trace>
  <inkml:trace contextRef="#ctx0" brushRef="#br0">22888 1017 9328,'-7'0'1074,"-4"0"1,8 0-368,-5 0-168,5 0-56,-2 0 91,-1 0-179,5-6 774,-5 5-791,6 1 1,0 7 241,0 5 1,0 1-206,0-1 1,0 5 30,0-1 1,0 6-85,0-1 0,0 8-25,0 4 0,2 10-94,2 6 0,-3 8-46,3 9 1,-2 4-682,-2-31 0,0 1 1,-1 2-1,0 1 411,0 3 1,-2-1 0,0 1-1,-1-1-558,-2-1 1,0-1 0,0 0-1,-1-1 305,1 0 0,0-1 0,0-1 1,1-1-533,1-4 0,0 0 1,-6 26 184,6-12 0,0-10-388,4-10-168,0-9 438,0-7 1,0-9-777,0-8 1567,0-9 0,5-11 0,2-8 0</inkml:trace>
  <inkml:trace contextRef="#ctx0" brushRef="#br0">22590 955 7754,'2'-23'820,"2"2"0,-2-1-311,7 5 1,0 2 82,8 7 0,4-2-26,8 6 1,5-1 117,11 0 1,4 4-393,13-3 0,-2 3-376,11 1 1,-34 0-1,2 1 132,2 0 0,0 2 0,-1 2 1,0 2 52,0 3 0,-1 1 0,-4 3 0,0 1-130,-1 1 1,-2 1-1,0 1 1,-2 1 62,0 2 1,-2 0-1,16 19-229,-11 5 0,-8-5-17,-8 1 0,-6 2-136,-11-1 1,-13-1 133,-7-4 0,-15 4 51,-10 1 0,-9-1 191,-4-4 0,25-18 0,0-2-229,-2 0 1,0-1-1,-2 0 1,-1 0 105,-1-1 1,0-1-1,-1-2 1,1 1 41,0-1 1,-1 0 0,1-1-1,1-2-794,-28 3 1,31-6 0,0-1-389,-31 3 1235,30-4 0,0-2 0,-29-6 0,-2 0 0,3 1 0,5 2 0</inkml:trace>
  <inkml:trace contextRef="#ctx0" brushRef="#br0">24364 2096 13317,'0'-8'5707,"0"-1"-7694,0 1 0,-5-4 1987,-4-1 0,-18 1 0,-6 0 0</inkml:trace>
  <inkml:trace contextRef="#ctx0" brushRef="#br0">3213 4328 7729,'-12'-17'0,"-1"-3"725,1-5 1,-2 3-171,-3-2 0,2 6-62,-5-7 1,-1 4 455,-4 0 0,0 5-432,1 8 1,-1 2-32,0 6 0,-4 7-122,0 5 0,-5 9-355,0 12 0,4 7 3,1 14 1,3 8-178,13-27 0,1 0 1,2 3-1,1 0 88,0 3 0,1 1 0,3-4 1,2 1 89,1 2 0,0 1 1,1-4-1,1-1-289,0 34 1,6-5-57,7-8 1,5-10-381,7-11 1,5-12 303,3-13 1,8-6-25,5-10 0,2-10-73,2-11 1,-1-11-111,1-9 0,-25 20 0,1 0 42,1-1 1,0-2 0,-2 1 0,1-2 320,1-2 1,-1 0 0,-2-2-1,-1 0 252,0 0 0,0 0 0,-1-4 0,1 1 0,2-1 0,0-1 0,-2 0 0,-1-1 0,1-4 0,0-1 0,0-2 0,1 0 0,0-2 0</inkml:trace>
  <inkml:trace contextRef="#ctx0" brushRef="#br0">3746 3621 7729,'5'-19'2236,"-1"3"-1221,5 2 1,-6 3-456,5 3 1,-5 3 174,1 10 1,-2 3-264,-2 8 1,0 9-65,0 8 0,-4 7-114,-1 2 1,1 9 128,4-2 0,0 13-719,0 0 0,0-24 0,-1 1 322,-1 2 1,0 1 0,1 3-1,0 1-414,0 3 1,-2 1 0,0 2 0,1 0 242,0-1 1,0 1 0,-3-3 0,1 0-475,2-3 1,0-1 0,0-4 0,0-1 144,2-2 1,0-2 0,0 31-383,0-14 1,1-10 53,4-14 1,1-14-1135,7-7 1936,-1-5 0,1-3 0,-1 0 0</inkml:trace>
  <inkml:trace contextRef="#ctx0" brushRef="#br0">4143 4601 7729,'-5'7'2613,"-1"0"-1172,-2-3-767,3-2 0,0 9-279,1-3 1,0 3 66,4 1 1,0 1-105,0-1 1,0 5-996,0-1 1,0 5-196,0-5 1,2 6-570,2-1 1,-2 1 285,7-1 1,-5 1 1114,4-6 0,0 1 0,5-5 0</inkml:trace>
  <inkml:trace contextRef="#ctx0" brushRef="#br0">4329 4564 7729,'-5'-19'901,"-1"5"-521,-2 6 0,-4 1 166,-1-1 0,1-2-186,-5 6 0,2 1 124,-1 7 1,2 0-20,-3 9 1,2 2-43,-1 10 0,2 5 120,-3 3 1,4 8-140,0 5 0,2 2-25,3 2 1,-2-6-120,6-3 0,0-8-228,4-4 1,1-8 51,3-5 1,5-9-310,7-7 0,1-7-47,8-9 1,-3-9-307,7-8 1,-2-4 43,2-5 0,-1 0 202,5-4 1,-7-1-23,-1 6 1,-2 0 27,-6 3 1,-1 7 693,-3 2-372,-6 8 791,-2 9 0,-5 13-120,0 12 1,-1 4 205,-3 8 0,2 1-57,-2 3 1,1-1-336,-1 5 0,3-5-331,-3 1 1,2 1 26,2-1 1,0 0-1044,0-4 1,0-1 579,0 1 1,0-6-1748,0-2 0,6-3 394,2-2 1,5-5 47,3-3 0,-1-9 372,6-8 1219,0-5 0,9-12 0,2-2 0</inkml:trace>
  <inkml:trace contextRef="#ctx0" brushRef="#br0">4702 4638 7729,'7'0'1249,"4"2"496,-3 2-258,-3 3 0,5 5 218,-6 1 1,0 3-886,-4 1 0,0 3-1061,0-3 0,-1 1 199,-3-2 0,2-2-717,-2 3 1,3-3 329,1-2-4740,0-5 5169,0-2 0,0-16 0,0-2 0</inkml:trace>
  <inkml:trace contextRef="#ctx0" brushRef="#br0">4788 4341 7729,'13'0'-181,"-1"0"0,1 0 684,-1 0 1,1-4 852,-1 0 0,2-2-1155,2 2 1,-2 3-53,3-4 1,0 4-1361,0 1 1,1 0 640,-2 0 1,2 0-297,3 0 1,-3 10 865,-6 2 0,1 10 0,-1 3 0,-5 5 99,-3 7 1,-2 2 214,-2 2 0,-6 2 1672,-2 3 1,-3 5-979,-2-6 1,-3 1 886,-1-9 0,1-1-969,3-3 0,6 0-745,3-9 0,3-1-14,1-11 0,1-5-805,3-3 1,5-3 258,7-1 0,4-11 53,4-5 0,5-8-680,0-5 1,6-1 314,-2-3 0,-3 3 185,-1 5 0,-3 4 118,-1 1 1,-1 6 1016,-4 1 0,-6 6-468,-6 7 0,-5 2 845,1 2 0,-2 3-265,-2 5 0,-6 5-17,-2-1 0,1 6-443,-1-1 1,3-3 117,-3-1-933,5-4 1,-1-2 409,8-2 1,5-4-717,7-5 0,4-4 372,4 0 1,1-6-76,0 2 0,0 2 124,0 2 0,-2 3 455,-2 1 0,1 5 155,-6 4 0,1 6-192,-5 1 1,-5 11-482,-3-3 1,-2 5 190,-2 0 0,0 2-1290,0 2 0,0 2 1581,0-1 0,-6 1 0,-1 3 0</inkml:trace>
  <inkml:trace contextRef="#ctx0" brushRef="#br0">2097 5817 7694,'-7'12'776,"2"1"0,11-7-278,6-1 1,19-4 124,14-1 0,-10-1 0,3-1-360,8-1 0,3-2 0,8-2 0,2-1-641,9-6 0,1-1 1,-22 6-1,0 0 1,1-1 494,1-1 0,0 0 1,1 0-1,2 2 0,-1 0 1,1 0 9,0-1 1,0 0 0,1 1 0,1 0 0,1 1 0,0 0-134,0 1 0,0 0 0,0 0 0,1 1 0,-1 0 0,0 0 28,-1 2 1,-1-1-1,1 2 1,1 0 0,0 1-1,0 0 9,1 0 0,-1 1 1,0 0-1,1 0 0,-1 1 1,1 1 19,-4 0 0,1 0 0,-1 1 1,-1 0-1,0 0 0,-2 1-181,20 2 1,-1 2 0,-4 1-1,-1 1-13,-1-1 1,0 0-1,-5 3 1,-1-1-385,-2-1 0,-1-1 0,-5-2 0,-3 0-102,-7-2 0,-2 0 1,32 3-702,-11 1 1330,4-2 0,-10-6 0,3 0 0,-3 0 0</inkml:trace>
  <inkml:trace contextRef="#ctx0" brushRef="#br0">7629 4576 7705,'-12'-16'795,"-1"-1"0,7 5-282,1 4 0,11 1 286,6-1 0,15 2-317,14 6 0,10 0-45,15 0 0,-29 0 1,1-1-542,3-1 0,0 0 1,2 0-1,0 1 419,0-3 1,1 0 0,-2 1-1,1 1-467,-2-1 0,1-2 1,-1 0-1,-1-2 61,-4-1 1,-2-1 0,31-7-1106,-15 3 1,-12 1 761,-5-1 0,-6 1-1375,-7 0 1,-7 3 831,-9 1 0,-14 5 268,-6-1 709,-6 3 0,-9 1 0,0 0 0</inkml:trace>
  <inkml:trace contextRef="#ctx0" brushRef="#br0">8398 4403 7765,'-24'26'625,"-1"3"1,6 3-162,2 5 1,5 6 474,3 2 1,2 9-427,3 4 0,2 8-367,-2-31 0,-1 0 0,1 1 0,0 0 123,-2-1 0,0 0 1,-5 31-798,2-8 1,0-4 237,4-9 0,1-3-185,4-9 1,0-4-679,0-9 1,2-6 18,2-6 59,-3-5 0,5-3 707,-6-8 1,-2-9 649,-2-3 0,-1-4-282,-4-1 0,0 1 0,5-1 0,-5 4 136,5 0 0,0 6 74,4-1 0,3 2 1641,5 2 0,2 3-783,10 1 1,3 0 235,5-5 0,0 5-640,5 0 1,0 4-929,4-5 1,-5 7-99,-3-2 0,-3 2-1071,-1 2 1,-1 0-653,-4 0 0,-3 7 469,-9 5 1616,-2 6 0,-18 13 0,-1 0 0</inkml:trace>
  <inkml:trace contextRef="#ctx0" brushRef="#br0">8237 5507 7765,'-12'24'503,"1"0"165,2-3 0,5-4 208,8-4 1,10-6-369,11-3 1,8-3 89,13-1 0,2-11-222,14-5 0,4-8-521,-27 10 1,1-1 0,0-2-1,1-1 253,2-3 0,1 0 0,-1-2 0,1-1-459,-1 1 0,0 1 0,-4 1 0,-2 0 51,-1 3 1,-1-1 0,24-12 299,-5 6 0,-6 0 0,-7 3 0,-8 5 0,-5 6 0</inkml:trace>
  <inkml:trace contextRef="#ctx0" brushRef="#br0">9713 5110 7705,'6'7'2018,"-1"4"-1433,4-3 0,-2 7-69,-3 2 0,-2 5-168,7-2 0,-6 4-252,1 1 1,-3 1 125,-1 3 0,0-3-403,0 3 1,0-8-212,0-5 0,0-2-1193,0-2 37,0-5 0,0-4 1548,0-11 0,6-6 0,0-11 0</inkml:trace>
  <inkml:trace contextRef="#ctx0" brushRef="#br0">9701 4862 13325,'14'-14'1645,"2"-3"1,9 2-2237,8-5 0,4-1 416,5-4 0,6 0-5086,6 0 5261,5 6 0,-8-4 0,4 3 0</inkml:trace>
  <inkml:trace contextRef="#ctx0" brushRef="#br0">10210 5011 7733,'23'-16'0,"-2"4"0,-3 4 1041,-6-1-656,-5-2 0,-7 10 54,-8-3 1,-7 8-150,-2 4 1,-5 3-220,1 2 0,-2 3-126,-2 1 1,0 5 97,0-1 1,1-2-270,-1 1 1,5-3 168,4 4 0,4-5-1,3 5 0,4-5-63,5 5 0,11-4-75,5 3 0,12 1 164,5 4 0,1-5 5,-1 1 0,2-4 213,-6 3 1,-2-4-64,-6 0 0,-3-4 138,-6-3-98,1 2-151,-6-10 0,-7 9 49,-9-6 0,-3 4-209,-4-4 1,-4 5-227,-5-5 1,1 4-302,-1-4 1,0 0-126,0-4 0,2 0 59,2 0 741,-2 0 0,3-11 0,-4-3 0</inkml:trace>
  <inkml:trace contextRef="#ctx0" brushRef="#br0">12529 5259 7926,'-8'-20'0,"0"4"0,0-2 0,-5 1 0,-1 1 0,-2 3 0,-1 1 0,-7 0 0,0-1 0,-9 1 0,0 1 825,-4 2 0,0 4 1155,-1 5 1,2 5-1303,3 4 0,4 9-299,9 6 0,3 8-494,9 9 1,2 2 152,6 3 1,0 1-546,0-6 0,10-1 313,2-7 1,11-4-125,1-8 0,3-9 95,6-8 1,1-5-62,7-8 1,-2-4 5,2-12 1,-6-5 116,-2-4 1,-6 3 53,2-2 0,-7 1-27,-1-1 1,-10 4 451,2 8-229,-9 3 1,0 11 371,-8 3 0,-3 14-178,-6 7 0,1 6 14,0 6 1,1 1-352,2 3 1,0-7 232,5-5-895,-1-6 1,11 2 384,2-9 0,5-9-586,3-12 0,9-10 353,8-10 0,-1-10-408,1-6 0,-4-2 491,4-7 0,-18 26 1,-1-1 480,3-4 0,-1-1 0,-2 0 0,-1-1-267,2-4 0,-1-1 0,0 1 0,-1 0 267,-1-7 0,0 0 0,-1 2 0,-2 0 9,-1-4 1,0 1-1,-1 6 1,-1 1-82,-2 4 1,0 2 0,7-20 1353,-3 17 0,3 13 123,2 12 69,-1 7 1,-5 9-552,-3 9 1,2 8 48,-2 8 1,0 6-297,-4 6 0,-6 10-241,-2 2 1,1 15 209,-1 2 1,0 1-510,2-32 0,-1 1 1,1-1-1,-2 1-224,0 3 1,0 1-1,1-1 1,0 0 101,-1 5 1,0-1-1,1-3 1,1 0-648,2 4 0,0-1 0,-2-4 1,1 0-25,0 1 0,2-1 1,0-3-1,0-2-1276,-1 32 1,4-15 365,4-9 1,8-16 1566,9-14 0,3-5 0,0-7 0,1 0 0</inkml:trace>
  <inkml:trace contextRef="#ctx0" brushRef="#br0">13398 5073 9233,'0'-7'1636,"0"1"0,-6 6-1017,-2 0 1,-9 11-212,-3 6 1,-9 10 209,-4 6 1,-3 13-216,-1 3 1,17-20 0,0 0-288,-17 29 1,6-3-530,11-1 1,10-14 342,2-7 1,10-12-299,7-9 1,11-6 272,5-10 0,12-10-403,1-11 1,2-1 192,-3-7 0,-1 1-257,-3-1 1,1-2-155,-5 7 1,0 0 297,-4 7 1,-6 5 489,-2 8 0,-8 3-121,0 10 1,-7 3 604,2 8 0,-2 9-156,-2 8 1,0 3 71,0 1 0,-4-1-216,0-3 1,-2 3 42,2-3 0,3-1-34,-4 1 1,0 0-126,1 4 0,-6 0-322,2 0 0,-3 2 129,-2 2 1,-4 4-139,-4 4 1,-3-3-125,0-1 0,-5 1 149,0 3 0,-9-1 86,5-2 1,-4-9 262,8-8 0,0-14-94,4-7 0,6-8-103,3-8 0,3-10-816,5-11 0,1-7 405,3-1 1,3 0-2497,-4-4 2921,10-3 0,-4 0 0,6-6 0,2 0 0,5 1 0</inkml:trace>
  <inkml:trace contextRef="#ctx0" brushRef="#br0">15023 5333 7926,'-6'-32'0,"-2"2"335,-8 5 0,2-1 543,-3-3 0,3 4-254,2 0 1,-2 6-205,-2 7 1,1 5-268,-6 3 1,2 8 65,-2 4 0,3 16 115,6 9 0,-1 9-87,1 12 0,-1 1-417,1 3 0,5 1 206,3-5 1,3-6-84,1-6 0,0-2-962,0-7 1,11-3 531,5-18 1,12-5-151,5-15 1,7-7 236,1-14 1,6-10-398,-2-10 1,0-2 377,-23 22 0,1 0 0,-1 0 0,0 0 29,1-2 1,0 0 379,-2 0 0,0 0 0,0 1 0,-2 1 0,19-31 0,-7 1 0,-3 1 0</inkml:trace>
  <inkml:trace contextRef="#ctx0" brushRef="#br0">15482 4328 7926,'5'-12'1955,"-3"5"0,7 9-1178,-4 10 0,-1 17-305,-4 12 1,-2 18-81,0-24 0,0 1 0,1 2 1,-2 2-489,-3 3 1,0 1 0,1 1-1,0 1 388,-3-1 0,-1 1 0,2 0 1,1 0-87,-1 0 1,1-1 0,2-4-1,0 0-706,0-2 0,0 0 0,1 30-360,-1-11 1,4-4-727,4-9 1,6-10-221,10-15 1,4-7 908,13-13 1,-1-16 471,9-4 1,-5-17 424,2-5 0,-4-5-118,-1-2 0,-3 5 118,-1 2 0,-11 15 481,-2 6 1,-9 11 19,-2 6 1,-8 14 791,-1 7 1,-6 10-257,-6 6 0,-4 3 504,-1 1 0,-5 0-614,1 1 0,5-4 326,3-5-1097,6-6 1,14-16 76,6-3 0,5-9-306,6-7 0,7-12 130,2-9 1,3-4-583,1-5 0,-5 5-389,-3 0 0,-10 1 428,-7 7 1,-5 0 73,-7 5 0,-7 3 95,-5 0 1,-12 10 189,-9-1 1,-4 8-116,-4 0 1,2 12 616,-2 4 0,2 9-208,2 0 0,5 3-8,3 5 1,9-7-916,3 3 0,9-3 326,4 3 1,4-4-892,4-1 0,4-5 611,9 2 1,8-9-236,8-4 945,8-2 0,3-13 0,6-3 0</inkml:trace>
  <inkml:trace contextRef="#ctx0" brushRef="#br0">16363 4998 7926,'25'-12'0,"-2"1"2113,-2 2-1492,-3 4 0,-13 5 607,-5 0 1,-7 10-588,-9 2 1,-4 5-171,-4-1 1,-1 3-53,0 6 1,-3 0-53,3 0 1,-2-2-425,6-2 0,3 2 137,2-2 1,3 1-506,5-1 1,3 1 321,5-6 0,6-1-146,7-6 1,6 0 80,10-5 0,7 5-34,5-5 1,1 0 97,-5-4 1,3 1 127,-3 4 0,-4-3-121,-12 7 0,-5-5 438,-7 4 1,-5 2 295,-8 6 1,-5-2-314,-7 2 0,-8 2-276,-5-1 0,-4-1 112,4-3 0,1-2-1181,3-3 0,4 2-989,0-6 580,6 0 1,3-9 341,8-4 0,5-7 530,7-5 0,2-4-178,11-4 0,3-2 736,5-7 0,6 5 0,-2 0 0,3 6 0,1-2 0,6 4 0,2 4 0,-2 5 291,-2 7 0,-5 4 415,-7 5 0,-1 5 1572,-12 4 1,-5 7-1103,-7 5 0,-2 2-211,-2 2 0,0-4-414,0 0 1,1-6-55,3 1 0,0-8-211,9-3 0,-2-4-378,9-1 1,2-7-273,7-5 0,3-6-323,5-7 1,1-4-231,-1 0 0,-6-4 446,-2 4 0,-5 0-236,-8 4 0,-5 2 204,-11 2 0,-6 1 290,-7 7 1,-6 4-7,-10 9 0,-3 6 583,-5 7 0,-4 6 5,-1 10 0,6 3 330,7 5 0,3 2-123,1 2 1,6-3 342,3 4 0,7-4-665,5 0 1,10-3-6,6-1 0,12-6-448,9-7 1,8-8 208,5-9 0,3-4-1205,5-4 1,7-10 537,-28 2 1,0-1 0,0-1 0,0-1-1434,29-18 0,-6-3 872,-2 3 1,0-3 824,-4-1 1,-10 5 392,-16 3 0,-4 3 0,-15 12 0,-5 6 0,-11 12 0,-10 9 0,-3 6 0,-5 10 0,-3 4 0,-5 8 0,5-1-106,3 6 1,4-6 105,5 1 0,3-5 4915,9-7 0,5-6-2249,11-10 1,7-6-2140,14-3 0,9-10-1115,7-6 1,8-13 450,0-12 0,-24 16 0,0-1-297,-2-2 0,0-2 0,2 2 0,0-1 109,-2 0 0,0 0 1,-2-2-1,-1-1-8,-1 0 1,0-2 0,-1-2-1,1-2-192,2 0 0,0-2 0,-1-5 0,-1-1 302,-2-1 0,-1-1 0,1 0 1,-2-1-92,-4 1 0,-1 1 0,1 1 0,-1 1 28,-1 3 1,-1 2 0,6-22 1506,-6 25-1051,-5 14 1,-7 20 831,0 11 0,-6 6-99,-2 7 1,1 10 264,-1 2 0,-4 14 284,-5 2 0,0 12-1165,11-30 0,0 0 1,-1 1-1,0 0 556,-1-1 1,0 0 0,0 3-1,1-1-468,-4 0 1,1 0-1,2 0 1,2 1-782,0 1 1,0 0-1,0-1 1,1 0 248,2-1 1,2 0 0,-1-1 0,1-1-1703,2 0 1,2 0-1,5 23 1859,9-4 0,-6-3 0,5-6 0,4 3 0,2 2 0</inkml:trace>
  <inkml:trace contextRef="#ctx0" brushRef="#br0">19030 5779 7720,'7'-5'4915,"-3"-3"0,1-3-267,0-2-4648,-1-5 0,-10-1 0,-1-6 0</inkml:trace>
  <inkml:trace contextRef="#ctx0" brushRef="#br0">4851 6921 7672,'-12'-18'829,"8"4"103,-8-3 0,8 3-543,0 2 1,4 4-184,4 0 1,4 5 514,9-1 1,1 8-260,2 4 0,8 2-214,-3-2 0,8 2-30,0-6 0,4 0-608,4-4 1,-1-6 30,6-2 1,-2-8-183,1-5 0,1-1-1011,-9 1 0,-4-1-236,-12 6 706,-3-1 1082,-11 5 0,-7 5 0,-7 1 0</inkml:trace>
  <inkml:trace contextRef="#ctx0" brushRef="#br0">4950 7007 7672,'-6'31'948,"5"-5"0,-3 8-711,8-5 1,8 6-1,8-2 384,-1 3 0,-1 1 126,-6 0 1,-1 0-706,-3 0 1,-2 1-482,-6-1 0,0 0-760,0 0 1,0 0 646,0 1 1,-1-5-68,-4 0 1,4-6 272,-3 2 0,-3-8-357,-1-5 703,-3-2 0,-7-1 0,-1-1 0</inkml:trace>
  <inkml:trace contextRef="#ctx0" brushRef="#br0">4664 7838 7672,'-19'7'900,"1"4"-366,6-3-135,5-2 17,1 5 0,8-5 239,2 2 1,8 1-252,9-4 0,4-1-17,4-4 0,2 0-348,7 0 1,3-6-182,0-2 1,6-3-246,-1-2 0,1-3-629,-2-1 0,3-3 475,-2 3 0,-3-5-926,-2 1 1467,-3 4 0,-6-7 0,-1 5 0</inkml:trace>
  <inkml:trace contextRef="#ctx0" brushRef="#br0">5682 7677 7672,'7'12'0,"5"1"0,2-6 1477,6-3 0,7-3-684,6-1 0,3-1-333,1-3 0,4-5-161,0-7 0,5-5-1102,-5-8 0,1 2 117,-5-6 0,4-5 37,1-3 0,-2 0 649,-7 4 0,2-6 0,-3-1 0</inkml:trace>
  <inkml:trace contextRef="#ctx0" brushRef="#br0">6141 7082 7672,'-13'19'0,"-3"4"652,-1-2 1,5 4-200,3 4 1,1 4 544,-4 8 1,5 5-453,3 8 0,2 2-23,2 6 1,0 0-45,0 0 0,0 0-209,0 0 1,0 4-210,0 0 1,0 0-194,0-3 1,0-7 44,0-2 0,-5-7 204,-3-2 1,-3-6-283,-2-2 1,-5-5 42,-2-8 0,-5-3-201,-4 0 0,-3-12 68,-5 0 0,0-8-693,-1-5 0,-4-7 102,-4-6 0,4-6-132,0-2 0,-2-1-1410,-1-7 2388,-4 5 0,0-9 0,-1 3 0,1-2 0,-1 1 0</inkml:trace>
  <inkml:trace contextRef="#ctx0" brushRef="#br0">7530 7528 7672,'8'-1'0,"1"-3"0,4 1 1421,8-5 1,11-1-473,9-3 0,14-5-565,-20 10 1,1-2-1,2-4 1,1 0-579,0 0 1,0 1 0,0-2 0,-1 0 291,-2 2 1,-1 0 0,27-13-684,-8 0 0,-9 6 539,-4 2 0,-9 1-2183,-7 3 1529,0-2 0,-16 14-1781,4-3 2481,-9 2 0,-4 2 0,-7 0 0</inkml:trace>
  <inkml:trace contextRef="#ctx0" brushRef="#br0">8051 7293 7672,'-27'17'451,"2"4"0,8 3 0,2 0 497,5 1 1,6 6-461,8 2 0,2 4 499,2 4 1,3 2-475,-3 2 1,-1 2-664,2-5 0,-5 3-45,4-4 0,-5 5-199,1-5 1,-3-4-852,-1-4 0,4-9 728,1 1 0,0-10-1980,-1-3 1829,-2-5 0,3-12 668,-5-4 0,0-3 0,0-5 0,-4-2-85,0-6 0,-6 5 420,2-1 1,-3 0 334,-2-4 1,1 5 182,0-1 1,1 6-264,2-2 1,4 8 335,5 1 0,7 5-421,5-1 1,6 2-156,7 2 0,4 0-124,0 0 0,5 0-934,-1 0 0,-1 0 116,1 0 1,-1 2-325,1 2 0,-4-1-38,-9 5 0,-7 0 376,-9 4 1,-4 6 176,-4 3 1,-10 4 140,-11 4 0,-6-2 360,-11 6 0,4-5-127,-4 1 1,5-7 508,4-1 1,3-6 37,5 1 0,11-6 437,6-2 1,6-5-557,7 1 0,8-2-19,12-2 1,7 0 8,9 0 1,5-6-131,7-2 1,5-3-405,9-2 1,-3-3 271,-28 8 1,-1-1-1,25-9 77,2 2 0,-7 1-198,3-6 0,-5 6-3840,0-2 3832,-7 4 0,-2-1 0,-3 0 0,5 2 0,2 2 0</inkml:trace>
  <inkml:trace contextRef="#ctx0" brushRef="#br0">9354 7776 7672,'-7'6'2111,"1"-3"-1237,6 5 1,0 1-24,0 8 1,0 2 36,0 6 1,6 0-391,2 0 0,-1 0-466,1-1 1,0-3 45,5 0 1,-5-2-1306,0 2 1,-1 1 313,2-6-2027,2-5 2940,-5-5 0,7-12 0,-1-1 0</inkml:trace>
  <inkml:trace contextRef="#ctx0" brushRef="#br0">9354 7491 7672,'-9'-11'1044,"1"3"1474,5-3-1528,-2 4 1,10 0-486,4 3 1,3-2-435,5 2 1,2 0 41,6 4 0,5 0-1439,3 0 0,4-4 391,5 0 935,-4 0 0,10 4 0,-3 0 0</inkml:trace>
  <inkml:trace contextRef="#ctx0" brushRef="#br0">10061 7615 7701,'-6'25'5,"-1"-6"-4,-5-2 1,-2-4 1735,-2 0 0,0 3-386,-4 1 0,0 4-5,0-5 0,2 2-1350,5-1 0,2-2 43,3 5 0,4-4-652,8 0 1,4-1 485,9 2 0,6-3-250,6 2 1,6-2 231,-2-2 1,-3 5-129,-1-1 0,0 0 193,-4-8 1,1 3 290,-9-3 0,-5-1 194,-4 1 1,-5-4-191,1 5 0,-9-5-1317,-8 4 0,-6 0 592,-10 5 0,-7-2-1138,-5-3 0,-2 3 192,2-3 1237,-3-2 0,-6 5 0,0-4 0</inkml:trace>
  <inkml:trace contextRef="#ctx0" brushRef="#br0">11624 7863 7771,'12'-26'990,"1"-3"1,5 4-444,2 0 0,5 6 276,4 7 1,3 5-320,5 3 1,-7 15-44,-5 9 1,-11 9-126,-10 8 1,-3 6-384,-1 3 0,-1 1-35,-3-2 0,-7 2 12,-6-6 0,1 1-450,3-5 0,1-7 180,0-5 58,5-6 0,1-13-1,6-6 1,11-11 67,6-10 0,5-8 23,3-4 101,-1 3 1,5-5 174,0 6 0,0 2 318,-4 6 0,0 3-100,0 6 0,-6 5 283,-3 3 1,-3 8-206,-5 4 1,-2 4 112,-6 5 1,0 2-244,0 6 0,-4-4-179,-1-1 1,-3-4-253,4 0 1,-2-2-936,2-2-1397,3 1 1821,-5-1-1056,12-5 1,5-1 826,6-6 0,9-2 598,-1-2 1,8-8 322,0-9 0,3-4 0,2-2 0,3-2 0,-1 4 0,6 4 0,-12 6 0,-1-2 0,-10 9 399,-7 4 1,-6 4-324,-2 4 1,-5 4 1665,1 9 0,-7 2-78,-1 6 0,-4 0-654,4 0 0,-5 0-552,5-1 0,0-3 160,4 0-825,0-12 0,10 6 183,2-10 1,9-3 0,1-7-95,5-8 0,1-4-76,5-8 0,-4 0-275,4 0 0,-10 0 0,1 1-418,-5-1 0,-8 5 337,-7 4 0,-2 2 465,-2 2 0,-10 5-89,-2 3 0,-10-2 567,-3 2 1,0 0-75,-4 4 1,3 0-219,1 0 0,6 5-280,2 4 0,3-2 135,2 1 1,4 1-920,0 8 0,5-3 455,-1 2 1,4-2-1556,4-1 2063,-3-1 0,16 6 0,-4 1 0</inkml:trace>
  <inkml:trace contextRef="#ctx0" brushRef="#br0">13323 7528 7771,'-1'-29'174,"-3"0"0,2 6 1287,-2 6-943,3 9 1,1 5 310,0 12 1,0 14-343,0 14 1,0 14 57,0 3 0,-1 11-551,-1-30 0,-1 0 0,-2 34 212,1-34 0,0 0 0,-6 34-175,8-34 1,0 0 0,-2 1-1,0-1 117,-1 27 1,1-4-1008,4-13 1,3-8 607,5-8 1,2-10-766,11-6 1,-1-8 434,5-9 0,-4-7-848,0-5 1,-6-10 716,1 1 0,-7-3 147,-5 3 565,-8-5 0,2 0 0,-5-3 0,-2 4 0,-5 3 0</inkml:trace>
  <inkml:trace contextRef="#ctx0" brushRef="#br0">13137 7925 7771,'-34'-11'0,"5"3"0,5 2 1164,12 6 1,5 2-518,3 2 1,10-1 61,6 5 1,9-4-265,12 4 0,1-5-141,12 1 1,3-3-501,5-1 0,1 0 103,-1 0 0,1 0-1019,3 0 0,1 0 391,-5 0 435,5 0 0,-8 0 0,4 1 0</inkml:trace>
  <inkml:trace contextRef="#ctx0" brushRef="#br0">14651 8210 7771,'-13'-30'0,"2"4"1140,3-3 1,-3-1-480,3 1 0,1 0 31,-1 4 1,-1 7-276,-3 6 0,-5 6 70,1 10 0,-6 10-85,1 11 1,-2 9-53,-2 8 1,0 4-278,0 0 0,6 2 95,2 2 1,5-12-683,4-5 0,2-6 410,6-7 1,11-3-270,6-9 0,8-9 126,8-12 0,1-6-416,12-10 1,-1-7-111,5-5 0,-6 4 407,-3 4 0,-8 9 356,-4-1 0,0 10-39,-4 3 1,-4 8 119,-13 12 1,-3 7-61,-5 14 0,-1-1 397,-3 5 0,1-6-250,-5 2 1,5-8-112,-1-5-102,3-2 0,8-10-668,5-8 0,2-10-762,6-15 1,5-8 1484,4-8 0,6-9 0,-4-2 0</inkml:trace>
  <inkml:trace contextRef="#ctx0" brushRef="#br0">15234 7367 7771,'-13'-15'1999,"1"2"-1426,0-2 1,5 15 255,3 0 0,-2 7-308,2 10 0,0 8 138,4 8 1,-4 4-258,0 4 1,-1 3 145,5 6 1,0 9-728,0 3 1,-1-27-1,-2 0 225,1 0 1,0 1-1,-2 2 1,0 1-644,2 0 0,0 0 1,-2 2-1,-1 0 306,3-4 0,0 0 1,-2 29-2002,4-12 1,7-10 2291,5-7 0,-2 3 0,9-9 0,9-9 0,8-9 0</inkml:trace>
  <inkml:trace contextRef="#ctx0" brushRef="#br0">15891 8074 7771,'-19'0'862,"-4"0"152,2 0 1,-4 0 261,-4 0 0,-8 11-626,-9 5 1,-3 8 35,-5 5 1,3 8-631,24-15 1,0 2 0,-17 18 298,7 0 0,12-5-439,13-4 0,5-7-375,7-5 1,11-12-55,5 0 1,12-13 399,5-9 0,8-6-466,5-10 0,2-1 256,2-4 0,-6 0-203,-3 5 0,2 0 126,-2 4 0,1 6 252,-5 3 1,-5 3-70,-3 5 1,-7 5 433,-2 11 1,-10 12 361,-2 13 0,-5 4 8,-3 4 1,-6 8 101,-2 4 0,-3 2-530,-1-1 0,-1-2 447,1 6 1,-5-1-202,1 1 0,-5-3-267,5-6 0,-6 1-50,1 0 1,-1-6-149,1-3 0,-2-12-163,2-4 0,-2-14 197,-2-3 0,0-6-647,0-7 1,0-7 343,1-9 0,-3-3-702,-2-5 0,-1-4 430,-3-9 0,-1-2-863,5-6 0,0-6 1464,4-6 0,0-1 0,13 28 0,-1-1 0,1 1 0,-1-1 0,1-1 0,0 1 0,-1-2 0</inkml:trace>
  <inkml:trace contextRef="#ctx0" brushRef="#br0">17541 8099 7771,'-25'-2'-637,"1"-2"1,-3 3 752,-2-3 0,3-2 70,-3 2 1,3-4 351,1 4 1,2 0-146,2 4 0,-2 5 348,2 3 1,3 10-294,2 7 1,-2 7 204,1 9 0,-5 0-357,1 9 0,4-7-280,0 6 1,5-9-772,3-2 1,4-8 550,5-10 0,11-7-951,5-9 0,17-11 503,9-9 0,12-12 282,-24 6 1,2-1-1,-1 0 1,0-1 144,2-5 0,0 0 0,-2 0 0,0 0 225,-2-2 0,0 0 0,2-1 0,1-1 0,-3 2 0,0 0 0,0 2 0,0-1 0</inkml:trace>
  <inkml:trace contextRef="#ctx0" brushRef="#br0">18149 7243 7771,'0'-7'1098,"0"2"0,-5 10-442,-4 3 0,-7 17 233,-5 12 1,-9 14-563,11-17 1,1 3-1,-2 2 1,1 2-310,-4 3 1,0 3 0,5 0-1,1 1 26,-2-3 0,0 1 0,5-3 0,1-1 15,0-2 0,1-1 1,2-3-1,1 1-1176,-4 29 0,6-6 711,3-10 1,3 0-340,1-1 1,1-6 256,3-6 0,7-7-1228,6-9 1,9-4 1715,-1-9 0,5-3 0,1-7 0,2-7 0,0-4 0</inkml:trace>
  <inkml:trace contextRef="#ctx0" brushRef="#br0">18075 8334 7771,'0'21'0,"0"0"0,0-5 362,0 5 1,0-5 541,0 5 1,0-6 1912,0 2-2118,0-3 1,5-3-188,3-3 0,9-8-131,4-8 0,12-10-784,4-7 1,4-10 302,1-6 1,0-6-651,4 2 0,-1-2 409,-7 1 0,-4 8-119,-9 5 1,-11 7 172,-6 1 1,-7 1-36,-5 8 1,-15 1 555,-14 6 1,-4 5-227,-9 8 0,2 5 607,-2 7 1,0 4-280,4 4 0,1 3-135,4 1 0,9-1-581,3 2 0,13-7-883,-1-2 1,9 0 589,0 0 0,10-3-107,6-9 0,12-2 80,9-6 1,5-7 699,8-6 0,1-6 0,10-10 0,-3-3-287,4-5 0,-3-1 287,-24 17 0,0 0 0,23-16 0,4 0 0,-7 2 0,-6 11 0,-7 2 2428,-9 9-1655,-14 6 1,-10 3 186,-13 8 0,-3 3-434,-1 6 0,-6 0 66,-3 4 0,-2 1-199,-2 2 0,4 4 127,0-4 0,6 0-568,-1 0 1,3-3-302,5 4 0,2-6-161,6 1 1,10-2 324,3-1 1,11-1-205,1 0 1,8 1 126,0-1 1,3-4 183,1 1 0,-5-2-121,-3 1 0,-3 3 931,-1-3 0,-10 3-57,-2 2 0,-9 3 231,0 1 1,-8 1-610,-5-2 0,-6-2-85,-1 2 0,-5-2-385,5-1 1,-5-5 194,4 0 0,1-5-2563,3 1 1939,6-3 0,2-2-581,5-3 1,3-4 70,5-9 1,7-2-29,14-6 0,3-4 1140,5 0 0,4 0 0,1 4 0,0 6 0,0 3 0,-4 3 0,4 5 0,-5 8 30,-4 8 0,-4 5-86,-8 3 0,-3 2 907,-6 3 1,-1-3 420,-3-6 1,-1 0 2659,-3 1-3031,3-6 0,7-2-446,3-5 1,2-9-1085,6-4 0,1-8 424,3 1 0,-2-4-638,6 0 0,-5-1 621,1 0 1,-8 2-1535,-5 2 760,-8-3 600,-2 11 1,-18 3 865,-9 14 0,-5 10-356,-12 15 1,8-2 852,-7 6 1,4 1-415,0 3 0,4-1 129,8-3 0,5 1-185,7-5 0,4-1-612,5-8 0,12-3-398,9-9 0,13-4 450,12-8 0,12-10-348,4-10 0,-30 9 1,1-1 50,-2-2 0,0-1 0,2-2 0,0-1-331,0 0 0,0-1 1,2-3-1,-1-1 316,-3 1 1,0-1-1,0-3 1,-2 0-126,-1 2 0,-2-1 1,0-5-1,-1-1 292,2-4 1,0-1 0,-2 2 0,-2-1 207,-2-5 0,0 1 0,-1 7 0,0 0 126,-5 3 0,-2 0 0,11-14 213,-8 14 0,-7 18 907,-5 11 1,-4 14-697,-4 10 0,-2 5 467,-2 4 0,-3 4-325,3 9 1,2 3 557,2 9 0,-2 4-876,2 8 1,0-3 936,4 3 1,4-2-936,0-2 1,2-4-555,-2-1 1,-1-6-1665,5-1 0,-5-7 1167,1-10 1,-3-3-311,-1-5 1,-1-7 320,-3-6 1,-8-5-886,-9-7 0,-5 0 1045,-7 0 1,-1-5-133,-7-4 1,1-7 635,-1-5 0,1-4 0,-6-4 0,11-2 13,-3-6 0,15 1-65,2 3 1,6 2 1769,3 7 0,6 4-884,6 4 1,13 3-106,11 5 1,14-3-244,11 3 1,10 1-559,8-1 1,-30 4 0,1-1-295,0-1 1,-1 0-1,3 0 1,0 0-67,1-1 0,0 1 1,-2 0-1,0 1 432,2 1 0,0 0 0,-4-3 0,-1 0 0,0 2 0,-1 2 0,0 0 0,1 0 0,1 2 0,-1 0 0</inkml:trace>
  <inkml:trace contextRef="#ctx0" brushRef="#br0">21300 8657 7686,'0'49'6908,"0"-6"-5354,0-6 1,4-4-2383,0-4 0,-1-1-197,-7 5 1025,-8 0 0,-19-1 0,-7-2 0</inkml:trace>
  <inkml:trace contextRef="#ctx0" brushRef="#br0">22429 8111 7626,'-12'11'0,"-1"-3"0,2 3 909,3-2 0,6-4-186,15-1 1,16 2 76,25-2 0,10 0-669,-23-3 1,1-2-1,2-1 1,2-1-558,5-1 0,1-1 0,-1-2 0,0-2-160,3-1 0,0-1 470,-3 0 1,0-1 0,2-2-1,0 0 1,-6 1 0,-1 1-960,-4 2 0,-2 1 0,18-5-108,-21 6 1183,-17 3 0,-8-1 0,-6-1 0</inkml:trace>
  <inkml:trace contextRef="#ctx0" brushRef="#br0">22801 8347 7626,'-47'25'1500,"6"-1"1,12 0-1359,17-4 1,23 3-147,17-7 0,14 1 737,12-5 1,3-1-754,10-3 0,-1-2 140,-29-5 0,0-2 1,1-2-1,1-1-388,4-1 1,1-2-1,2-4 1,-1-1 166,1-1 0,-1-2 0,-3-3 0,-2 0-861,-2-1 1,-2 0 0,23-18 244,-5-4 1,-6 2 716,-11 2 0,-1 1 0,-15 3 0,-6 3 0</inkml:trace>
  <inkml:trace contextRef="#ctx0" brushRef="#br0">23223 7813 7626,'-19'-19'1204,"2"1"-933,9 6 0,4 1 314,8 3 0,10 2-29,10 6 1,9 0-194,13 0 0,5 6-105,11 2 0,-27-1 0,0 2-290,0 1 1,1 1 0,1 1 0,1-1 167,-2 1 1,-1 1 0,-2 2 0,0 1 76,29 17 0,-8 7-632,-13 1 1,-16 0 369,-17-3 1,-16 4-394,-9 4 1,-17 2 137,-12 2 0,20-25 0,-1-1-202,-4 1 0,-1 0 0,-1 2 0,-1 1 93,-1 1 0,0 0 1,1 0-1,1 1 159,2-1 0,0 0 1,1-3-1,1-1 254,-20 20 0,-8-3 0,10 0 0,4-3 0,6-5 0</inkml:trace>
  <inkml:trace contextRef="#ctx0" brushRef="#br0">24910 7702 7626,'-11'-6'0,"3"-2"0,1 1 854,3-1 0,4 4-321,0-4 0,7 5 466,9-1 1,9-2-463,8 2 1,8-2-27,5 2 1,3 2-167,5-7 0,-3 5-666,3-4 1,1-2 307,-1-6 1,-2 2-48,-6-3 0,-5 4-36,-8 0 1,-3 1-327,-5-1 1,-5 7-928,-4 1 916,-8 4 0,-2 13 343,-6 9 0,-4 8-79,0 8 0,-6 6 507,2 2 0,-3 9-197,-2 4 0,-3 8-42,8-31 1,-1 0 0,0 2 0,0 0-74,1 0 1,0 0-1,1-2 1,0 0 27,-1 1 0,-1-2 1,-3 30-96,4-2 1,2-11 105,6-10 0,0-9-273,0-7 99,6-6-2309,1-12 1265,0-2 1153,-2-10 0,-10-8 0,-2-6 0</inkml:trace>
  <inkml:trace contextRef="#ctx0" brushRef="#br0">25046 8148 7626,'-12'0'0,"0"0"2071,-1 0-876,6 0-101,29 0 1,3-1-507,25-3 1,2 1-205,6-5 0,-1 4-375,1-5 1,-5 1-555,5-4 0,-10 5 410,2 3 1,-16 2-1185,-5 2 1,-9 2-621,-12 2 1,-14 8 1938,-10 9 0,-17 8 0,-6 3 0</inkml:trace>
  <inkml:trace contextRef="#ctx0" brushRef="#br0">24935 8570 7626,'-32'19'234,"3"-2"0,10-3 626,6-2 1,9-5-357,13-3 0,7-3 108,17-1 0,7-1-205,14-3 1,8-3-747,-27 1 1,0 0 0,2-1 0,-1 0 340,1-1 0,1-1 0,1 1 0,2-2-219,0 0 0,0 0 1,1-2-1,-1 2 217,-1 1 0,-1 1 0,28-8 0,-12 3 0</inkml:trace>
  <inkml:trace contextRef="#ctx0" brushRef="#br0">26473 8049 7626,'7'-19'767,"5"1"-386,1 6 1,1 0 213,6 4 1,0 10 236,0 10 1,2 6-352,-5 7 1,-6 5-233,-7 3 1,-3 2-61,-1-2 1,0 1-329,0-5 0,-1 0 152,-3-4 1,2-6-959,-2-2 315,3-4 127,1-6 1,1-4 198,3-11 1,7-7 21,6-14 0,4-2 36,-5-2 0,5-1 24,-5 5 0,6 0 487,-1 4 0,-3 6-168,-1 2 0,-8 9 527,0 4 1,-7 4-133,2 4 1,-2 4 80,-2 9 1,0-2-178,0 6 1,-6-1-66,-2 5 1,1-1-275,-1-4 1,4-2 43,-5-5 1,7 0-696,-2 4 1,2-7 352,2 2 1,0-7-2675,0 4 1805,0-7 0,2 4 192,2-6 1,3 0 917,5 0 0,6-3 0,3-5 0,-2 0 0,2-9 0,-5 2 0,5-2 0,-5 4 0,5-4 0,-10 7 0,1 2 765,-2 5 1,-2-2 175,1 5 1,-7 1 181,3 3 1,-4 3-472,-1 6 1,0 3-279,0 1 0,0 3-306,0-3 1,0 0 38,0-5 1,1-1-24,3-3 0,3-2 66,6-6 1,3-6-485,1-2 1,3-7-554,-3-2 1,1-5 445,-2 2 0,-6-2-78,3 1 0,-5-1 164,0 5 1,-2-3 320,-6 3 0,-6 1-65,-2 3 0,-7 1 368,-2-1 1,-6 5-224,-2 0 1,0 5 69,-4-1 0,4 4 26,5 4 0,2 2-94,5 2 1,1 3-729,-1-3 0,7 3 340,1 2 1,4 0-614,1 4 0,6-5 191,2 1 762,3-1 0,1-5 0,1 5 0</inkml:trace>
  <inkml:trace contextRef="#ctx0" brushRef="#br0">27131 8124 7626,'19'-5'0,"-3"1"0,2 0 559,-1 4 0,-1-1-173,-3-3 0,-1 2 491,1-2 0,-2 8-372,-3 5 0,2 2-68,-6 1 1,4 2-119,-4 2 0,0 2-26,-4 3 1,0 1-249,0-6 0,-4 5 96,0-4 1,0-1-768,4-3 479,0-1-472,0-5 0,4-3 288,0-8 1,10-7-250,-2-6 1,5-5 183,-1 2 1,0 0 110,4 0 1,-3 0 280,3 0 0,-4 3 236,0 9 1,-6-2 334,-2 6-440,0 0 1,-1 14 455,-3 2 1,-2 5-238,-2-1 1,-4 3-25,-1 6 1,-3-4-32,4-1 1,0 1-780,4 4 0,-4-4-1084,0-1 1,-1-3 843,5 4 0,6-5 728,2 5 0,3-6 0,2 3 0</inkml:trace>
  <inkml:trace contextRef="#ctx0" brushRef="#br0">28706 7603 7626,'0'-13'-809,"0"5"404,0 0 1956,0-1-71,0-3 134,0 0 27,0-1-688,0 6-472,0 2 0,-1 8-138,-3 5 0,-3 8-19,-6 17 0,-1 7-102,-2 14 1,1 8-112,4-27 1,1 0-1,2 5 1,0 0-376,-3 4 1,1-1 0,2 0 0,-1 1 106,-1 1 0,0 1 0,2-2 0,2-1-381,-1-1 0,1-2 0,2-2 1,2-3-15,2 28 0,0-14-376,0-12 1,5-12 374,3-12 0,9-7-395,4-6 0,-2-1 442,2-3 1,-2-4 505,1-9 0,4-2 0,-5-6 0</inkml:trace>
  <inkml:trace contextRef="#ctx0" brushRef="#br0">28880 8136 7626,'0'-12'359,"0"-1"0,0 5 281,0 0 140,0 5-49,0-3-367,0 23 1,0-2 0,0 14 1,-2-1-138,-2 0 0,1 0 77,-5 5 1,5-5-94,-1 1 1,-1-3-175,1-1 1,-1-2 100,5-2 0,0 1-423,0-6 0,-4 1-343,0-5 1,0-4-605,4 1 0,-1-7-904,-3 3 1180,2 2 955,-9-6 0,4-1 0,-5-7 0</inkml:trace>
  <inkml:trace contextRef="#ctx0" brushRef="#br0">28905 7938 7626,'-9'-1'0,"1"1"0,4 0 1266,-4 0-515,5-5 1,-1-2 296,8-5 1,3-1-786,5 1 1,6 1-75,3 3 0,2-3-1208,2 2 1,0 4 644,0 1 1,-5 2-1405,1 2 1778,-6 0 0,3 6 0,-6 1 0</inkml:trace>
  <inkml:trace contextRef="#ctx0" brushRef="#br0">29091 8136 7626,'-20'14'256,"4"2"1,6 2 328,2 3 1,4 2 917,-5-2 0,7 2-732,-2 2 0,-2 0-618,2 0 0,0-5 249,4 1-949,5-6 1,2 2 428,6-9 0,-1-2-249,0-6 0,5 0-65,-1 0 0,5-10-402,-4-2 1,3-4 354,-3 4 1,-1-5 128,-3 1 1,-1-1 487,1 5 0,-2 0-166,-3-1 1246,3 1-970,-10 5 1,5 3 632,-6 8 0,-4 3-269,0 5 1,-6 6-48,2 3 0,-2 1-4,2-2 1,-2 4-207,6-3 0,0 1-584,4-2 0,0-2 180,0-5 1,1-2-645,3-3 1,7-3 423,6-5 1,9-1-1609,-1-3 1,8-7 667,0-6 1,2-3 436,-2 3 1,5-5 771,-5 1 0,6-2 0,-7-2 0</inkml:trace>
  <inkml:trace contextRef="#ctx0" brushRef="#br0">29562 8347 7626,'-12'12'726,"-1"1"1,5-1-222,0 0 1,5 1 561,-1-1 0,2-4-280,2 1 0,3-7 32,5 3 1,2-4-488,11-1 1,5-1-132,7-4 0,-1-3-804,1-8 0,-6 2 430,2-3 1,-3-1 252,-1 2 1,-4-5 120,0 5 0,-10-1-12,1 5 0,-8-1-332,0 1 0,-8 0-713,-4-1 0,-4 6-381,-5 3 1,-6 4 619,-6 4 1,-2 5 1800,2 7 1,3 3-459,-3 6 1,3 1 292,1 3 1,5-1-474,-1 5 1,10-1-511,-2 1 1,9-2-387,0-2 0,4-7-431,4 3 0,5-10 697,7-2 0,8-6 10,4-7 1,8-7-2392,2-6 0,-1-5 1263,4-6 1,2-1 584,-2 0 1,6-4 616,-1 0 0,-4-4-107,0 4 0,-8-1 107,-1 1 0,-9 7 0,0-3 0,-11 14 2363,-1 3-1819,-8 5 1,2 8 749,-6 4 1,0 7-598,0 5 0,-2 2-175,-2 2 0,2 1-56,-7 3 1,7-1-126,-3 5 1,0-6-176,1 2 0,-2-2-180,2-3 1,3 0-566,-3-3 0,2-4 352,2-4-151,0-6 0,2-2 147,2-5 0,3-7-421,5-5 0,2-2 238,2-7 1,0 5 134,4-5 1,1-4 45,4-3 0,0-7 32,-1 2 1,5 1 282,0-1 0,2 2-116,-3-3 0,3 1 351,2 9 0,-3 2-220,-5 9 1,-6 2 930,-2 3-467,2 2-62,-11 6 0,8 6-240,-12 2 0,0-1-187,-4 1 0,0 1-3132,0 3 3060,-6 0 0,-1 6 0,-5 2 0</inkml:trace>
  <inkml:trace contextRef="#ctx0" brushRef="#br0">30430 8297 7626,'5'-8'-1656,"-1"0"2124,0-1 1,-4-3-28,0 0 1,0-1-103,0 1 1,0-1 172,0 1 1,-2 0-163,-2-1 1,2 2 37,-7 3 0,-3-2-56,-5 6 1,-3-4 16,3 4 0,-5 1-107,1 7 1,-3 8 40,-5 9 0,2 7-124,-2 1 0,7 5-62,2-1 1,5 2-62,-2-2 1,5 0 46,3-8 1,5 1-211,8-10 0,5-1 112,7-6 0,3-4-121,6-5 0,4-7 39,0-5 1,6-2-349,-2-7 1,3 1 110,1-5 1,-6 0-16,-2 0 0,-2 1 198,-3-1 1,-4 5-39,-4 4 343,-7 8 1,-4 5-135,-5 11 1,-5 3 428,-4 14 1,-3-2-230,-5 11 1,2-6 328,-6 6 0,6-7-225,-1 2 1,2 0-157,2-4 0,1 1-889,2-10 1,4 1 431,5-5 1,1-5-317,3-3 0,3-2 270,6-2 0,4-7-1092,4-5 1,3-5 151,0-4 1275,1-2 0,6-2 0,0-7 0</inkml:trace>
  <inkml:trace contextRef="#ctx0" brushRef="#br0">30803 8186 7626,'8'0'767,"0"0"1,-4 0-327,4 0 0,-3 0 789,3 0 1,0 1-443,5 3 0,-1 3-153,0 5 1,1 6-274,-1 3 1,-4 2-174,1 2 1,-7 5-400,3 4 0,-4 1 205,-1 3 1,-1-3-130,-4-2 0,3-4 165,-7-8 1,3-3-841,-3-6 415,4-5 0,6-4-29,3-11 1,10-7-83,11-14 1,2 1 156,11-5 1,-4-1-320,7-8 1,4 4 305,0-4 0,-1 4-735,2 1 0,-12 6 87,-1 6 1009,-5 6 0,-6 4 0,-6 3 0,-7 5 0</inkml:trace>
  <inkml:trace contextRef="#ctx0" brushRef="#br0">26101 9389 6964,'7'-7'1019,"-2"1"1,-5 13-268,0 5 0,0 6 136,0 7 0,0 0-403,0 0 0,-1 5-238,-3 3 1,1 3-39,-5 1 1,4-5-751,-5-3 1,7-3 418,-3-1 0,0-6-854,1-2-543,0-4 10,9-6 1,-3-8 1508,2-11 0,3-6 0,0-7 0</inkml:trace>
  <inkml:trace contextRef="#ctx0" brushRef="#br0">26200 9190 7704,'7'-12'2066,"0"-1"-1471,-3 1 1,-1 4 31,5-1 1,4 5-250,5-4 0,0 5-620,-5-1 0,5 4 226,-1 4 0,6 3-1529,-1 6 1,1-1 1544,-1 0 0,2 1 0,-4-1 0</inkml:trace>
  <inkml:trace contextRef="#ctx0" brushRef="#br0">26448 9327 7703,'2'8'307,"2"0"1,-1-4 886,5 5 0,0-5-551,4 4 1,-3 2 340,-1 6 0,0-1-467,5 6 1,-1-2-33,0 2 0,-3 2-112,-1-2 0,-5 7-434,1 0 0,-3 1 103,-1-4 1,-5 0-667,-3 0 0,-4 0-884,0-1 1,0 0 790,-1-3 0,5-4-1119,0-4 1335,5-6 0,2-7-884,5-9 1385,11-7 0,-7-9 0,10-7 0</inkml:trace>
  <inkml:trace contextRef="#ctx0" brushRef="#br0">26783 9289 7703,'13'0'0,"-1"0"0,0 4 1021,1 1 1,-2 4-169,-3 0 1,2 2 18,-6 1 1,4 6-475,-4 3 1,0-1-26,-4 5 0,0-3-614,0 7 1,-1-1 212,-3 1 0,1-3-555,-5 3 1,0 1 426,-5-1 1,2-2-168,3-6 0,-2-3-253,6-6 481,0-5 1,10-8 568,2-11 0,4-8-286,5-9 0,3-4 5,9-8 0,-2 2-22,1-2 1,3 2-284,-2 2 1,0 4 119,-4 0 0,-2 12-420,-2 5 1,-3 8 220,-6 8 0,-1 1 191,-3 3 0,3 8 0,-4 8 0</inkml:trace>
  <inkml:trace contextRef="#ctx0" brushRef="#br0">28185 9513 7703,'8'12'297,"1"0"0,-3 2-119,3 3 0,0 9 780,-5 11 0,1 13-279,-5 12 1,-2 4-669,1-31 0,-2 0 0,0 2 0,-1-1 186,-2-1 1,0 0-1,-7 34-58,7-33 1,0-1 0,-8 29-549,-2 3 0,2-8 256,-3-1 1,2 0-232,-1 4 0,3-7 296,1-6 0,1-11-2380,7-14 1205,0-10 1263,4-8 0,5-6 0,2 0 0</inkml:trace>
  <inkml:trace contextRef="#ctx0" brushRef="#br0">28235 9661 7703,'18'-24'975,"-3"-1"192,5 0 1,2 6-129,7 2 1,-1 3-500,5 2 1,-5 5-427,1 3 0,-9 5 39,-3 8 0,-5 0-158,-4 12 1,-2-5-232,-6 5 1,0 0-235,0 4 0,-10-1-717,-2 1 0,-7 4 585,2 0 1,-4-4-766,5-4 0,-1-2 1367,5 2 0,-6 2 0,-1-4 0</inkml:trace>
  <inkml:trace contextRef="#ctx0" brushRef="#br0">28756 9686 7703,'-6'18'0,"-6"1"963,-9 6 0,2 1-500,-2 3 0,2-1 942,-2 5 1,-1-5-688,6 0 0,4-3-470,8-4 0,6-9-225,6-7 1,6-4 115,11-1 1,1-3-780,3-5 0,2-6 484,7-11 0,2-4-818,-3 0 0,-3 0 491,-9 5 0,-6 0-290,-2 4 1,-9-2 420,-4 5 0,-8 0 288,-4 5 1,-10 4 62,-7-1 1,-4 7 300,-4-2 0,-3 2-114,3 2 0,-1 6-90,1 2 1,4-1-346,8 1 304,3 0-1078,11 5 1,11-6 1022,9-3 0,13-8 0,0-3 0</inkml:trace>
  <inkml:trace contextRef="#ctx0" brushRef="#br0">29277 9141 7703,'7'-13'653,"4"1"180,-3-1 1,2 5 185,-2 0 0,-1 5-489,-3-1 0,-3 14 426,3 6 1,-8 9-428,-4 8 0,-3 1 99,-2 12 1,-3 3-222,-1 5 1,-5 7-492,2 1 1,0 0-252,0 4 1,0-3-654,0-1 1,2 0-1109,5 0 0,2-11 1111,3-5 1,8-13-232,8-8 1,10-11 616,7-10 0,1-10 298,7-6 0,5-7 301,3-10 0,0 1 0,-3-5 0,-8 7 160,-5 1 1,-7 6 378,-10 6 1124,-3 6 1,-5 7-430,0 9 1,-5 3-93,-3 5 1,-3 3-416,-2 9 0,1-3-255,-1 3 1,2-3-110,3-1 1,3 3-323,5-3 0,2-3 104,7-10 0,4 1-452,12-1 0,5-4-191,4 0 1,-3-3 335,2 3 1,-1 0-74,1 5 1,-4 6 1,-8 6 0,-3 1 404,-6 7 0,-5 4-100,-3 4 1,-3 9 34,-1-4 1,-6 3-36,-7-8 0,-1 2 23,-6-1 0,-2-4 44,-7 3 0,1-9-61,-5-7 0,4-2-29,-4-6 1,1-2-4,-1-7 1,7-4-86,5-8 0,10-8 78,-1-9 0,8-8 311,0-4 1,9-8-377,8-5 1,6-3-622,10-5 0,3-1 228,5-3 0,0 3-97,0 5 1,7 6 6,6 3 0,4 5 161,4 7 1,1 2-839,-5 10 0,-5 2 77,-3 7 1110,-6-3 0,4 9 0,-6-5 0,0-2 0,-4-5 0</inkml:trace>
  <inkml:trace contextRef="#ctx0" brushRef="#br0">24066 9488 7644,'7'-13'467,"-1"1"-327,-6 0 0,0-1 1536,0 1-1069,5 5 1,2 1-83,6 6 0,-1 6-91,0 2 0,-3 10-396,-1 7 105,-5 0 1,2 11-209,-5-3 1,0-2 111,0 2 0,0-5 1,0 1-483,0-3 0,0-7-302,0-2 162,0-3 0,2-7 141,2-3 1,8-14 82,9-7 1,2-6 321,2-6 1,1 2-113,3-7 0,2 7 498,2-2 1,-3 10 5,-5 6 1,-6 6-214,-2 7 0,-5 6 242,-4 2 1,-2 9-1,-6 3-59,0 4 0,-6 1 204,-2-1 0,1 1-231,-1 0 1,0-6-212,-5-2 1,5-3-377,0-2 178,5-5-343,-3-2-66,6-5 1,6-9 208,2-4 1,7-7-527,2-1 594,-1 3 1,2-5-474,3 2 0,-2 2 261,2-2 0,-6 10 215,2-1 1,1 6-1,-2-1 420,-1 2 1,-2 6-163,-5 7 1,-3 5 369,-5 3 0,5-2-110,-1 3 0,0 1-126,-4-2 0,0 1-186,0-5 197,0 0-618,5 1 1,2-6 223,6-3 1,-1-7-142,1-1 0,-1-6 93,0 2 1,5-2 93,-1 2 1,1-2 0,-5 5 459,1-2-189,-6 4 1,4-6 626,-3 5 157,-3-1 543,6 5-234,-9 0-429,3 0-598,-5 0 0,-1 0 150,-3 0-196,2 0-138,-3 0 1,4 0 191,-4 0-234,4 0 1,-6-1-7,3-3 0,1 3-10,-5-4 0,4 3-130,-4-2 84,5 2-826,-8-3 449,4 5-630,-5-6 0,3 5-935,1-3 2070,5 2 0,-2-3 0,5 3 0,5-3 0,2 5 0,6 0 0</inkml:trace>
  <inkml:trace contextRef="#ctx0" brushRef="#br0">24947 9575 7644,'13'-6'0,"-5"1"129,0-4 0,-4-2 179,5 3 1,-5 1-106,4-1 0,-4 5 1123,4-1-484,-5 3-162,8 1 0,-9 6-261,2 7 0,-3-1-110,-1 5 1,-1 2-192,-3 2 1,1-2-127,-5 2 1,5-6-444,-1 1-1,-2-2 385,2-1 0,-4-1-1411,4 0 671,-1 1 348,5-6 0,2-2 0,3-6 143,8-3 0,1-3 113,6-6 0,-1-3 619,2-1 0,3 1-316,-4 3 1,-2 5 147,-1 0 0,-8 5 37,0-1 470,-1 3 0,-1 6-252,-3 3 0,-8-1 96,-4 2-583,-3-1 0,2 4-107,1 1 1,0-2-153,-5-3 0,5 2-1154,0-6 686,5 0-181,-3-4 376,6-6 1,6-2-408,2-8 0,2 0 546,-2-4 1,3 3 376,-3-4 0,8 1-155,0-5 0,1 4 155,-5 1 0,1 5 599,-1-2 1,-4 7-353,0 2 967,1 5 1,3-2 15,1 5 0,-5 0-134,0 0-1064,-5 5 0,2-2 86,-5 5-118,6 1 0,1 3 0,5 0 0</inkml:trace>
  <inkml:trace contextRef="#ctx0" brushRef="#br0">30641 10133 7644,'-19'31'0,"1"5"323,6-3 0,-1-2 331,1-2 0,1-3 610,3-1 1,2-10-41,6-3 1,6-9-599,2-3 0,10-6 143,7-6 0,6-11-312,11-6 0,2-6-776,5-2 0,5-6 40,-27 21 0,0-1 1,2-1-1,0 0 162,-2-1 1,-1 0-1,3 2 1,-1 0 123,22-22 0,3 1-288,-11-2 1,0 4-165,-13 4 1,-7 1 123,-9 0 1,-2 1 279,-7 3 1,-5 4-95,-8 9 1,-2 3 464,-1 9 0,0 4 317,-1 8 0,-1 8-367,-2 9 1,2 8 135,-3 4 1,2 7-159,-1 1 0,2 6 302,-3-2 1,-2 8-306,-2 1 1,-2 3-116,-2-3 1,5 0 50,-1-4 0,7-6-419,2-3 0,5-9 56,7-8 1,8-10-66,9-10 0,5-13-705,15-8 1,3-6 458,9-6 1,2-4-482,3-9 1,0 2 651,-23 18 1,0-1 0,24-18-98,-24 18 0,0 0 0,19-18 12,-1-5 0,-11 2-12,-1-1 0,-14 3-175,-2 9 997,-11 9 0,-12 11 188,-10 9 1,-2 14 190,-7 6 1,5 8 324,-5 5 0,6 2-478,-2 6 1,4 1 69,0-1 0,5 4-286,0 1 1,5 0-101,-1 0 1,2-4-567,2 4 1,0-5-244,0-4 1,2-1-550,2-4 1,-1-1-1253,5 2 1,-1-7 2286,1-2 0,3-5 0,-4 3 0</inkml:trace>
  <inkml:trace contextRef="#ctx0" brushRef="#br0">32043 10406 7645,'-12'-6'2919,"-1"-2"1,2-3-1505,3-2 0,-2 5 419,6 0 0,-1 1-1501,1-1-2812,2-3 1002,-3 9 0,5-2 1477,0 8 0,-11 3 0,-3 6 0</inkml:trace>
  <inkml:trace contextRef="#ctx0" brushRef="#br0">5657 10641 7827,'-39'-5'1723,"6"-4"1,12-2-821,9-1 0,18 1-70,14 3 1,15-2-325,10 6 0,9 0-299,4 4 1,3-2-414,1-2 1,1 2-65,3-7 1,2 7 238,-33 0 0,0-1 1,27-2-1184,-8 1 1,-10-5-317,-7 5 461,0 0 0,-17 6-1170,-4 2 2236,-13 3 0,-16-1 0,-6 0 0</inkml:trace>
  <inkml:trace contextRef="#ctx0" brushRef="#br0">5942 10852 7827,'-23'21'1748,"2"-1"1,9-4-1317,8 0 1,9-4-197,7-3 0,12 0 785,9-4 0,4-1-447,5-4 1,3-3-661,9-5 0,2-2-532,6-11 1,-5-3-120,-3-5 0,-3-6-117,-2 2 1,-2-3-2452,-6-1 3305,-5 5 0,-16-9 0,-3 2 0</inkml:trace>
  <inkml:trace contextRef="#ctx0" brushRef="#br0">6290 10294 7820,'-20'-12'2418,"2"-1"-1729,6 1 1,8-1-430,8 1 1,4 4-39,13-1 0,1 7 574,7-2 1,-2 4-301,6 4 0,1 3 127,3 5 0,1 6-339,4 3 1,-5 2-263,0 2 1,-2 6-751,-11 7 1,-2 2 538,-9 9 0,-8-1-640,-5 10 0,-16-4 612,-13 4 1,8-28-1,-2-1 50,-1 4 1,-2 0 0,-2-1 0,0-2-203,1 2 0,0-2 0,-1-1 0,-1-1-161,-20 21 1,-2 0-279,9-4 1,9-8 807,13-8 0,3-5 0,13-8 0,0-5 0</inkml:trace>
  <inkml:trace contextRef="#ctx0" brushRef="#br0">8188 10480 7828,'-17'-23'0,"0"2"0,2 3 1248,7 6-437,3 5 0,10 7 1214,3 8-1305,9 3 1,4 1 290,7 1 0,10-2-562,7-3 0,8-2-136,0-6 1,12-2-532,1-2 1,-30-1-1,0-2 180,1-3 0,0-1 0,2-3 0,0-1-491,-2-1 1,0-1 0,-1 0-1,-2 0-142,24-17-1277,-14 4 1,-9 11 915,-15 2 1,-10 9 1031,-14 4 0,-3 3 0,-11 1 0</inkml:trace>
  <inkml:trace contextRef="#ctx0" brushRef="#br0">8498 10480 7828,'0'21'917,"0"-1"0,0 2-183,0 7-96,0 3 1,5 9 683,3 1 0,2 5-781,-2-2 1,-2 3-95,-6 2 1,4 2-362,0-2 0,0 1-250,-4-10 0,0-4-1058,0-4 1,2-6 898,2-3 0,-1-4 1,5-9 246,1-3 0,-2-2-3502,2-6 1841,-7 0 1737,4-6 0,-12-6 0,0-8 0</inkml:trace>
  <inkml:trace contextRef="#ctx0" brushRef="#br0">8473 11088 7828,'-7'-6'0,"1"5"0,6-6 0,0 3 0,7 2 2069,6-2 1,5 3-612,6 1 1,8-1-871,5-4 0,2 3-1014,6-7 1,-3 5-354,3-4 0,-6 4-703,-2-4 0,-7 6 184,-9 2 0,-8 6 1298,-9 6 0,-8 12 0,-3 2 0</inkml:trace>
  <inkml:trace contextRef="#ctx0" brushRef="#br0">8498 11435 7828,'-7'12'1108,"1"-5"1,8-1-1,3-6 31,8 0 0,10-6-578,10-2 0,10-9-94,6-3 1,8-5-638,-25 11 0,2-1 0,2 0 0,1-2-133,2-1 1,1-1-1,-1 1 1,0-1-183,-1 0 1,-1 1-1,-1 2 1,-1 0-785,-1 1 1,-1 1-1,26-12 1269,-14 1 0,4 0 0,-5 0 0</inkml:trace>
  <inkml:trace contextRef="#ctx0" brushRef="#br0">9527 10455 7739,'0'-8'2588,"0"0"0,2 1-1516,2-2 0,10-2-554,10 3 1,3-4-467,6-5 0,1 3 100,8-2 1,-3 1-293,7-2 0,-6 3 164,1-2 0,-8 6-3776,-4 2 2238,-8 5 1514,-9-2 0,-6 10 0,-6 2 0</inkml:trace>
  <inkml:trace contextRef="#ctx0" brushRef="#br0">9689 10592 7739,'-2'12'342,"-2"0"0,-1 1 386,-4-1 0,4 2 803,5 3 1,-2 2-734,-2 6 1,2 1 304,-7 3 0,5-2-514,-4 6 1,4 2-242,-5 6 1,3-1-149,-3 6 1,4-6-360,5 1 0,0 2 6,0-2 0,3-5-95,5-7 0,1-9-424,12-3 0,0-5 301,4-3 0,-1-4-952,1-5 1,0-5 554,0-4 0,4-6-635,0-1 1,0-6 1402,-5 1 0,7-8 0,1-3 0</inkml:trace>
  <inkml:trace contextRef="#ctx0" brushRef="#br0">10135 10592 9075,'0'6'2911,"2"6"-3111,2-4 0,3 4 2008,5 5 0,5 2-815,-1 6 0,10 5-87,-1 3 1,7-1-397,-3 1 0,5-5-890,-1 0 1,-1-1-293,1-3 1,-5-4-498,1-4 0,1-7-908,-1-5 0,4-3 1026,-4-1 1,0-5 1050,-4-4 0,-1-13 0,1-4 0</inkml:trace>
  <inkml:trace contextRef="#ctx0" brushRef="#br0">10706 10567 7730,'-26'5'1964,"-3"4"1,1 7-1194,-5 5 0,-1 13-308,-8 8 1,-2 10-604,20-23 0,-1 0 1,-2 1-1,0 0 339,0 1 1,0 0 0,2 0 0,2-1-34,1-1 0,2 0 1,-13 19 413,4-11 1,9-5-905,3-7 0,9-6-1720,4-2 0,4-5 1204,4-4 0,4-5 840,9-11 0,2-11 0,6-13 0</inkml:trace>
  <inkml:trace contextRef="#ctx0" brushRef="#br0">10731 10530 7697,'4'-17'2106,"0"1"0,7-7-1256,1 3 1,2-4-359,7 0 0,-5-1 21,5 0 1,-2 6-127,2 2 1,7 3-152,-4 2 0,5 5-244,0 3 0,-3 3 74,3 1 1,-2 1 20,-3 3 0,4 7 64,-3 6 1,1 3 438,-9-3 1,-1 6-184,-4 2 0,1 4 30,-1 4 1,-1 3-10,-2-3 0,-3 7 52,-1 1 1,-3 5-291,7-5 1,-5 5 5,4-5 1,-5 4-525,1-3 1,1-2 249,0-7 1,-1-4-163,-4-9 0,0-2-62,0-5-214,0-1 0,-7-5-340,-6-3 0,0-3-600,-8-1 0,-5 2 792,-7 2 1,-5-3 35,-3 4 0,1 0-1788,-5-1 2098,-6 6 1,-11-3-1,-7 5 1</inkml:trace>
  <inkml:trace contextRef="#ctx0" brushRef="#br0">12790 10232 7656,'-37'7'0,"0"4"1426,-1-3 0,11 5-693,2 3 1,7 3-437,-3 6 0,-5 8-164,-7 9 0,-8 4-161,18-15 1,0 0-1,-4 3 1,-1 0-322,-2 7 0,-2 1 0,-4 2 0,-2 1 307,-5 6 1,-1 2-1,13-18 1,1 1 0,-2 0-339,0 2 0,-1 1 1,-1 0-1,-1 2 1,0 0-1,0 1 374,0 1 0,-1 2 0,0-1 0,-2 2 1,-1 0-1,0 0-156,-1 2 1,0 0 0,0 1-1,1-3 1,0 0 0,0 1 72,0 1 0,1 0 0,-1 0 0,2 0 0,0 0 0,0 0-132,1-1 0,0-1 0,0 1 1,1 1-1,-1-1 0,1 0 84,0 0 0,1 1 0,0-2 1,2-3-1,1-1 0,0 0 39,0-1 0,1 1 1,0-1-1,1-3 0,0 0 1,0 0-176,-11 16 0,1 0 1,1-2-1,1-1 198,3-3 1,2-1-1,-1-6 1,1-1 87,4-4 1,2-1-1,1-4 1,2 0-547,-19 22 533,9 1 0,3-14 0,5 5 0,0 1 0</inkml:trace>
  <inkml:trace contextRef="#ctx0" brushRef="#br0">11822 12278 7672,'-12'0'1492,"0"0"-1010,-1 0 0,5 0 366,0 0 0,-1 0-332,-3 0 0,4 2 127,-1 2 0,2-1-196,-1 5 0,-3 6 14,3 6 1,2 9-68,2 4 1,-1 9-151,1 3 0,-1 9-46,5 4 1,0 5 43,0-1 1,6-1-732,2-7 0,7-8 399,2 4 1,5-9-1684,-1 1 1,2-5-878,2-4 0,0 1 2650,0-5 0,-1 0 0,1-4 0,0 0 0,0 0 0,0 0 0</inkml:trace>
  <inkml:trace contextRef="#ctx0" brushRef="#br0">12294 12712 7672,'0'20'555,"0"2"-115,0-6 0,0 2 962,0-1 29,0-3 1,1 2-718,3-8 1,3-2-95,6-6 1,0-2-219,4-2 1,-3-8 204,2-9 0,2-4-226,-1-3 1,3-4-564,-3-5 0,5-6-75,-1-3 1,1 0-158,-2 0 1,4-2-165,-4 2 1,0 0 287,0 0 0,-4 3-438,0 6 1,-8 0 263,-3 0 0,-4 5 180,-1 3 0,-6 10 78,-2 6 0,-3 2 371,-1 7 1,-1 7 53,1 9 0,4 8 224,-1 9 1,2 8 23,-1 8 0,1 8-225,3 0 1,1 7-193,-5-2 1,4 4 203,-4 4 0,4 1-421,-1-32 0,1 0 0,0 33 308,-4-6 0,5-11-358,-1-6 0,4-17 120,4-11 1,3-12 41,5-13 0,6-6-105,3-11 1,2-6 51,2-7 1,1-4-393,3-8 0,-1-1 131,5-3 1,-5 2-80,1-6 1,-3 6 113,-1-2 1,-2-3-18,-2 0 0,-3 7 342,-6 4 0,-5 18-5,-3 7 738,-3 11 1,-1 12-465,0 10 0,0 11 474,0 10 1,0 3-330,0 2 0,0 3-10,0 0 0,0 1-30,0-5 0,5 0 16,-1 0 1,1-1-592,-1-3 0,2 2-424,2-7 0,3 1-1475,-3-4 1,3-5 263,2-4 1845,5-8 0,-4-2 0,3-6 0</inkml:trace>
  <inkml:trace contextRef="#ctx0" brushRef="#br0">13460 12080 7672,'8'4'1210,"0"0"1,1 4-514,3-3 1,2 4-47,2-1 1,0 8-308,4 0 1,-3 8-138,3 0 0,1 5-78,4 4 0,-6 5 65,-2-1 0,-9 0-484,-4 4 1,-2 6 229,-2-1 0,-11 5-735,-6-6 0,-11 3 85,-5 2 0,-3 2-239,-1-2 0,-4-3 236,0-10 1,-1-5-704,5-3 1416,-6-3 0,3-1 0,-5-3 0,-2-6 0,-1-5 0</inkml:trace>
  <inkml:trace contextRef="#ctx0" brushRef="#br0">15916 11286 7672,'0'-12'193,"0"-1"1,0 1 639,0 0 1,1 5 561,4 3 0,1 13-681,7 8 0,-1 10-278,1 6 1,-2 9-119,-3 3 0,2 5-271,-6 3 1,4-6 93,-4 3 0,2-10-594,-2-3 1,-3-7-688,3-9 86,3-3 0,-5-12-925,2-6 1,-3-7 1978,-1-10 0,-5-8 0,-2-6 0</inkml:trace>
  <inkml:trace contextRef="#ctx0" brushRef="#br0">15916 10951 7672,'0'-20'884,"0"-1"1,1 4 0,4-3 1,7 5-373,9-2 0,8 3-166,4 2 0,8-1-1198,5 1 0,3 1 481,5 3 0,-3 1-2818,3 3 3188,-3 2 0,-7-3 0,-1 5 0</inkml:trace>
  <inkml:trace contextRef="#ctx0" brushRef="#br0">16685 10889 7672,'0'13'488,"-1"3"61,-3 1 1,1-1 533,-5-3 0,-1 0-506,-3 4 1,0-2 269,-1 6 1,-1-1-356,-2 5 1,1 0-352,-6 0 0,7 1 52,2 3 1,5-3-493,7 3 0,0 1 104,0-1 0,3-4-21,5-4 1,2-5 161,10 5 0,-3-6-76,4 2 0,-1-3 240,5-2 0,-4-4-103,-1 0 1,-3-3 182,4 3 0,-10-5-25,1 1 0,-6 1-155,2-1 0,-7 6-714,-1-2 0,-7 3 390,-9 2 1,-4-1-306,-4 1 1,-5 3 249,0 1 1,-2-1-956,2-3 0,3 0 1324,-3 4 0,-2-3 0,-1 4 0</inkml:trace>
  <inkml:trace contextRef="#ctx0" brushRef="#br0">18397 11547 7672,'6'-25'-108,"2"0"0,-3 0 150,0 0 0,0 1 113,-1-1 1,0 5 38,-4 4 0,-5 4 177,-3 3 1,-5 0-48,-3 4 1,-4 3 183,-4 6 0,-1 12-101,0 9 0,-4 14 29,0 2 1,0 7-67,4 6 1,2-3-3,2 3 0,-1-3-271,6-2 1,0-6 2,8-6 1,4-8-219,8-12 0,9-6 180,7-11 0,13-11-255,5-6 0,7-14-19,0-7 1,2-6-338,-1 3 1,1-6 366,-6 2 1,-5 2 33,-7 2 1,-4 7 702,-5 6-580,4 1 322,-10 14 0,-2 13-140,-8 16 1,-3 6 89,-1 3 1,5 4-286,-1 0 0,1 4 297,-1-4 1,-1 4-402,5-4 1,-1 0 77,2-4 0,2-1-1156,-3 1 1,7-1 547,2-4 0,3 2 672,-3-5 0,-1 5 0,-3-3 0</inkml:trace>
  <inkml:trace contextRef="#ctx0" brushRef="#br0">20432 11522 7672,'0'-13'599,"0"1"1,0 4-167,0-1 0,0 5 768,0-4-833,0 5 1,4 6 508,0 14 0,0 9-291,-4 15 0,0 5-109,0 7 0,0 9-633,0 9 1,0-34-1,0 0 234,0 2 0,0 1 0,-2 0 0,-1 1-417,-2 2 0,1 1 0,1-1 0,-1 1 335,0-1 0,0 0 0,0-2 0,0 0-479,-2-2 1,-1 0-1,-1 30-22,0-7 1,5-11-264,-1-10 1,3-12-672,1-4 627,0-14 0,4-1 192,0-14 1,6-6 211,-2-11 1,-1-5 407,1-11 0,0-6 0,5-1 0</inkml:trace>
  <inkml:trace contextRef="#ctx0" brushRef="#br0">20481 11559 7672,'6'-37'0,"-5"2"764,3 6 0,5 2-334,3 10 0,0 5 474,5 4 1,2 5-189,2-1 0,-2 4-328,2 4 0,-2 8-174,2 9 0,1 2-20,-6 2 0,-5 0-422,-6 0 0,-5 5 235,-5 3 0,-7 3-680,-9 1 1,-2 0 400,-2 1 0,-4-1 118,0 0 1,-5 0-350,1 0 280,2-5 0,-4 4 0,3-4 1</inkml:trace>
  <inkml:trace contextRef="#ctx0" brushRef="#br0">20767 11584 7672,'12'-7'0,"-4"-3"3001,1 6-2208,-1 0 0,0 0 740,0 0-627,-5 0-853,3 9 0,-2 2 39,0 5 0,0 1-1103,-4-1 0,4 1 174,0-1 1,0 0-246,-4 1 1,-1 3 217,-3 1 0,1 4 375,-5-5 1,0 5 699,-5-5 1,1 1-147,-1-5 467,1 1-531,0-6 1172,5-2-709,1-10 0,13-2 20,5-6 1,2 1-557,7-1 1,-5 1 100,5 0 0,0-1-669,4 1 1,-5-1 325,1 1 0,-2 4-360,2-1 0,-2 5 674,-2-4 0,-3 0 0,4-5 0</inkml:trace>
  <inkml:trace contextRef="#ctx0" brushRef="#br0">21139 11671 7672,'-13'12'240,"1"0"433,0 1 0,3-1-259,1 1 0,5-5-168,-1 0 0,3 0 31,1 5 1,1 3-84,3 1 0,-2 4 52,2-5 1,3 1-29,1-5 0,3-4 68,1 1 1,2-7-94,3 2 0,2-12-70,6-4 0,1-13-580,3 0 0,-3-8 305,3 0 0,-3-3-97,-1-1 1,-2 1 99,-2 3 1,-7 3 250,-6 5 1,-5 4-124,1 1 0,-9 6 275,-8 1 0,-1 7 18,-6 6 1,5 0 84,-2 0 0,-1 5-306,2 3 0,0 8 127,8 0 0,-2 5-812,6-5 0,0 6 360,4-1 0,0-3-1136,0-2 1,0 2 595,0-1 1,4 4 813,0-5 0,6 6 0,-3-3 0</inkml:trace>
  <inkml:trace contextRef="#ctx0" brushRef="#br0">21747 11571 10420,'0'14'979,"0"3"0,0 3-167,0 9 1,-6 13-205,-2 7 1,1 16-315,3-30 1,0 0 0,0 2 0,-1 1-577,-1 3 1,0 0 0,0-1 0,0-1 310,0 2 0,-1 1 0,-1-3 0,0 0-170,0 3 1,-1-1 0,-2-4 0,0-1 114,1 1 1,-1 0-1,0-3 1,0 0-366,1 1 0,0 0 1,-2 0-1,2-1 149,1 2 0,1-2 1,-3 21-1201,7-13 701,3-15 1,12-21-128,5-14 1,2-10-198,3-11 0,1-8 684,7-9 1,-3-2 380,3-2 0,-3-5 0,3 0 0,0-3 0,-2 4 0,0 3 0</inkml:trace>
  <inkml:trace contextRef="#ctx0" brushRef="#br0">21809 11956 7635,'0'-61'0,"0"3"0,1 11 931,3 14 1,3 9-363,5 11 0,-3 6 407,-1 3 1,0 4-451,5 4 0,-1 3 287,0 6 1,5-1-460,0 0 0,-1 5-316,-3-1 0,-2 5-136,-3-4 1,-1 5 118,-3-2 0,-3 0-702,3 0 0,-8 1 457,-4 4 0,-2-4-2946,2-1 1290,-3-5 1393,10 3 0,-2-11 189,11-3 1,2-13 15,10-8 1,5-1 252,4-2 1,4 0 254,-4 0 1,4 2 101,-4 5 0,4 6-306,-4 3 1,-1 3 1486,-7 1 0,-4 0-622,-4 0 0,-6 5 310,-3 4 1,1 2-7,0 1-1357,-1 0 1,-3-5-168,3-3 0,-1-2-347,5-2 1,0-2 104,5-2 1,3-7 350,1-5 1,4-5-528,-5 5 0,5-6 179,-5 1 1,0-1 423,-8 1 0,-3 3 307,-5 6 1,-5 5 794,-3 3-751,-14 8 0,-1 8 0,-10 10 910,-1 6 1,4 0-659,1 5 1,2-6-140,3 2 0,4-3-498,4-1 0,3-4 198,5-1 0,3-9-874,5 2 0,9-9 443,4 0 1,9-8-873,3-4 0,-1-7 282,5-2 0,-3-5-419,-1 1 1424,0-2 0,5-7 0,2-2 0</inkml:trace>
  <inkml:trace contextRef="#ctx0" brushRef="#br0">22727 11782 7635,'12'2'559,"0"2"1,5-3 762,0 3 1,-1 3-242,-4 1 1,1 5-547,-1 3 1,-5 1-264,-3 8 1,-8-2-71,-4 10 0,-3-1-438,-2 1 0,-3-1 225,-1-3 0,1-5-441,3 1 0,7-6 125,1-6 161,4-6 0,8-7-80,5-8 0,8-9-55,9-4 1,2-2-529,7-2 1,0-1 334,3-3 0,-2 4 494,2 0 0,4 1 0,-1 4 0</inkml:trace>
  <inkml:trace contextRef="#ctx0" brushRef="#br0">24612 11981 7638,'-30'-31'1310,"-3"7"1,-2 4-721,2 8 0,3 5-250,5 3 0,0 5 98,1 7 0,-3 13 198,-2 16 1,3 12-302,-3 8 1,4 3-302,5-2 0,2 1-91,5-5 0,8-9 91,5-12 1,11-9 9,10-16 0,8-4 95,4-8 0,8-13-119,5-8 1,6-13-460,2-3 0,-25 17 0,1-1-49,-1-1 1,0-1-1,22-20-61,-2-3 0,-7 5 229,-1-1 0,-8 3-83,-4 6 1,-10 7 80,-6 5 1,-8 11 971,-9 10 1,-4 14-548,-9 6 1,-2 12 265,-6 5 0,1 3 45,-1 1 1,0 0 291,0 0 1,6-5-860,2-3 0,8-4 869,0-4-1977,7-9 1,7-9 664,12-12 0,12-10-769,8-14 1,7-12 1001,-17 20 1,0 0 0,-1-4-1,0-1-11,3-1 0,0 0 1,-2-2-1,-2-2 374,2-1 0,0-2 0,-1-3 0,0-1 0,2-3 0,-2-1 0,-3 2 0,0-1-259,0-5 0,-1 0 0,-4 5 0,-1 1 259,-2 0 0,-1 1 0,2-22 1821,-3 16-1464,-9 24 1,-4 15 1612,-9 23 1,-3 9-961,-5 7 1,2 11 100,-5 1 1,3 7-551,-4 6 0,2 6-174,-2 7 0,10-32 0,0 1-64,3-1 1,0 1 0,-1-2-1,0 0 0,0 1 1,1 1 0,2 0 0,0 1-978,-1 0 1,2 0 0,0 1 0,3 0 148,2 28 1,0-4-1652,0-4 0,1-6 721,3 2 0,4-14 1435,9-7 0,2-5 0,6-6 0,0-6 0,0-5 0</inkml:trace>
  <inkml:trace contextRef="#ctx0" brushRef="#br0">25679 12043 7638,'-12'5'1324,"-1"3"0,0 3-188,-4 2 0,-4 9 310,-8 3 1,2 2-325,-6-2 0,0 4-551,-5 0 0,3 0-506,2-4 1,13-6 205,12-2-1580,5-4 0,10-7 814,5-6 0,8-7-786,9-10 0,2 2 413,7-5 1,-1 0 260,0 0 1,0 2 462,0 5 0,-3 6-24,-1 3 1,-2 4 314,2 4 0,-4 5-181,-8 7 1,-2 10 55,-2 12 1,-9 4-33,0 8 0,-6 5 115,-6 3 0,-7 4 158,-6 4 1,-1-8-14,2 0 0,-4-6 81,-4-2 0,-7-1 274,-2 1 0,1-3 262,-1-6 0,6-6-380,-2-15 0,3-7-129,1-9 1,6-10-127,2-6 0,7-11-327,2-11 1,7-8-220,1-8 1,5-5-257,8-7 1,5-5-548,-8 31 1,0 1 0,2-1 0,1-1 613,1 0 0,1 0 0,0 2 0,2 1-553,1 0 0,1 2 1056,18-26 0,-1 7 0,0 8 0,1 5 0,3 3 0</inkml:trace>
  <inkml:trace contextRef="#ctx0" brushRef="#br0">26746 12266 7614,'-25'0'754,"0"4"174,1 0 0,6 10-227,5-2 0,2 9-309,7 0 0,5 6 750,8 2 1,13-1-520,7-8 0,7-3-297,5-9 1,3-2-139,6-6 0,1-11-830,2-6 0,4-12 332,-26 11 1,0-1 0,25-20-374,-28 17 0,-2-1 0,24-18 83,-5-5 1,-1 8 235,-11 0 0,-5 7-133,-16 6 1,-7 7 136,-10 6 1,-7 1 27,-13 6 1,-5 4 143,-3 9 0,-9 7 740,-3 14 0,-2 3 8,2 5 0,6 6 423,6 2 0,4 1-425,-4 4 1,11-4-203,1 8 0,12-4-1060,4-5 0,11-2 814,6-6 1,13-12-651,12-8 1,2-9 279,6-8 1,1-11-1318,4-6 0,-2-6-922,-3-6 2499,-2-3 0,-3-6 0,0-4 0,0-3 0,1-3 0</inkml:trace>
  <inkml:trace contextRef="#ctx0" brushRef="#br0">27565 12216 7614,'0'-7'3746,"0"2"-2480,0 21 1,0 5-204,0 16 0,4 1-935,0-1 1,10 0-41,-2 0 0,9 0-1236,0 1 0,3-8 741,5-5 1,-1-7-1259,5-10 1,-4-4 772,4-8 1,-1-10-37,1-11 0,1-5 928,-5-7 0,0-6 0,-4-1 0</inkml:trace>
  <inkml:trace contextRef="#ctx0" brushRef="#br0">28061 12142 7617,'-29'34'0,"0"4"0,-4 2 1451,4 9 0,-4 1-997,4-1 0,-4 5 327,4 0 0,1-2-580,8-6 1,3-5 150,9-8 1,2-4-1742,6-8 0,11-5 873,6-8 1,11-10-2175,5-15 2690,8-8 0,9-17 0,-22 20 0,0 0 0</inkml:trace>
  <inkml:trace contextRef="#ctx0" brushRef="#br0">28756 11621 7631,'-13'6'2664,"5"-5"-1895,0 3 0,4 3-307,-5 1 1,1 7-324,-4 2 1,-1 5 52,1-1 0,-1 8 74,1 4 1,-2 4-76,-2 4 0,-4 3-297,-4 6 0,-3 1-94,-2 3 1,-2 5-113,12-28 0,1 0 0,-1 1 0,2-1-473,-16 23 0,2 0-220,6-5 0,2 0 17,2-4 0,5-6 490,8-6 1,8-11 196,8-2 1,7-10 300,2-6 0,3-4 0,-3-4 0,-1-3 0,-3-5 0</inkml:trace>
  <inkml:trace contextRef="#ctx0" brushRef="#br0">27987 12216 7633,'-13'0'622,"1"0"0,6 0-22,6 0 1,13-1 65,11-3 1,18 2 101,12-2 0,10-1-536,-29 3 0,1 0 1,2-1-1,2 0-407,1 1 1,1 0 0,-1 1-1,-1-1 270,2-2 0,-1 0 0,-3 2 0,0 0-449,-1-2 0,0 0 0,27-1 283,-11-3 0,-9 5 71,-6-1 0,-7-3 0,-6 0 0</inkml:trace>
  <inkml:trace contextRef="#ctx0" brushRef="#br0">29500 12216 7628,'-21'-11'279,"1"3"0,4 3 431,0 5 1,2 6 875,2 7-1165,-1 10 1,-5 10 0,-2 9 69,-4 3 0,4-1-103,-1 2-185,6-6 0,-2 1 0,9-9 94,4-8 0,11-10-77,9-10-99,9-8 1,18-4 0,2-10-38,4-7 1,6-1-561,3-7 398,-3 5 0,-2-6 0,-7 5-519,-5 2 1,-8 2 121,-4 4 257,-8-2 0,-9 9 0,-9-3-166,-6 4 1,-15 1-52,-10 4 0,-7 1 119,-2 3 0,0 3 185,-1-3 1,3 8-345,2 4 0,2 3 109,6 2 1,7-5-590,6 0 1,5 0 954,7 5 0,6-1 0,1 1 0</inkml:trace>
  <inkml:trace contextRef="#ctx0" brushRef="#br0">29823 12378 7628,'24'11'1788,"1"-3"-1386,0 8 0,-4-3 1019,-1-5 0,1 2-664,4-6 0,0 0-321,-1-4 1,3-1-366,2-4 1,4-1-266,8-7 0,0-6-639,9-6 1,-7-1-1287,6-7 1,-7 1-177,-1-1 2038,3-3 1,-11 5 0,3-7 0</inkml:trace>
  <inkml:trace contextRef="#ctx0" brushRef="#br0">30492 11857 7628,'-23'-13'918,"2"1"0,2 5-380,2 3 1,4 9 128,-4 8 0,3 6-270,2 10 0,0 10 408,-1 10 0,6 8-728,3 9 1,3-30-1,1 1 186,0 2 1,0 0 0,-1 4 0,0 0-298,0 0 1,-2 1-1,0 1 1,-1 2-34,-1 2 0,-2 1 0,-2-1 1,0 0-34,-1-1 1,-1-1 0,0-2 0,-1 0-87,0-6 0,-1 0 1,-1 0-1,-2-2-191,-17 25 1,4-4 220,4-13 0,6-13-2176,6-11 1556,6-12 0,3-9-5,8-8 0,5-10 244,7-7 0,3-5-674,6-7 1211,6-11 0,2 4 0,-13 15 0,1 0 0,1-2 0,0 1 0</inkml:trace>
  <inkml:trace contextRef="#ctx0" brushRef="#br0">31162 12055 9758,'13'0'2221,"0"-4"540,4 0-2029,8-6 1,13 6-1,12-7-187,7-3 1,10-2-370,-30 7 1,1 1-607,1 2 1,1-2-1,3-2 1,-1-2-1,-3 4 1,-1 0-844,28-7 1,-11 2-2892,-14 5 2955,-5-3 1232,-16 4 0,-8-11 0,-7-1 1</inkml:trace>
  <inkml:trace contextRef="#ctx0" brushRef="#br0">31721 11919 7667,'-31'31'817,"5"9"101,-3-2 0,3 13 831,1 2 1,0 12-1767,13-30 1,-1 0 0,1 4 0,0-1 989,-1 2 1,1-1 0,-2 3 0,0 0-496,2 0 0,-1-1 0,0-4 0,0 0-25,5-1 0,0-2 0,-9 26-376,5-7 0,-1-2-489,1-1 1,0-10-253,-1-3 1,-1-8-1204,-2 0 0,2-8-2990,-2-5 4857,2-7 0,0 0 0,-3-5 0,-2 0 0</inkml:trace>
  <inkml:trace contextRef="#ctx0" brushRef="#br0">31249 12638 7666,'13'0'3747,"0"0"-2904,4 0 1,5-4 317,11 0 1,11 0-565,14 4 1,10 0-429,-32 0 1,2 0 0,2 0 0,0 0-569,3 0 1,1 0 0,-2 0-1,0 0-466,-2-1 0,-2 2 1,29 0 95,-18 3 0,-7 3 819,-14 5 0,-4 6 0,-12 2 0</inkml:trace>
  <inkml:trace contextRef="#ctx0" brushRef="#br0">31100 13072 7666,'-37'12'2567,"5"-5"0,16-1-1668,16-6 0,18 0-418,19 0 1,13 0-243,12 0 1,5 0-454,-30 0 0,1 0 0,3 0 0,2 0 171,0 0 0,0 0 1,3 0-1,-1 0-189,1 0 1,-1 0-1,-1 0 1,1 0-1,1 0 1,0 0-1</inkml:trace>
  <inkml:trace contextRef="#ctx0" brushRef="#br0">32552 13308 7657,'7'-18'0,"4"3"6250,-3-6-6250,-3 6 0,12-14 0,-3 3 0</inkml:trace>
  <inkml:trace contextRef="#ctx0" brushRef="#br0">5731 14350 7832,'-4'-13'110,"0"1"0,0-1 118,4 1 1,0 0 1011,0-1-25,0 1 1,1 5-580,3 3 0,-2 9 330,2 8 1,-1 11-431,1 14 1,-3 7-104,3 13 1,-4 5-459,-2-26 0,0 1 1,1 0-1,1 0 57,-2 1 1,0 0 0,1-2-1,0 1-90,1-1 0,0 0 1,0 30-269,0-9 0,10-8-392,2-9 1,9-19 377,0-9 1,6-17-447,2-13 1,0-13 279,-4-16 0,0-6 59,0-2 0,-6-4 48,-3 5 1,-2-1 211,-1 4 0,-5 7 155,0 6 1,-5 11 536,1 10 0,-3 9 285,-1 7 0,0 16-426,0 13 0,5 7 391,-1 5 1,0 3-296,-4 6 1,4-2-50,0-2 1,4-4-128,-4-4 0,6-5-166,-2 0 0,3-11-94,2-2 1,1-10-104,2-6 0,-2-13-593,2-8 0,2-12 354,-1-8 1,4-4-1750,-5-5 1,6-3 2066,-1-1 0,2-5 0,2-7 0</inkml:trace>
  <inkml:trace contextRef="#ctx0" brushRef="#br0">6711 13928 7881,'-12'8'0,"-1"0"0,-2 1 1593,3 3 1,-3 10-322,6 3 1,-2 19 59,-1 6 0,4 13-1225,3-28 0,2 0 1,1 2-1,1 1 109,-1 1 0,0 0 1,1-1-1,2-1-79,1 0 1,0 0 0,-1 2 0,1-1-52,1-2 0,2-1 0,2 31-848,1-8 0,3-6 563,-3 2 1,-1-12-1939,1-9 1371,1-13 1,4-22-51,4-10 0,-3-11 305,2-11 0,2-3 160,-1-4 1,-1 4 272,-3-1 0,-1 8 322,1 9 0,-5 5 783,0 8-674,-5 2 1,2 13 1166,-5 5 1,0 8-433,0 9 0,-1 2-164,-3 7 0,-2-1-764,-2 0 1,-2-4 54,6 0 0,0-5-1293,4 1 1,0-5 698,0-3 0,0-7-627,0-6 0,6-5 384,2 1 0,3-14-81,1-6 703,1-6 0,5-14 0,1-3 0</inkml:trace>
  <inkml:trace contextRef="#ctx0" brushRef="#br0">7046 14771 7881,'4'13'54,"1"-1"0,3 0 1412,-4 1 0,0 5-657,-4 2 0,4 5 777,0 4 1,0 3-600,-4 5 0,0 0-228,0 0 0,0-3-1468,0-1 1,2-11 494,2-2 1,3-5-1839,5-2 1,1-6 528,-1-3 1523,0-14 0,1-9 0,-1-13 0</inkml:trace>
  <inkml:trace contextRef="#ctx0" brushRef="#br0">7108 14461 7881,'7'-7'3734,"0"2"-2503,-3 5 0,2 1-556,2 3 0,4 3-528,1 6 1,5-1-136,7 0 0,5 1-270,3-1 0,8-5-1478,5-3 0,9-4 636,7-4 1,4-3 215,-31 1 0,0 0 1,32-7 300,-10 1 1,-3 5 356,-8 3 167,-9 3 1,-18 6 1377,-11 3 0,-16 10-82,-8 7 1,-12 5 812,-5 8 0,-3 0-582,-1 3 0,-2 4-952,-2 4 1,4 5 501,0 0 0,6-1-465,11-3 0,7-2-310,9-2 0,4 1 175,4-6 1,9-5-811,7-7 1,5-9 37,4-3 1,-1-5-222,5-3 0,-4-5-406,4-8 0,-4-9 350,4-7 0,-2-9-1503,2-5 0,-1-7 1074,-3-4 1,-3-9 1059,3-4 0,-7-5 0,-1-2 0,1 0 0,1-1 0</inkml:trace>
  <inkml:trace contextRef="#ctx0" brushRef="#br0">8163 14139 11826,'0'12'2039,"0"3"-403,0 6 1,0 6-588,0 15 0,0 9-216,0 11 1,0 1-1074,0 7 1,-1-34 0,0 0 296,-1 3 1,0 1 0,1 30-629,-1-34 0,0-2 0,-4 24 316,2-8 1,0-12-315,4-9 1,1-15-178,3-10 0,9-15-420,8-14 1,-1-6 764,5-11 1,-7 8 365,7-3 1,-9 9 1051,1 3 0,-3 11-700,-2 10 0,-5 6 1402,-3 6 0,-3 11-913,-1 14 1,0 10 126,0 7 1,0-1-423,0 5 1,0-7-546,0-2 0,0-9-774,0 1 1,7-9-801,6-3 0,5-11 1608,6-10 0,7-8 0,0-3 0</inkml:trace>
  <inkml:trace contextRef="#ctx0" brushRef="#br0">10135 15032 7738,'-12'0'-36,"4"-4"18,-1-1 1,0-4 1079,-8 0 1,3-2-452,-2-1 0,2-6 457,2-3 1,-6 2-492,-3-2 1,3 8-338,1 0 0,0 6-49,0 7 0,0 13 0,5 7 1,1 12-110,3 14 1,-2 5 91,6 11 0,0 0-748,4 0 1,5-10 474,4-2 1,7-15-1472,5-1 1,9-8 650,7-6 1,2-9-542,6-11 0,4-12 1460,0-13 0,4-2 0,-8-11 0,3-2 0</inkml:trace>
  <inkml:trace contextRef="#ctx0" brushRef="#br0">10656 14908 7738,'-5'12'1123,"-4"0"1,-3 4-241,-5 4 0,-2 4-22,-6 13 0,-1-1-216,-3 9 0,-1 5-234,-3 4 0,4-3-324,8-10 1,9-7 62,8-13 1,4-4-596,4-9 1,3-5 343,5-12 0,6-4-366,3-12 1,-2-1-11,2-3 0,-2-2-285,2-2 1,-2 0 176,-3 8 1,-2-2 178,3 6 0,-3 2 320,-2-2 0,-1 10-213,-3-1 870,3 8 1,-5 5-363,2 11 0,-2 8 765,-6 9 0,0-3-380,0 3 1,-5 0-162,1-5 0,0 4-869,4-7 0,0-3 342,0-2 1,2-2-1413,2-2 1,-2-3 78,7-1 1427,-1-5 0,4 2 0,1-5 0</inkml:trace>
  <inkml:trace contextRef="#ctx0" brushRef="#br0">10979 15019 7738,'0'13'2511,"-4"-1"-1813,-1 0 0,1 2-254,4 3 1,-4-2 97,0 6 0,-4-1 161,4 5 1,-5 0-619,5 0 0,0-5 121,4 1-1194,0-6 888,0-2 1,6-9-630,2-8 1,7-9 373,2-7 0,5-9-159,-2-5 1,4-1 237,1-3 0,-1 7 138,1 2 0,-4 4 197,0 4 0,-6 9 372,1 8 0,-6 4 442,-2 4 0,-5 12-415,1 9 1,-3 8-165,-1 0 0,0 3 17,0 1 0,0-1-1018,0-3 1,0 2 80,0-6 1,0-4-242,0-5 0,0-5 867,0 2 0,0-3 0,0-2 0</inkml:trace>
  <inkml:trace contextRef="#ctx0" brushRef="#br0">11872 14399 7738,'0'-18'600,"0"-2"0,0-3-175,0 3 0,5 6 212,4 6 0,2 8-235,1 4 0,2 15 9,2 18 0,-6 19-253,-3-22 0,-1 2 1,-4 5-1,0 2-406,0 4 0,0 1 0,-3 1 0,-2 0 269,-1 1 1,-1-1 0,-2-1-1,-1-1-57,0 1 1,0-1 0,-3-4 0,1 0-261,2 1 0,-1-2 1,-6 25 178,7-10 0,3-21-294,5-15 1,6-11 164,7-6 1,1-14-5,6-6 1,1-12-7,4-5 0,0-3-30,-1-1 1,3 1-17,2 3 0,-3 8 529,3 9 0,1 3-505,-1 5 1,-6 2 283,-6 6 1,-9 11 1035,-4 6 1,-2 5-631,-2 3 0,-6 0 218,-2-1 1,-7 1-310,-2 0 0,-5 0 71,1 0 0,-1-5-88,2 1 1,-4-6-193,4 2 1,-4-5-355,-1-4 0,6-2-680,3-6 1,2 0-481,1 0 0,6-1 630,3-4 0,4-7 772,4-9 0,9-2 0,6-2 0</inkml:trace>
  <inkml:trace contextRef="#ctx0" brushRef="#br0">12306 15143 7738,'25'6'0,"-6"1"834,-2 5 1,-5 6-338,-4 3 0,-2 3 535,-6 5 0,0-1-447,0 5 0,0-7 76,0-1 1,1-7-557,3-10 1,9-2 59,8-6 1,2-13-303,2-7 1,4-11 167,0-10 1,4 1-97,-4-5 0,0 0 111,-5 0 1,-6 8-1022,-5 8 628,-6 3 0,-18 8-33,-6 5 0,-10 15 237,-7 14 1,0 5 268,1 12 1,-2 0-128,7 4 0,3 0-75,4 1 1,7-1-388,2 0 0,5 0 204,7 1 1,17-8-311,7-5 0,15-6-1,6-7 273,9 1 0,3-6 0,5-2 0</inkml:trace>
  <inkml:trace contextRef="#ctx0" brushRef="#br0">13956 15131 7738,'-1'-36'0,"-3"3"0,2-1 719,-2 5 0,4 1-15,4 7 0,4 5 60,9 8 0,-2 3-294,6 10 0,-5 7-121,5 9 1,-6 9 15,2 7 0,-8 6-66,0 6 1,-7 1-195,3 0 1,-4 3 54,-1 1 0,-6-1-200,-2-8 0,1-4-5,-1-8 0,4 0-234,-4-8 196,5-8 0,-3-14 45,6-12 1,0-6-73,0-14 1,6-8 50,2-8 0,4-4-208,5 0 0,-3-5-23,2 0 1,-2 6-455,-1 7 1,3 3-948,1 5 1,3 9 297,-3 7 1393,5 9 0,-3-2 0,6 6 0,0 0 0</inkml:trace>
  <inkml:trace contextRef="#ctx0" brushRef="#br0">14589 15205 7738,'-11'31'0,"-2"-5"1317,-7 3 1,2-3-585,5-1 0,2-6 1172,3-2-1380,2-4 1,9-6-395,6-3 1,0-13-21,12-8 1,4-10-122,4-6 1,5-3-98,-1-2 1,-3 1-313,-1 0 1,-4 5-99,-4 3 1,-3 2 194,-6-2 0,-5 8 91,-3 1 1,-13 10-32,-8 6 0,-16 9 436,-8 8 0,-2 6-127,-3 10 0,6 4 57,-1 8 1,8-1 127,4 6 0,6-6 31,6 1 0,6-4-470,11-4 1,11-1 108,6-3 0,10-8-677,6-1 1,3-9 357,1-2 0,2-7-387,2 3 0,-1-14 311,6-3 0,-6-13-257,1 0 0,2-8 750,-2 0 0,0 1 0,-3-1 0,-5 10 0,0-2 0,0 4 0,4 1 0,-11 6 0,-5 6 102,-11 5 1,-8-1 1383,-10 8 1,-1 8-185,-12 9 0,0 2-150,-4 2 0,1 6-516,-1 2 0,-4-2 82,0 2 0,0 1-322,4 3 1,3-6-197,5-2 1,2-4-746,11-4 1,6-9 434,6-8 1,6-5-382,6-7 0,2-7 40,11-14 0,1-7-240,3-6 0,-4-3 295,0 4 0,-6-1 95,2 5 0,-2 5 228,-3 3 0,-4 9-77,-4 3 1,-3 10 656,-5 7 1,-3 7-303,-5 10 0,-1 6 799,-3 6 0,-2 1-341,-2-1 0,-2-2-117,6 2 0,-1-7-434,1-2-891,2-5-295,2-2 1,9-10 622,7-12 0,3-10-452,6-14 0,0-4 290,0-5 1,4-6-859,0-6 0,4-1 716,-4 2 1,0-9 293,-17 27 0,1-1 461,1-3 0,2 0 0,-1 0 0,0-1 0,2-3 0,-1-1 0,-1-1 0,-1-2 0,-1-1 0</inkml:trace>
  <inkml:trace contextRef="#ctx0" brushRef="#br0">15668 14412 7738,'7'-20'1091,"-2"2"1,-5 6 170,0 0-735,0 5 1,0 4 16,0 11 1,-4 3 35,0 14 1,-4 0-70,4 12 0,-5 0 124,5 13 1,-5 4-251,0 12 0,-3 0-163,4-29 1,-1 0 0,2 1 0,1 0-529,-3 3 1,1 1 0,1 0 0,0 0 215,1-3 0,0 0 0,2-2 1,1-2-739,-1 27 0,9-11 45,8-10 1,6-14-2890,10-11 3672,3-8 0,4-6 0,-3-6 0,-3-6 0</inkml:trace>
  <inkml:trace contextRef="#ctx0" brushRef="#br0">15978 15069 7738,'0'12'463,"-1"2"58,-3 3 1,2-2 479,-2 5 1,-1-3-445,0 4 1,0-5 93,1 5 0,2-5-239,-2 5 1,-1-4-792,1 3 1,-5-3-167,5 3 0,-4-3-442,4 4 0,-4-6 524,3 1 1,-3-6-814,4-2 1276,0-5 0,9-3 0,2-7 0</inkml:trace>
  <inkml:trace contextRef="#ctx0" brushRef="#br0">15916 15007 7738,'-7'-30'488,"3"-4"0,3 4-145,1 1 0,5 4-76,3 5 1,8 2 297,0 5 0,6 7-173,-1 1 1,1 4 42,-1 1 1,1 6-179,-6 2 1,-1 3-384,-6 1 0,2 5-448,-3-1 1,-3 5 573,0-5 0,1 7 0,1-4 0</inkml:trace>
  <inkml:trace contextRef="#ctx0" brushRef="#br0">16226 15143 6492,'13'-7'-613,"-5"2"1944,0 5 1,0-4-235,5 0 0,3-1-13,1 5 0,1 0-258,-2 0 0,4 0-357,5 0 0,-5 0-663,1 0 0,-2 2 183,2 2 0,-3-1-605,-6 5 1,-1 0 461,-3 5 1,-3 5-71,-10 2 0,-3 5 72,-8 4 0,-8 4-18,-5 8 1,-9 4 409,0 4 0,-2 2-52,3 3 1,3-5 262,5 1 1,3-6-163,13-7 1,5-10 26,12-7 1,10-12-73,11-8 0,12-11-908,13-9 0,9-13 390,-26 14 0,0 1 1,1-3-1,0 0-229,-1 0 0,0 1 0,-2 1 0,0-1 19,0-1 1,0 1 0,28-13-2,-9 4 0,-5 8-881,-12 5 920,-8 2 0,-8 8 790,-9 6 1,-8 7-351,-8 10 1,-3-2 826,-2 6 1,6-6-56,3 1 0,3-2 692,1-1 1,2-5-655,7 0 0,5-5-359,10 1 0,3-4-298,1-4 1,4-4 75,5-9 0,5-2-581,-1-6 1,0 0 277,-3 0 0,-3-5-754,-1-3 1,-1 3 168,-9 1 1,-7 4-76,-13 4 0,-11 5 360,-9 7 0,-10 5 309,-16 8 0,-2 10 419,-6 11 1,-5 7-465,26-12 0,0 1 0,2 1 1,-1 0 815,1 3 1,1 0 0,-20 23-157,5-3 1,5 4 180,7-4 0,7 2-451,14-2 0,14-13-428,15-11 1,15-12 7,14-4 0,3-12-229,5-10 1,2-3-1176,-7-14 0,2-3 821,-1-4 0,-3-5 68,3 5 1,-9-2 266,-3 2 1,-2 1-485,1-5 1,-4 10 706,1 2 1,-12 12 719,-10 9 1,-6 5 1939,-2 7-2009,-5 6 0,2 5 571,-5 5 0,-4 2-99,0-1 1,-1-4-500,1 4 1,2-3 19,-2-2 0,3 1-380,1-1 0,1-5-4,3-3 1,7-3-53,6-1 0,5-2-31,-2-7 0,4 1 103,1-9 1,4-2-808,0-1 1,5-4 374,-1-1 1,2 0-800,-2 1 1,7-7 488,-3-2 0,8-4-314,1-4 1,-3-1 556,-2-7 0,-3 1 144,0-10 0,-7 0 570,-2-4 1,-8 1-256,-4 3 0,-5 3 603,-4 6 1,-2 11-427,-6 9 1,-6 16 983,-2 13 1,-7 11-491,-2 9 1,-5 11-288,2 6 0,0 0-259,0 4 0,4 3-35,0 2 0,3 2 227,5 2 1,3-2-84,5-2 1,1-4-1696,3-5 0,10 2 1392,11 2 0,4-3 0,7 2 0,1-2 0,3 2 0</inkml:trace>
  <inkml:trace contextRef="#ctx0" brushRef="#br0">19538 15081 7632,'13'-5'1358,"-1"-2"1,1 5-622,-1 7 0,-4 15-77,1 9 1,-7 10-278,3 2 0,-14 10-299,-3-1 0,-7 2 23,2-2 1,0-12-1653,5-5-562,0-11 2107,5-9 0,7-24 0,7-10 0</inkml:trace>
  <inkml:trace contextRef="#ctx0" brushRef="#br0">19762 14883 7632,'0'8'654,"0"0"0,4-4-209,0 5 1,4-5-193,-4 4 0,6-1-253,-2 1 0,3 9 0,2-3 0</inkml:trace>
  <inkml:trace contextRef="#ctx0" brushRef="#br0">19973 15304 7632,'-13'38'0,"-1"-1"1796,-2 0 0,2-4-856,-2 0 1,6-5 1152,2 1-1205,5-3-856,-3-7 1,17-8-514,6-11 1,12-8 407,8-13 0,7-6-498,10-15 1,-2 2 184,-23 18 0,0-1 1,24-17 672,0-1 1,-4 1-246,-8 7 1,-7 2 1109,-13 19-718,-8 2 0,-9 17 135,-8 6 0,-9 10-657,-8 10 0,-2-1 134,-2 1 1,6 0-975,2 4 1,9-5 874,4-3 0,8-4-1619,4-5 1,9-3 762,4-9 1,3-2-1133,5-6 2041,9-6 0,6-6 0,5-8 0</inkml:trace>
  <inkml:trace contextRef="#ctx0" brushRef="#br0">22441 14436 7652,'15'-44'361,"-2"3"1,1 12-33,-10 4-317,0 14 1,-5 1 769,-4 15 1,-3 7-296,-8 9 0,0 8 198,-4 4 1,0 8-251,0 5 0,-4 7-141,4 5 1,-4 8-99,12-31 1,-1 1 0,1 1 0,0 1-196,-1 3 1,1 1 0,1 2-1,1 2 230,-1 5 0,1 1 0,5-2 0,1 1 29,-1 0 1,2 1 0,2-5 0,2 0-329,1-3 0,4-2 0,2-3 1,3-3 82,22 26 1,3-18 109,1-15 0,0-14 78,1-11 1,0-9-951,4-8 0,3-12 477,9-12 0,-26 14 0,0-3-182,3-4 1,0-2-1,2-3 1,-1-1 253,4-4 0,-1-2 1,-5 1-1,0-1-71,4-3 0,-2-1 0,-3 0 1,-3-2 307,2 1 1,-2-1 0,-2-1 0,-1-1-36,1-1 1,-2-1-1,-5 2 1,0-1-190,0-1 1,-1 1 0,-2 0-1,0 1 50,-1 0 0,-2 1 0,0 4 0,-2 2 159,-1 0 1,0 3-34,6-15 1,-7 20 310,-3 31 0,-4 14-238,-4 11 0,-4 9-46,-9 7 0,3 7 305,-2 10 1,-2 3 7,1 5 1,-1 4 165,2 0 0,9-30 0,-1-1-254,-2 0 0,-1 1 0,1 4 1,1 1 255,-1 0 1,-1 1 0,-1 2 0,1 0-324,0-3 1,1 1 0,-1 0 0,0 1-238,1 0 1,-1 1-1,0-1 1,2-1-217,2 0 1,1-1-1,1-1 1,1-1-984,4 31 1,2-4-92,7-8 1,4-4 1197,12-9 0,0-4-1622,0-8 0,1-8 1775,3-8 0,1-5 0,3-4 0,-4-3 0,-3-4 0</inkml:trace>
  <inkml:trace contextRef="#ctx0" brushRef="#br0">23595 15850 7653,'-21'6'-79,"1"2"79,-7 3 0,-4 7 0,-6 1 0</inkml:trace>
  <inkml:trace contextRef="#ctx0" brushRef="#br0">5235 16929 8194,'0'8'573,"0"1"1,1-5-307,4 4 1,-3-4 433,7 5 0,0-7-255,8 2 1,8-2 28,8-2 0,14 0-105,6 0 1,12-6-249,-30 3 1,0-2-1,4-2 1,1-1-320,1 0 1,1-1 0,2 0-1,0 0 221,-1 1 1,1 0 0,-2 1 0,0 1-303,-4 0 1,-2 0 0,32-6 189,-6 3 1,-7 0-433,-10 0 0,-7 4 200,-9 5 1,-9 0-1024,-3 0 1,-9 1 447,-4 3 0,-4-1 895,-4 6 0,-8-1 0,-8 4 0</inkml:trace>
  <inkml:trace contextRef="#ctx0" brushRef="#br0">5520 17103 7653,'-23'16'324,"2"1"1,5-1 387,7-3 0,7-2-230,10-3 0,9 3 528,16-3 1,7-2-464,13-2 1,7 2-633,-26-4 1,2 0 0,-1 0-1,2-2 204,4-1 1,0-2 0,0 0 0,0-1-110,0-1 0,0-2 0,0-1 0,0-2-369,-2 0 0,0-1 0,-4 2 1,-1-1 148,32-10 0,-9 4-1299,-12 0 1,-6 2 708,-6 2 1,-17-1 799,-3 1 0,-9 1 0,-4 3 0,0 2 0</inkml:trace>
  <inkml:trace contextRef="#ctx0" brushRef="#br0">6153 16557 7653,'1'-7'-384,"4"3"1,3-1 1506,8 0 0,5 1-358,8 4 0,3 0-344,5 0 1,10 7 144,2 6 0,9 0-550,0 8 1,-3 1 294,-1 7 0,-4-1-96,-5 5 1,-3 4-352,-9 4 1,-14 5-68,-11-5 0,-6 7-182,-7 2 1,-14 5-10,-14 7 1,13-33 0,-3 0 21,-3 0 0,-1 0 0,-2 2 0,0 0 199,-4 2 1,0 0 0,-1 2 0,0 0 15,-1-1 1,0-2 0,-2 2 0,1 0-279,1-1 0,-1 0 1,-1-1-1,0-1 435,-2 2 0,-1 1 0,1-1 0,0 0 0,-4-1 0,-1 0 0,-2 1 0,0-1 0</inkml:trace>
  <inkml:trace contextRef="#ctx0" brushRef="#br0">5272 17103 7653,'2'-8'166,"2"-1"1,-1 2 49,5-1 0,0-3 298,5 3 1,4 1-162,4-1 1,4-1-204,4-3 0,8 0 9,9-1 0,7-3 150,5-1 0,8-5-391,-31 12 0,1-1 0,4 0 0,1 0 128,0 1 0,1 0 1,-1 1-1,0 1-23,-3 3 0,-1 2 1,0 0-1,0 0 88,1 3 1,-1 0 0,33 2-344,-8 2 0,-5 4 221,-20 9 1,-3-2 189,-9 6 1,-7 1-82,-6 7 1,-12-2-137,-12 6 0,-12 2 81,-9 6 1,-8-2-70,-4 2 1,-8 0 327,-1-4 1,1 2-229,3-10 1,3-6-122,6-6 0,1-9 296,11-4 0,5-5-344,8-7 1,8-12 77,4-13 0,9-9-1,7-8 0,8-5-381,9-7 0,-2 0 154,6 0 1,7 5 328,-16 30 0,2 1 0,1 2 0,2 2-32,4 0 1,1 3 0,0 4 0,1 2 210,1 2 0,2 2 0,-1 3 0,-1 3 28,34 3 1,-4 11 62,-8 10 1,-11 4-33,-14 4 1,-9 7 108,-16 5 0,-9 7-195,-12 2 0,-10-1-19,-10 5 0,-10-3-260,-7-1 0,23-27 0,-2-1 179,-4 2 0,0-2 0,-27 12-299,-2-1 1,7-7 145,-3-5 1,6-9-385,-2-7 0,10-15 121,7-7 0,7-12 30,9-8 0,7-7-168,6-10 0,5-9 70,0 26 0,2 0 0,4-1 0,2 0-56,1-3 1,1-1-1,3-1 1,2 1 216,-1-2 0,3 1 1,2 3-1,5 3 122,2 4 0,3 4 0,1 2 0,1 4-79,3 3 0,1 3 0,28-12 219,-2 12 0,-4 8-70,-9 13 0,-7 10-539,-10 10 0,-4 8-272,-8 9 806,1-2 0,-12 9 0,4-2 0,-4 2 0</inkml:trace>
  <inkml:trace contextRef="#ctx0" brushRef="#br0">7332 17351 7653,'9'0'1128,"4"0"1,0-4-488,16 0 1,13-7-68,20-2 1,-24 5 0,2-2-748,5-2 1,1-1 0,0-1-1,-1 0 410,1 0 0,-1-1 1,-7-2-1,-1 1-181,25-13 0,-7-4-347,-14 4 0,1-6-1847,-5 2 0,-6 3 2138,-2 1 0,-8-3 0,-3 0 0</inkml:trace>
  <inkml:trace contextRef="#ctx0" brushRef="#br0">7939 16718 7653,'-24'38'1891,"0"6"-1466,4 5 1,7 8 159,9 9 0,1-31 1,-1 0-532,0 4 0,0 1 0,-1 0 0,-1 1 354,-1 3 1,1-1-1,2-5 1,1 0-432,1-3 0,0 0 0,6 23 50,5-9 1,11-11-1417,5-14 0,10-10 675,2-10 1,3-12-267,10-13 0,-1-12 539,-18 8 0,0-3 1,-4-3-1,0 0 94,2-4 1,0-1-1,-5-2 1,-1-1 346,-2 0 0,-1 0 0,0-2 0,0 0 0,1 0 0,-1 0 0,2-3 0,0-1 0</inkml:trace>
  <inkml:trace contextRef="#ctx0" brushRef="#br0">8547 16185 7653,'13'0'1207,"-6"0"1,2 7-514,-5 5 1,1 13 400,-5 12 1,-6 14-520,-2 15 1,0-26-1,-1 0-449,-1 7 1,0 2 0,-4 3-1,0 2 73,0-1 0,-1 1 1,-2 2-1,1 0-83,1-4 0,1-1 0,-1-2 1,1 0-294,1-3 0,1-1 0,4-3 0,2 0 114,2-4 1,0-2 0,3 19-748,5-21 1,8-18 447,9-8 1,12-17-515,4-12 1,5-13-28,-1-12 0,-2-8 411,-19 26 0,1-2 0,18-27 457,-2 3 0,-6 7-27,-2 14 0,-4 4 785,-4 8-642,2 3 1,-10 13 855,-1 5 1,-5 7-330,-7 9 1,-1 4 473,-3 4 0,-3 5-435,-6 0 1,5 0-21,0-4 1,1 4-861,-1 0 0,1-4 195,2-5 1,4-3-1305,-3 4 0,3-6 743,1 1 1,1-7-567,3-5 0,7-6 232,6-6 1,5-6-216,-2-11 0,8-5 820,1-3 1,5 3 326,-1 1 0,-2 8 411,-2 5 1,-3 7-353,-1 5 1,-2 4 1300,-2 4 0,-7 9-704,-6 7 1,-7 9 482,-1 4 0,-2 3-536,-11 1 1,3 1-127,-6-1 1,1-4-247,-2 0 1,5-10-322,-1 2 1,2-8-3492,7-1 2882,0-7 1,4-11 698,0-10 0,6-6 0,1-7 0</inkml:trace>
  <inkml:trace contextRef="#ctx0" brushRef="#br0">9130 16793 7653,'13'-13'0,"-1"1"0,-4 5 2211,1 3-1587,-1 3 1,9 1 387,-1 0 0,2 0-959,-1 0 0,3 0-885,9 0 1,-1 0-313,5 0 1,4-5 1143,4 1 0,1-5 0,-5 2 0</inkml:trace>
  <inkml:trace contextRef="#ctx0" brushRef="#br0">9751 16867 8076,'-13'25'951,"-1"0"-239,-2 0 1,2 4 618,-2-1 0,2 1 70,1-4 1,-3 0-699,-1 0 1,1-2-6,3-2 0,6-3-281,3-6 1,3-3-757,1-1 1,5-1 201,4 1 0,2 3 106,1-3 1,1-1 205,-1 1 0,0 1 21,1 3 0,-1 0-322,1 1 1,-5-2 7,0-3 1,0 3 19,5-3 0,-5-1 146,0 2 0,-1-5-729,2 4 0,0-4-800,-5 4 371,0-5 0,-5 4 436,-3-3 0,-3 3-4,-5 5 1,-6 1-622,-3-1 1,-4 6 1298,-4 3 0,-2 2 0,-7 2 0</inkml:trace>
  <inkml:trace contextRef="#ctx0" brushRef="#br0">11636 17066 7653,'-18'-25'0,"5"-4"0,-4 0 0,3 1 745,2 8 1,-1-1-259,1 9 0,-6 3 327,-3 14 1,-1 10-129,2 14 0,-4 11 108,4 17 1,-2 5-595,11-27 0,1 1 0,-1 0 0,0 1 34,2-2 0,1 0 1,0 1-1,1 0-354,3-1 0,0 0 0,-6 30 7,6-11 1,7-9-492,9-16 1,6-7 481,7-14 0,9-5-1568,4-11 1,3-12 327,0-13 0,8-4-226,4-4 1,0-3 1253,-8-6 1,-2 0 333,-6 1 0,-4-1 0,0 1 0,-7 0 0,-1 4 0,-10 13 767,-6 12-767,-7 10 0,-2 15 649,-8 12 1,-3 11 215,-1 5 0,-1 8 618,1 4 0,0 8-224,-1 1 1,5-1-643,0-3 0,5-6-269,-1-3 0,5-13-156,7-7 0,8-12-663,12-5 1,1-11 370,9-9 1,-3-9-72,11-12 0,-6-7 75,1-6 0,-2 1-252,-2-5 0,-7 4-90,-5 5 0,-7 8 120,-10 8 0,-3 8-47,-10 4 0,-8 5 157,-12 4 0,-7 2 88,-9 6 1,2 7 217,-2 6 0,4 0 10,4 8 1,6 4-70,7 4 0,4 0-372,0-5 0,8 1-222,4 0 1,9-1 139,7-4 1,8-2-1225,9-6 1639,2 1 0,7-6 0,-1-2 0</inkml:trace>
  <inkml:trace contextRef="#ctx0" brushRef="#br0">12343 17165 7653,'6'-13'0,"1"1"0,5 5 1822,1 2 1,-7 16-876,-1 5 0,-4 8-251,-1 5 1,-4-2-289,0 6 1,0-4-211,4 4 0,-5-7-256,1-1 0,0-1-713,4-8 474,6 1 0,1-10 274,5-3 0,5-14-254,-1-6 0,5-11 43,-5-2 1,6-4-265,-1 4 1,-3 0 106,-2 5 0,-2 9 297,-1 2 182,-1 9 1,-5 9 262,-3 12 1,-4 6 77,-4 6 1,-2 3-229,-2 5 0,-3 5-42,3-1 1,2-5-75,2-7 0,3-3-859,1-1 1,3-3 442,5-6 0,0-1-2595,9-10 2926,2-1 0,0-15 0,6-3 0</inkml:trace>
  <inkml:trace contextRef="#ctx0" brushRef="#br0">13237 16557 7653,'-13'-7'481,"1"3"0,-1 14 85,1 6 1,0 15 356,-1 10 1,-1 10-585,-2 15 1,8-29 0,1 0-235,-4 4 1,1 1 0,2 1 0,1 0 145,-2 0 1,1 0-1,3 0 1,2 0 4,0-1 1,2-1-1,-1 26 44,2-13 0,7-11-878,6-15 0,5-4 299,6-12 1,3-5 88,2-3 0,-5-4-1375,1-4 1,-1-7 662,-8-5 0,-5-1-277,-7 5 1179,-2-1 0,-2-5 0,0-1 0</inkml:trace>
  <inkml:trace contextRef="#ctx0" brushRef="#br0">12827 17165 7653,'-12'-11'0,"-1"3"1023,6-3 1,9 5-424,10-2 0,12 1 635,9 3 1,4 1-600,4-5 1,3 1-201,6-1 0,4-3-764,0 2 0,-2-2-880,-7-1 0,1 4-349,-9-1 1,0 2 320,-12-1-404,-3 3 1640,-15 5 0,-3 0 0,-8 0 0,-3 0 0,-5 0 0,5 0 297,1 0 118,6 0 0,10 5 935,2 3 0,9 3-618,0 2 0,2 3 16,2 1 1,3 4-281,-4-5 1,4 6 257,-7-1 0,-5 2-292,-3 2 0,-6 1-168,-7 3 1,-2-1-221,-2 5 1,-3-6-183,-5 2 0,-1-4-120,1-4 1,-1-1 164,1-7-245,5-3 1,2-17 154,5-6 1,1-6-119,3-10 0,9-1 12,7-3 0,4-3-384,1 3 1,5-2-117,3 2 1,-1 3-328,1 5 1,0 2-4,4 2 0,0-1 1117,0 5 0,-5 1 0,-2 3 0</inkml:trace>
  <inkml:trace contextRef="#ctx0" brushRef="#br0">14080 17041 7653,'-1'12'421,"-3"1"1,2-1 621,-2 0 1,-1 2 103,0 3 1,-3 2-574,4 6 1,-4 0 256,4-1 0,-5-3-335,5 0 0,-4-6-422,4 1 0,0-2 24,4-1 1,0-5-443,0 0 278,0-5 0,5-3 0,3-8 0,3-3-537,2-2 0,-1-3-157,1-1 213,-1 1 1,1 5 108,-1 2 1,-4 4 343,0 5-25,-5 0 0,7 5 843,-6 4 1,0 3-233,-4 5 1,-1-2 20,-3 5 0,2-4-10,-2 0 0,3-2-81,1-2 1,0 1-955,0-1 1,1-5 396,3-3 0,3-3-1357,6-1 1,3 0 705,1 0 0,6-1-1036,2-3 1,0 3 1821,4-4 0,-3-1 0,-1-1 0</inkml:trace>
  <inkml:trace contextRef="#ctx0" brushRef="#br0">14725 17177 7653,'-4'9'1156,"0"-1"1,-6-4-53,2 4 0,-3-4-520,-1 5 0,-1-3 333,1 3 1,-1 0-430,1-4 0,0 0 681,-1-1-1068,1-2-605,-1 9 0,1-5 492,0 7 1,5 1 80,2 2 1,4 2-381,1 3 0,0 1 141,0-6 0,6 4-553,2-8 0,4 2 283,5-10 0,2-3 37,6-9 0,1-7-165,3-14 1,3-4-195,5-8 0,-4 1 101,0-6 0,0-3 368,4-5 0,-18 23 0,0 0 419,18-27 0,-21 26 1,0 0-106,13-25 0,-5-1 743,-3 4 1,-4 4-505,-9 17 1,-4 11 755,-8 18 0,-3 8 7,-5 5 1,-1 8 285,1 8 1,-5 1-827,1 8 0,-2 0-139,1 7 0,3 2 5,-2 2 0,2 2-51,2-5 0,3 5-1173,1-2 0,1-1 581,-1 2 1,2-8 335,6-1 0,0-1-888,0-7 0,7-7-1809,6-9 0,1-7 1442,6-6 1,2-6 331,7-7 1,2-5 622,2-7 1,1 1 257,-5-1 0,0 6 656,-4 2 0,-10 5-405,-3 3 1546,-8 4 0,2 15-656,-6 2 1,-6 9 165,-2-1 0,-3 4-835,-1 0 0,-1 1-569,1 0 0,1-1-1243,3-4 1,2-6 399,6-6-838,0-5 0,6 0 735,2-12 0,-1 0 437,1-12 0,-1 5 606,1-5 0,2 0 0,-6-4 0,0-1 0,-4-3 0,4-2 0,0-7 0,1 3-19,-5 2 0,1 8-153,3 8 5401,-3 3-3890,11 8 1,-6 1-1014,7 10 0,1-3-615,2 7 1,-1-5-629,6 4 1,0-5 202,3 1 0,5 1-716,0 0 1,0-1 243,-4-4 1186,0 0 0,5-6 0,2-1 0</inkml:trace>
  <inkml:trace contextRef="#ctx0" brushRef="#br0">15705 17103 7653,'-11'1'2125,"3"3"1,-3-2-1039,3 2 0,1 3-534,-2 1 1,0 3-397,-8 1 1,2 5 34,-6 0 0,1 5 265,-5-2 0,1 6-189,4-1 1,3 1-246,9-9 0,4 4-65,8-5 0,8-3-271,9-5 0,4-4-1018,4 4 1,3-4 651,5 5 1,1-5-956,4 4 0,-2-4 822,5 4 0,5-5-1200,4 1 2012,5-2 0,3 3 0,7 2 0</inkml:trace>
  <inkml:trace contextRef="#ctx0" brushRef="#br0">16437 16694 7614,'-5'-20'-1,"2"4"635,-5 7 0,3 7-188,-3 10 0,0 11-32,-4 14 1,-6 14-128,-3 7 1,-3 7-259,12-29 0,0 2 0,-1 2 0,1 1 139,-1 2 1,1 0 0,2-2 0,-1-1 185,-9 30 1,10-9-189,2-7 0,5-13-429,3-12 1,6-12-201,2-8 1,7-10 320,1-3 1,5-3-416,-4-1 1,-1-2 230,-3-3 0,-6 4-716,-3-4 1,-3-1 347,-1 2 1,-1-1 693,-3 5 0,-7-5 0,-6 1 0,-11-5 0,-1 4 0,-1-3 0,-3 3 0,-3-3 0,-1 3 0,-2-2 388,10 6 1,2-1 55,6 10 128,9-5 0,15 7-163,13-2 1,14 3 955,16 1 0,8 1-442,4 3 1,6-2-425,3 2 0,-5-1-608,-5 1 1,0-3 115,1 3 0,1-2-1195,-5-2 0,-5 4 731,-3 0 1,-6 0-2517,1-4 2973,3 0 0,-4 4 0,3 0 0,-2-1 0,-1-2 0,2-1 0</inkml:trace>
  <inkml:trace contextRef="#ctx0" brushRef="#br0">17913 17066 7614,'-1'7'0,"-3"-3"0,4-2 1260,0 3 1,14 1-558,15 7 1,5-1 526,16 1 0,-2-1-604,10 0 1,0-5-1211,4-3 0,-4-4 72,-1-4 0,-4-8-348,1-9 1,-9-8-762,-4-4 1,-3-3 900,-5-1 1,-8 1 719,-9 3 0,-2-3 0,-2 5 0</inkml:trace>
  <inkml:trace contextRef="#ctx0" brushRef="#br0">18509 16532 7614,'-17'25'548,"1"0"1,-1 9-275,5 4 1,4 11 468,-1 1 0,0 9-934,-8 3 1,3 4 602,6-31 0,0 1 0,1-1 0,1 0-275,-2 27 0,3-3-434,5-9 0,1-10-966,3-3 1,10-11 835,11-5 0,5-9-594,7-12 1,6-3 545,2-5 1,6-11 474,-1-14 0,2 2-114,-6 2 1,-1 9 113,-3 3 0,-2 9 380,-11 4 1,-6 9-277,-6 8 0,-8 5 1243,0 6 0,-7 0-636,2-3 1,-2-4 2381,-2-4-2311,0-6 0,1-2 92,3-5 1,5-11-437,7-5 0,-1-8-303,6-5 1,-2-1-158,2-3 0,-5-1-157,-7 5-1,-4 4-284,-5 4 1,-1 6 371,-3-2 0,-9 9-611,-7 4 1,-11 3 252,-6 1 1,-1 1-250,-8 3 1,2 7 239,-2 6 0,0 1-528,4-2 1,2 3 258,7 6 0,3 1 728,5 3 0,0 3 0,0 5 0</inkml:trace>
  <inkml:trace contextRef="#ctx0" brushRef="#br0">20643 16681 7614,'-13'-7'0,"1"-4"1046,-1 3-98,1-3 754,5-1-668,2-1 0,17 6-208,9 3 1,9 3 126,11 1 0,9 0-452,8 0 1,4 1-512,4 3 1,2-1 134,-33 1 1,0 0-1,32-1-714,-5 1 0,-5 2 169,-3-2 0,-14 0-76,-7-4 0,-11 0-1155,-6 0-269,-7 0 1,-5 0-720,-8 0 2639,-3 0 0,-17 0 0,-2 0 0</inkml:trace>
  <inkml:trace contextRef="#ctx0" brushRef="#br0">20891 16706 6439,'7'-8'-40,"-3"-1"312,3 7 0,-6-5-1000,3 3 400,-3 2 328,5-9 0,-5 10 0,5-10 0,-6 4 0</inkml:trace>
  <inkml:trace contextRef="#ctx0" brushRef="#br0">20816 16743 7614,'0'-7'1242,"0"2"0,2 6-781,2 3 1,-2 10 78,7 11 1,-6 7-168,1 9 0,-3 9-322,-1 7 1,-3 5-301,-5 5 0,-2-3-116,0-28 1,0-1 0,-7 28-5,-4-1 1,6-11-83,-1-10 1,6-8-2174,2-4 1444,5-8 1180,-2-9 0,10-6 0,2-6 0</inkml:trace>
  <inkml:trace contextRef="#ctx0" brushRef="#br0">20841 17264 7614,'0'-12'0,"0"5"0,6-3 0,2 6 0,4 0 1940,5 4 1,2 1-725,6 3 0,0-1-716,-1 5 1,5-1-1235,0 2 0,0 2 180,-4-3 0,-6 4-935,-2 5 0,-5-2 694,-3 6 0,-4-1-687,-5 5 1482,-11 0 0,-3 0 0,-10 0 0</inkml:trace>
  <inkml:trace contextRef="#ctx0" brushRef="#br0">20779 17636 7614,'-15'13'209,"2"-1"1,5-4 920,0 0-298,2-5 1,13 3-379,6-6 0,10 0-8,10 0 0,9-7-135,3-6 0,5 1-212,3-4 0,4-4-129,5 0 0,3 2-937,-3 1 1,-3 5 325,-9 3 458,-6 4 0,-2-1 0,-4 0 0</inkml:trace>
  <inkml:trace contextRef="#ctx0" brushRef="#br0">22553 17276 7614,'-6'25'815,"-2"0"0,-3 1-459,-1 3 1,1 3-88,2 5 1,-6 0 329,3 1 1,-3-1-298,2 0 1,5-5-148,0-3 1,5-9-2584,-1-3 1877,3-9 1,1-4 550,0-8 0,-12-8 0,-1-8 0</inkml:trace>
  <inkml:trace contextRef="#ctx0" brushRef="#br0">22417 16954 7614,'12'0'0,"0"-1"509,1-4 0,6 4-291,6-3 1,1-2-427,7 2 1,0 0-292,4 4 0,1 0-916,-1 0 1415,0 0 0,0 0 0,0 0 0</inkml:trace>
  <inkml:trace contextRef="#ctx0" brushRef="#br0">23111 17066 7614,'0'24'1808,"-5"-3"-1045,-4 0 0,-2-2 207,-1 2 1,-2 1 277,-2-6 1,2 5-611,-3-4 1,4 0-321,0 0 1,2-3-131,3 2 0,2-2-411,6-2 0,7 1 211,6-1 1,3 5 21,5-1 1,2 1 193,-2-5 1,2 5 21,2-1 0,-5 1-138,-4-5 0,-2 1-9,-2-1 1,-5 1-208,-3-1 0,-4 0 117,-4 1 0,-3-1-1034,-5 1 1,-6-1 551,-3 0 0,-4-1-1251,-4-2 0,3 0 401,-3-5 0,-1 5 1343,1-5 0,-5 5 0,2-2 0</inkml:trace>
  <inkml:trace contextRef="#ctx0" brushRef="#br0">24451 17301 7614,'0'-12'243,"0"-1"-203,0 1 1,1 1 984,4 3 0,-3-2-130,7 6 0,-1 0 71,4 4 1,1 5-518,-1 4 0,-1 7-195,-3 5 0,2 2-202,-6 2 0,0 4 102,-4 0 1,0 4-629,0-4 0,0 3 359,0-8 0,-4 4-797,0-7 0,-4-3-554,4-2 737,-1-2 0,7-10 469,2-8 0,8-10 72,9-15 0,7-4 200,1-8 0,5 1-103,-1-6 0,2 8 210,-2 1 1,-3 6-110,-5 11 1,-2 3 769,-2 9 1,-5 5-148,-7 11 0,-4 10 68,-5 11 1,-9 6-258,-4-2 1,-6 5-162,2-1 1,-1 2-409,2-10 0,2 0 180,-2-4 1,6-6-93,2-2 1,6-9 69,2-4 0,7-4-427,10-4 1,2-9 85,6-7 1,5-9-26,3-4 0,-1 1 203,1-1 0,-5 7 19,0 1 1,-3 11 440,-4 10 0,-3 3-167,-6 1 0,-1 11 454,-2 5 1,-4 8-288,-5 5 1,-1 1 38,-3 3 0,1 1-100,-5-5 1,1 4-219,-2-4 1,2-4-890,3-4 0,3-6 493,-3 2 0,2-4-1052,2 0 0,6-5 616,2 0 1,3-5-463,2 1 1,6-8 1242,6-4 0,5-9 0,7-2 0</inkml:trace>
  <inkml:trace contextRef="#ctx0" brushRef="#br0">25617 17314 7614,'6'-32'0,"-5"3"868,3 8 1,-2-1-342,-2 6 1,-6 5 629,-2 7 1,-7 2-468,-2 2 0,-9 7-190,1 6 0,-9 10 116,-4 10 0,1 7-236,-4 1 0,4 10-116,3-1 1,6-2 27,7-2 0,4-8-872,9-1 0,4-6 434,8-11 0,10-7-618,11-9 1,5-4 85,7-4 1,2-10-141,2-11 1,-2-1 344,2-7 0,-4 5 159,-4-1 1,-2 3 76,-7 2 1,1-1 36,0 0 1,-7 4 548,-6 1-368,-5 10 1,-8-1 758,-3 11 0,-3 7-62,-5 5 0,-1 7-45,1 10 0,-1-1-530,1 5 0,5-5 61,3 1 1,3-3-494,1-1 1,0-2 265,0-2 1,4-3-1435,0-6 0,5-5 587,0-3 1,2-3-194,1-1 1,1-7 203,-1-5 899,0-6 0,1-7 0,-1 1 0</inkml:trace>
  <inkml:trace contextRef="#ctx0" brushRef="#br0">25878 17276 7614,'0'-12'1319,"5"5"1,1 3-371,2 8 0,3 10 244,-3 11 1,2 1-590,-2 7 0,3 0-154,-3 4 0,8 5-147,0-1 1,6-1-537,-1-7 1,-2-3 233,2-5 1,-1-3-1319,5-5 1,-1-2 86,-4-11 1,4-5-2050,-3-8 3279,2-13 0,2-4 0,0-11 0</inkml:trace>
  <inkml:trace contextRef="#ctx0" brushRef="#br0">26386 17276 7614,'-12'-19'-588,"-1"3"1,1 3 1232,0 5 1,-1 4 1402,1 8 1,-2 8-641,-3 9 0,-3 12-752,-9 4 1,1 9-30,-5-1 1,4-1-482,-4 2 1,0-1-227,-4 5 1,4-5-341,0 1 0,5-10-501,-1 1 1,3-10 431,1-2 0,5-1-515,-1-8 1,10-3-2420,-2-5 3423,9-5 0,-7 2 0,4-5 0</inkml:trace>
  <inkml:trace contextRef="#ctx0" brushRef="#br0">26473 17214 7614,'-8'0'1341,"0"0"0,5 7-461,-1 6 1,2 6-193,2 10 0,0 4-488,0 8 0,4 2-412,1 3 1,0-5-1036,-1-8 1,-1-3 723,5-5 0,-4-7-848,5-6 0,-1-5 1371,4-7 0,1-5 0,-1-2 0</inkml:trace>
  <inkml:trace contextRef="#ctx0" brushRef="#br0">26684 17140 7614,'0'-12'1368,"0"-1"-892,0 1 0,5 1-88,4 3 0,2 2-865,1 6 1,1 0 336,-1 0 1,0 0-1761,1 0 1900,-1 0 0,1-5 0,-1-2 0</inkml:trace>
  <inkml:trace contextRef="#ctx0" brushRef="#br0">26944 17214 7614,'-12'34'0,"0"-1"0,3-6 1073,1 2 1,0 1-460,-5-1 1,5 4 735,0-4 0,1 0-648,-1-4 1,2-1-419,6-4 1,0-2-341,0-5 0,6-7-294,2-1 0,4-4 315,5-1 1,2-3-59,6-5 1,0-2-209,0-10 0,-1-1 142,1-4 1,-1 6-136,-4 2 1,2 4-10,-5 0 0,1 5 402,-2 0 1,-6 5 171,3-1 1,-8 4 270,3 4 0,-5 3-268,1 5 0,-4 5 54,-4-1 0,1 5-49,-5-5 0,4 2-76,-4-1 0,5-3-445,-1 2 0,2-6 213,2-2 0,6-5-507,2 1 1,7-4 95,2-4 1,9-7-104,-1-6 0,2-3 583,-2 3 1,0 1-76,0 3 0,-6 2 87,-2 3 0,-4 2-102,0 6 1,-6 2 755,-3 2 0,-4 4-318,-4 9 1,0 1 356,-9 2 0,8 4-150,-8-4 1,4 2-100,-4-1 1,6 1-718,3-5 266,3-1-996,1-9 0,9-3 579,4-8 1,9-10-663,3-11 0,5-2 334,7-10 0,5 1-891,-1-10 0,6 1 1147,-2-5 1,-21 23-1,1-1 232,-1 0 1,1-2-1,2-4 1,-1-1 160,-1 1 0,-1-2 0,2-1 1,-2 0 117,-5 3 1,-1 2 0,15-29 817,-12 7 1,-5 7-304,-7 10 588,-4 8 1,-6 24-441,-3 5 1,-3 7-232,-6 9 1,0 5-40,-4 8 0,-2 4 91,-6 8 0,0 5 191,0 7 1,0-2 545,1 3 0,4-3-1468,4-1 1,-1 3 116,5 1 1,2 0-3443,10-4 0,0 3 3505,0 1 0,8-4 0,4-5 0,1 2 0,7 1 0,2 2 0</inkml:trace>
  <inkml:trace contextRef="#ctx0" brushRef="#br0">28867 17934 7626,'18'0'3297,"-8"4"412,2 0 1,-2 0-1117,2-4-281,1 0-5981,-6 0 1,-3-5 3668,-8-4 0,-20-7 0,-9-3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5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98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86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25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5/18/23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0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5/18/23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1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5/18/23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8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8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3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7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19C07-69CE-4BA8-BF3E-980FED58165D}" type="datetimeFigureOut">
              <a:rPr lang="en-US" smtClean="0"/>
              <a:t>5/18/23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5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customXml" Target="../ink/ink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customXml" Target="../ink/ink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.xml"/><Relationship Id="rId5" Type="http://schemas.openxmlformats.org/officeDocument/2006/relationships/image" Target="../media/image28.png"/><Relationship Id="rId4" Type="http://schemas.openxmlformats.org/officeDocument/2006/relationships/customXml" Target="../ink/ink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hyperlink" Target="https://en.wikipedia.org/wiki/Partially_ordered_set" TargetMode="External"/><Relationship Id="rId7" Type="http://schemas.openxmlformats.org/officeDocument/2006/relationships/customXml" Target="../ink/ink21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n.wikipedia.org/wiki/Maximal_element" TargetMode="External"/><Relationship Id="rId5" Type="http://schemas.openxmlformats.org/officeDocument/2006/relationships/hyperlink" Target="https://en.wikipedia.org/wiki/Upper_bound" TargetMode="External"/><Relationship Id="rId4" Type="http://schemas.openxmlformats.org/officeDocument/2006/relationships/hyperlink" Target="https://en.wikipedia.org/wiki/Chain_(order_theory)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A5213-88C6-492C-A17D-36234411C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MAT205: Abstract Algebra </a:t>
            </a:r>
            <a:r>
              <a:rPr lang="en-US" altLang="zh-CN" dirty="0"/>
              <a:t>II 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1D2F05-A869-4566-BF9E-990387902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000" dirty="0"/>
              <a:t>09. Algebraic Extensions</a:t>
            </a:r>
          </a:p>
          <a:p>
            <a:endParaRPr lang="en-US" sz="4000" dirty="0"/>
          </a:p>
          <a:p>
            <a:r>
              <a:rPr lang="en-US" dirty="0"/>
              <a:t>Ma, Jia-Jun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14:cNvPr>
              <p14:cNvContentPartPr/>
              <p14:nvPr/>
            </p14:nvContentPartPr>
            <p14:xfrm>
              <a:off x="6098760" y="1396800"/>
              <a:ext cx="1800" cy="14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89400" y="1387440"/>
                <a:ext cx="4551480" cy="199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4731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31.1 Definition An extension field E of a field F is an algebraic extension of F if every element in E &#10;is algebraic over F.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558" y="523302"/>
            <a:ext cx="10106341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31.2 Definition If an extension field E of a field F is of finite dimension n as a vector space over F, then &#10;E is a finite extension of degree n over F. We shall let [E : F] be the degree n of E &#10;over F.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558" y="2422439"/>
            <a:ext cx="10109370" cy="1006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31.3 Theorem A finite extension field E of a field F is an algebraic extension of F.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12" y="3638959"/>
            <a:ext cx="10249285" cy="520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EB09B56-BD51-05D9-F460-5986B6F7C906}"/>
                  </a:ext>
                </a:extLst>
              </p14:cNvPr>
              <p14:cNvContentPartPr/>
              <p14:nvPr/>
            </p14:nvContentPartPr>
            <p14:xfrm>
              <a:off x="564840" y="1247040"/>
              <a:ext cx="11529720" cy="54795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EB09B56-BD51-05D9-F460-5986B6F7C90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5480" y="1237680"/>
                <a:ext cx="11548440" cy="549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5005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3" name="Picture 1" descr="31.4 Theorem &#10;If E is a finite extension field of a field F, and K is a finite extension field of E, then K &#10;is a finite extension of F, and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74" y="271848"/>
            <a:ext cx="10035579" cy="1149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CE17E5B-008C-EC8F-B816-077180286636}"/>
                  </a:ext>
                </a:extLst>
              </p14:cNvPr>
              <p14:cNvContentPartPr/>
              <p14:nvPr/>
            </p14:nvContentPartPr>
            <p14:xfrm>
              <a:off x="227880" y="776880"/>
              <a:ext cx="11459880" cy="567972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CE17E5B-008C-EC8F-B816-0771802866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8520" y="767520"/>
                <a:ext cx="11478600" cy="56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506611B3-C22A-D1BC-A14A-F987CF7E573E}"/>
                  </a:ext>
                </a:extLst>
              </p14:cNvPr>
              <p14:cNvContentPartPr/>
              <p14:nvPr/>
            </p14:nvContentPartPr>
            <p14:xfrm>
              <a:off x="4387680" y="995760"/>
              <a:ext cx="564480" cy="54936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506611B3-C22A-D1BC-A14A-F987CF7E573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78320" y="986400"/>
                <a:ext cx="583200" cy="56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8940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DED35FA-9CBE-5777-447B-FE144B716F2A}"/>
                  </a:ext>
                </a:extLst>
              </p14:cNvPr>
              <p14:cNvContentPartPr/>
              <p14:nvPr/>
            </p14:nvContentPartPr>
            <p14:xfrm>
              <a:off x="880560" y="569520"/>
              <a:ext cx="11169000" cy="62884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DED35FA-9CBE-5777-447B-FE144B716F2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1200" y="560160"/>
                <a:ext cx="11187720" cy="630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2446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1" descr="31.7 Corollary If E is an extension field of F, a e E is algebraic over F, andß e F (a), then deg(ß, F) &#10;divides deg(a, F).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48" y="432488"/>
            <a:ext cx="9608276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7C52EC1-B5AF-B535-2BDA-313B736EE889}"/>
                  </a:ext>
                </a:extLst>
              </p14:cNvPr>
              <p14:cNvContentPartPr/>
              <p14:nvPr/>
            </p14:nvContentPartPr>
            <p14:xfrm>
              <a:off x="405360" y="1279440"/>
              <a:ext cx="11702520" cy="54000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7C52EC1-B5AF-B535-2BDA-313B736EE8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6000" y="1270080"/>
                <a:ext cx="11721240" cy="541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3174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Picture 1" descr="31.8 Example By Corollary 31.7, there is no element of Q(N/5) that is a zero of x 3 — 2. Note that &#10;deg(V'ä, Q) = 2, while a zero ofx3 — 2 is ofdegree 3 over Q, but 3 does not divide 2.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65" y="337803"/>
            <a:ext cx="10664595" cy="610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733168" y="1907059"/>
                <a:ext cx="476957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WTS: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an irreducible polynomial over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US" altLang="zh-CN" b="0" dirty="0"/>
                  <a:t>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Apply: Eisenstein's criterion</a:t>
                </a:r>
                <a:endParaRPr lang="en-US" altLang="zh-CN" b="0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168" y="1907059"/>
                <a:ext cx="4769575" cy="923330"/>
              </a:xfrm>
              <a:prstGeom prst="rect">
                <a:avLst/>
              </a:prstGeom>
              <a:blipFill>
                <a:blip r:embed="rId3"/>
                <a:stretch>
                  <a:fillRect l="-1022" t="-3974" r="-255" b="-9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1555" y="1221656"/>
            <a:ext cx="3102731" cy="5400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0014482B-397D-682C-98DB-7F52C0C93D41}"/>
                  </a:ext>
                </a:extLst>
              </p14:cNvPr>
              <p14:cNvContentPartPr/>
              <p14:nvPr/>
            </p14:nvContentPartPr>
            <p14:xfrm>
              <a:off x="268560" y="1076400"/>
              <a:ext cx="10566000" cy="578160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0014482B-397D-682C-98DB-7F52C0C93D4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9200" y="1067040"/>
                <a:ext cx="10584720" cy="580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7084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5" name="Picture 1" descr="23.11 Theorem If f (x) e Z[x], then f (x) factors into a product of two polynomials of lower degrees &#10;r and s in Q[x] if and only if it has such a factorization with polynomials of the same &#10;degrees r and s in Z[x].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43" y="416010"/>
            <a:ext cx="10404878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90E5F67E-344F-716F-A6DE-FCA6651E3966}"/>
                  </a:ext>
                </a:extLst>
              </p14:cNvPr>
              <p14:cNvContentPartPr/>
              <p14:nvPr/>
            </p14:nvContentPartPr>
            <p14:xfrm>
              <a:off x="728280" y="169560"/>
              <a:ext cx="11334600" cy="35928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90E5F67E-344F-716F-A6DE-FCA6651E39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8920" y="160200"/>
                <a:ext cx="11353320" cy="361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1506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A476219-C3D3-7C38-45EE-E0453FE6963E}"/>
                  </a:ext>
                </a:extLst>
              </p14:cNvPr>
              <p14:cNvContentPartPr/>
              <p14:nvPr/>
            </p14:nvContentPartPr>
            <p14:xfrm>
              <a:off x="671760" y="250200"/>
              <a:ext cx="11387160" cy="66078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A476219-C3D3-7C38-45EE-E0453FE6963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2400" y="240840"/>
                <a:ext cx="11405880" cy="662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5634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Picture 1" descr="31.11 Theorem &#10;Let E be an algebraic extension of a field F. Then there exist a finite number of elements &#10;, an in E such that E = F (al, • &#10;an) if and only if E is a finite-dimensional &#10;vector space over F, that is, if and only if E is a finite extension of F.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946" y="411892"/>
            <a:ext cx="11228108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C392DD9-F437-2DCD-E33A-EDD87421545C}"/>
                  </a:ext>
                </a:extLst>
              </p14:cNvPr>
              <p14:cNvContentPartPr/>
              <p14:nvPr/>
            </p14:nvContentPartPr>
            <p14:xfrm>
              <a:off x="406440" y="767880"/>
              <a:ext cx="11495520" cy="609012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C392DD9-F437-2DCD-E33A-EDD8742154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7080" y="758520"/>
                <a:ext cx="11514240" cy="610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3529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1363E82A-7235-EC9E-4AA5-F9EE7C65A6AC}"/>
                  </a:ext>
                </a:extLst>
              </p14:cNvPr>
              <p14:cNvContentPartPr/>
              <p14:nvPr/>
            </p14:nvContentPartPr>
            <p14:xfrm>
              <a:off x="340920" y="109800"/>
              <a:ext cx="11504160" cy="67482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1363E82A-7235-EC9E-4AA5-F9EE7C65A6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1560" y="100440"/>
                <a:ext cx="11522880" cy="676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6569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 descr="31.12 Theorem Let E be an extension field of F. Then &#10;FE = {a e E la is algebraic over F} &#10;is a subfield of E, the algebraic closure of F in E.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824" y="367003"/>
            <a:ext cx="8381538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9A8165D-F705-3081-256D-180F472B9C5E}"/>
                  </a:ext>
                </a:extLst>
              </p14:cNvPr>
              <p14:cNvContentPartPr/>
              <p14:nvPr/>
            </p14:nvContentPartPr>
            <p14:xfrm>
              <a:off x="513720" y="355320"/>
              <a:ext cx="10812240" cy="61995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9A8165D-F705-3081-256D-180F472B9C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4360" y="345960"/>
                <a:ext cx="10830960" cy="621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4558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31.13 Corollary The set of all algebraic numbers forms a field.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34" y="356778"/>
            <a:ext cx="6562531" cy="44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8298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 descr="31.14 Definition A field F is algebraically closed if every nonconstant polynomial in F [x] has a zero &#10;in F.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58" y="422988"/>
            <a:ext cx="10453333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6D31AEA-DA5C-702A-015A-67A882A40BD4}"/>
                  </a:ext>
                </a:extLst>
              </p14:cNvPr>
              <p14:cNvContentPartPr/>
              <p14:nvPr/>
            </p14:nvContentPartPr>
            <p14:xfrm>
              <a:off x="724320" y="799200"/>
              <a:ext cx="10226520" cy="46929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6D31AEA-DA5C-702A-015A-67A882A40B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4960" y="789840"/>
                <a:ext cx="10245240" cy="471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7263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 descr="31.18 Theorem (Fundamental Theorem of Algebra) The field C of complex numbers is an alge- &#10;braically closed field.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198" y="314324"/>
            <a:ext cx="9144000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Joseph Liouville &#10;Born &#10;Died &#10;Nationality &#10;FRS FRSE FAS &#10;Joseph Liouville &#10;24 March 1809 &#10;Saint-Omer, France &#10;8 September 1882 &#10;(aged 73) &#10;Paris, France &#10;French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3186" y="1580600"/>
            <a:ext cx="3114675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6148057" y="6197414"/>
            <a:ext cx="583980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200" dirty="0">
                <a:solidFill>
                  <a:srgbClr val="C00000"/>
                </a:solidFill>
              </a:rPr>
              <a:t>Every bounded entire function must be constant. 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A01FFDA-2355-F139-147A-2C5E1EF95DFA}"/>
                  </a:ext>
                </a:extLst>
              </p14:cNvPr>
              <p14:cNvContentPartPr/>
              <p14:nvPr/>
            </p14:nvContentPartPr>
            <p14:xfrm>
              <a:off x="603000" y="772560"/>
              <a:ext cx="9749520" cy="55206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A01FFDA-2355-F139-147A-2C5E1EF95DF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3640" y="763200"/>
                <a:ext cx="9768240" cy="55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475045F6-159F-B2BC-A2F7-9E65B2FC30F2}"/>
                  </a:ext>
                </a:extLst>
              </p14:cNvPr>
              <p14:cNvContentPartPr/>
              <p14:nvPr/>
            </p14:nvContentPartPr>
            <p14:xfrm>
              <a:off x="6431040" y="6625800"/>
              <a:ext cx="5145120" cy="7200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475045F6-159F-B2BC-A2F7-9E65B2FC30F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21680" y="6616440"/>
                <a:ext cx="5163840" cy="9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5090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31BB4FB7-E590-FA3A-0837-B3861D697285}"/>
                  </a:ext>
                </a:extLst>
              </p14:cNvPr>
              <p14:cNvContentPartPr/>
              <p14:nvPr/>
            </p14:nvContentPartPr>
            <p14:xfrm>
              <a:off x="703800" y="518040"/>
              <a:ext cx="11456640" cy="57862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31BB4FB7-E590-FA3A-0837-B3861D6972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4440" y="508680"/>
                <a:ext cx="11475360" cy="580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0417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A359065F-6D80-E837-B94B-98D173896311}"/>
                  </a:ext>
                </a:extLst>
              </p14:cNvPr>
              <p14:cNvContentPartPr/>
              <p14:nvPr/>
            </p14:nvContentPartPr>
            <p14:xfrm>
              <a:off x="335520" y="327960"/>
              <a:ext cx="11367720" cy="54586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A359065F-6D80-E837-B94B-98D17389631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6160" y="318600"/>
                <a:ext cx="11386440" cy="547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8514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1" name="Picture 1" descr="31.15 Theorem A field F is algebraically closed if and only if every nonconstant polynomial in F [x] &#10;factors in F [x] into linear factors.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26" y="460311"/>
            <a:ext cx="10762506" cy="858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D876319-E6EB-321A-CEB7-DC9C4D3F99D4}"/>
                  </a:ext>
                </a:extLst>
              </p14:cNvPr>
              <p14:cNvContentPartPr/>
              <p14:nvPr/>
            </p14:nvContentPartPr>
            <p14:xfrm>
              <a:off x="688320" y="845280"/>
              <a:ext cx="11222640" cy="57808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D876319-E6EB-321A-CEB7-DC9C4D3F99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8960" y="835920"/>
                <a:ext cx="11241360" cy="579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0366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Picture 1" descr="31.16 Corollary An algebraically closed field F has no proper algebraic extensions, that is, no algebraic &#10;extensions E with F &lt; E.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379" y="342123"/>
            <a:ext cx="10132048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BA813D2-8E5B-5101-28C8-7C46831C9723}"/>
                  </a:ext>
                </a:extLst>
              </p14:cNvPr>
              <p14:cNvContentPartPr/>
              <p14:nvPr/>
            </p14:nvContentPartPr>
            <p14:xfrm>
              <a:off x="752400" y="1410840"/>
              <a:ext cx="11002320" cy="497232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BA813D2-8E5B-5101-28C8-7C46831C97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3040" y="1401480"/>
                <a:ext cx="11021040" cy="499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3631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" name="Picture 1" descr="31.17 Theorem Every field F has an algebraic closure, that is, an algebraic extension F that is alge- &#10;braically closed.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261" y="422988"/>
            <a:ext cx="10417778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A1409F-49EA-4676-8A44-CBA319332D1C}"/>
              </a:ext>
            </a:extLst>
          </p:cNvPr>
          <p:cNvSpPr txBox="1"/>
          <p:nvPr/>
        </p:nvSpPr>
        <p:spPr>
          <a:xfrm>
            <a:off x="875930" y="1642369"/>
            <a:ext cx="522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We will sketch the proof:</a:t>
            </a:r>
            <a:endParaRPr lang="en-MY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39A84CB-97D6-F2E4-BC01-2F01B8DAA3F9}"/>
                  </a:ext>
                </a:extLst>
              </p14:cNvPr>
              <p14:cNvContentPartPr/>
              <p14:nvPr/>
            </p14:nvContentPartPr>
            <p14:xfrm>
              <a:off x="100080" y="803520"/>
              <a:ext cx="11259720" cy="60544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39A84CB-97D6-F2E4-BC01-2F01B8DAA3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720" y="794160"/>
                <a:ext cx="11278440" cy="607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7583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 descr="Max August Zorn &#10;Max August Zorn, Jena, 1930 &#10;Born &#10;Died &#10;Nationality &#10;June 6, 1906 &#10;Krefeld, Rhenish Prussia, &#10;Germany &#10;March 9, 1993 (aged 86) &#10;Bloomington, Indiana &#10;German ">
            <a:extLst>
              <a:ext uri="{FF2B5EF4-FFF2-40B4-BE49-F238E27FC236}">
                <a16:creationId xmlns:a16="http://schemas.microsoft.com/office/drawing/2014/main" id="{8CC11A07-8C2B-4174-B28E-17D4269C3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9711" y="1846555"/>
            <a:ext cx="2672429" cy="400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8F3978E-8F84-4864-B9B4-C2F69F78CC48}"/>
              </a:ext>
            </a:extLst>
          </p:cNvPr>
          <p:cNvSpPr/>
          <p:nvPr/>
        </p:nvSpPr>
        <p:spPr>
          <a:xfrm>
            <a:off x="804908" y="495851"/>
            <a:ext cx="105821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02122"/>
                </a:solidFill>
                <a:latin typeface="Arial" panose="020B0604020202020204" pitchFamily="34" charset="0"/>
              </a:rPr>
              <a:t>Zorn's lemma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— Suppose a </a:t>
            </a:r>
            <a:r>
              <a:rPr lang="en-US" dirty="0">
                <a:solidFill>
                  <a:srgbClr val="3366CC"/>
                </a:solidFill>
                <a:latin typeface="Arial" panose="020B0604020202020204" pitchFamily="34" charset="0"/>
                <a:hlinkClick r:id="rId3" tooltip="Partially ordered set"/>
              </a:rPr>
              <a:t>partially ordered set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</a:t>
            </a:r>
            <a:r>
              <a:rPr lang="en-US" i="1" dirty="0">
                <a:solidFill>
                  <a:srgbClr val="202122"/>
                </a:solidFill>
                <a:latin typeface="Arial" panose="020B0604020202020204" pitchFamily="34" charset="0"/>
              </a:rPr>
              <a:t>P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has the property that every </a:t>
            </a:r>
            <a:r>
              <a:rPr lang="en-US" dirty="0">
                <a:solidFill>
                  <a:srgbClr val="3366CC"/>
                </a:solidFill>
                <a:latin typeface="Arial" panose="020B0604020202020204" pitchFamily="34" charset="0"/>
                <a:hlinkClick r:id="rId4" tooltip="Chain (order theory)"/>
              </a:rPr>
              <a:t>chain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in </a:t>
            </a:r>
            <a:r>
              <a:rPr lang="en-US" i="1" dirty="0">
                <a:solidFill>
                  <a:srgbClr val="202122"/>
                </a:solidFill>
                <a:latin typeface="Arial" panose="020B0604020202020204" pitchFamily="34" charset="0"/>
              </a:rPr>
              <a:t>P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has an </a:t>
            </a:r>
            <a:r>
              <a:rPr lang="en-US" dirty="0">
                <a:solidFill>
                  <a:srgbClr val="3366CC"/>
                </a:solidFill>
                <a:latin typeface="Arial" panose="020B0604020202020204" pitchFamily="34" charset="0"/>
                <a:hlinkClick r:id="rId5" tooltip="Upper bound"/>
              </a:rPr>
              <a:t>upper bound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in </a:t>
            </a:r>
            <a:r>
              <a:rPr lang="en-US" i="1" dirty="0">
                <a:solidFill>
                  <a:srgbClr val="202122"/>
                </a:solidFill>
                <a:latin typeface="Arial" panose="020B0604020202020204" pitchFamily="34" charset="0"/>
              </a:rPr>
              <a:t>P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. Then the set </a:t>
            </a:r>
            <a:r>
              <a:rPr lang="en-US" i="1" dirty="0">
                <a:solidFill>
                  <a:srgbClr val="202122"/>
                </a:solidFill>
                <a:latin typeface="Arial" panose="020B0604020202020204" pitchFamily="34" charset="0"/>
              </a:rPr>
              <a:t>P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 contains at least one </a:t>
            </a:r>
            <a:r>
              <a:rPr lang="en-US" dirty="0">
                <a:solidFill>
                  <a:srgbClr val="3366CC"/>
                </a:solidFill>
                <a:latin typeface="Arial" panose="020B0604020202020204" pitchFamily="34" charset="0"/>
                <a:hlinkClick r:id="rId6" tooltip="Maximal element"/>
              </a:rPr>
              <a:t>maximal element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.</a:t>
            </a:r>
            <a:endParaRPr lang="en-MY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02DC9A5-4B0E-143B-19F3-5FBF7B078B62}"/>
                  </a:ext>
                </a:extLst>
              </p14:cNvPr>
              <p14:cNvContentPartPr/>
              <p14:nvPr/>
            </p14:nvContentPartPr>
            <p14:xfrm>
              <a:off x="473760" y="388800"/>
              <a:ext cx="10088640" cy="62596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02DC9A5-4B0E-143B-19F3-5FBF7B078B6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4400" y="379440"/>
                <a:ext cx="10107360" cy="627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7221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753B30A-4F3F-CBCC-01A0-8C6F4A18992E}"/>
                  </a:ext>
                </a:extLst>
              </p14:cNvPr>
              <p14:cNvContentPartPr/>
              <p14:nvPr/>
            </p14:nvContentPartPr>
            <p14:xfrm>
              <a:off x="603000" y="187920"/>
              <a:ext cx="10807920" cy="652752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753B30A-4F3F-CBCC-01A0-8C6F4A1899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3640" y="178560"/>
                <a:ext cx="10826640" cy="654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0657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9E999E9-8B2E-CFC4-FD23-E6120473A9E7}"/>
                  </a:ext>
                </a:extLst>
              </p14:cNvPr>
              <p14:cNvContentPartPr/>
              <p14:nvPr/>
            </p14:nvContentPartPr>
            <p14:xfrm>
              <a:off x="750600" y="294840"/>
              <a:ext cx="10990800" cy="61660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9E999E9-8B2E-CFC4-FD23-E6120473A9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1240" y="285480"/>
                <a:ext cx="11009520" cy="618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5134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BD2C2D9D35CB428BCE676D24844022" ma:contentTypeVersion="4" ma:contentTypeDescription="Create a new document." ma:contentTypeScope="" ma:versionID="1d21a4a1cc59136919a5e227e1fe40ee">
  <xsd:schema xmlns:xsd="http://www.w3.org/2001/XMLSchema" xmlns:xs="http://www.w3.org/2001/XMLSchema" xmlns:p="http://schemas.microsoft.com/office/2006/metadata/properties" xmlns:ns2="42b7931b-4942-4b57-b636-459d8273d5bb" targetNamespace="http://schemas.microsoft.com/office/2006/metadata/properties" ma:root="true" ma:fieldsID="79df400130df6d25f2cff93ab2a3cbe7" ns2:_="">
    <xsd:import namespace="42b7931b-4942-4b57-b636-459d8273d5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b7931b-4942-4b57-b636-459d8273d5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058BB74-C7DF-4BF9-BDE4-2BC7DD643D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FB193C7-D6C5-43E0-A236-BE41840ADAF9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2b7931b-4942-4b57-b636-459d8273d5bb"/>
  </ds:schemaRefs>
</ds:datastoreItem>
</file>

<file path=customXml/itemProps3.xml><?xml version="1.0" encoding="utf-8"?>
<ds:datastoreItem xmlns:ds="http://schemas.openxmlformats.org/officeDocument/2006/customXml" ds:itemID="{D02A8F1E-2A26-43B2-B3CF-F15D3482FB5D}">
  <ds:schemaRefs>
    <ds:schemaRef ds:uri="http://schemas.microsoft.com/office/2006/metadata/properties"/>
    <ds:schemaRef ds:uri="http://www.w3.org/2000/xmln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3590</TotalTime>
  <Words>37</Words>
  <Application>Microsoft Office PowerPoint</Application>
  <PresentationFormat>宽屏</PresentationFormat>
  <Paragraphs>10</Paragraphs>
  <Slides>22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3" baseType="lpstr">
      <vt:lpstr>Office Theme</vt:lpstr>
      <vt:lpstr>MAT205: Abstract Algebra II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MAT211: Abstract Algebra</dc:title>
  <dc:creator>Ma Jiajun</dc:creator>
  <cp:lastModifiedBy>Ma Jiajun</cp:lastModifiedBy>
  <cp:revision>521</cp:revision>
  <dcterms:created xsi:type="dcterms:W3CDTF">2021-09-19T05:52:48Z</dcterms:created>
  <dcterms:modified xsi:type="dcterms:W3CDTF">2023-05-18T02:55:01Z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0x01010094BD2C2D9D35CB428BCE676D24844022</vt:lpwstr>
  </property>
</Properties>
</file>